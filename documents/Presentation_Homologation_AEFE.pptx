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0000"/>
            <a:ext cx="12191695" cy="540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CCFF"/>
                </a:solidFill>
                <a:latin typeface="Calibri"/>
              </a:rPr>
              <a:t>LYCEE FRANCAIS DE TANANARIVE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Plateforme de suivi des projets
de l'etablissement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DDDFF"/>
                </a:solidFill>
                <a:latin typeface="Calibri"/>
              </a:rPr>
              <a:t>Presentation dans le cadre de l'homologation AEFE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
                  <a:srgbClr val="999999"/>
                </a:solidFill>
                <a:latin typeface="Calibri"/>
              </a:rPr>
              <a:t>Annee scolaire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Contexte et enjeux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Le LFT : etablissement en gestion directe de l'AEFE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1 566 eleves — 142 enseignants — 170 personnels — 8,5 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 d'etablissement 2025-2030 : 3 axes pedagogiques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Axe 1 : Favoriser la reussite scolaire de tous les eleves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Axe 2 : Vers une ecole inclusive — bien-etre de tous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Axe 3 : Plurilinguisme, identite et appartenance au LFT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93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47 projets a piloter, suivre et evaluer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33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Besoin d'un outil numerique de pilotage pour la direction et les equipes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Presentation de la plateforme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Application web accessible depuis tout navigateur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URL securisee (HTTPS) hebergee sur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Interface intuitive, responsive (mobile, tablette, desktop)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Aucune installation requise pour les utilisateurs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Conforme au DSFR (Design System de l'Etat)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Typographies officielles : Marianne (corps) + Spectral (titres)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Icones professionnelles Phosphor Icons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Architecture technique et conformite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SPA (Single Page Application) pure HTML/CSS/JavaScript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Backend : Google Apps Script (infrastructure Google securisee)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Base de donnees : Google Sheets (accessible, editable, exportable)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Authentification : hash SHA-256 des mots de passe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Sessions securisees avec expiration automatique (8h d'inactivite)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Conforme RGPD : pas de cookies tiers, donnees minimales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Premiere connexion : changement de mot de passe obligatoire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Les 47 projets — Vue d'ensemble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6 categories de projets :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Projets LFT (26) — Zone Ocean Indien (8) — AEFE (6)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Institutionnels (7) — Clubs &amp; Activites — Internat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Chaque projet : titre, description, porteur, dates, priorite, statut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Statut calcule automatiquement : Planifie -&gt; En cours -&gt; Termine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Labels d'excellence : EFE3D Niv. 2, PARLE, Generation 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Filtrage par categorie, statut et recherche textuelle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Suivi du projet d'etablissement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Page dediee au projet d'etablissement 2025-2030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Cadre institutionnel : contrat d'objectifs AEFE, referentiel, orientations 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Diagnostic synthetique SWOT (Forces / Faiblesses / Opportunites / Menaces)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Politique educative structuree en 3 axes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Pour chaque axe : objectifs, actions/leviers, indicateurs mesurables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Projets lies automatiquement a chaque axe strategique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Outils de pilotage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Chronologie : vue calendaire mois par mois (sept. 2025 -&gt; juin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Tableau de bord : chiffres cles en temps reel (total, planifies, en cours, termines)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Filtres par statut et recherche textuelle instantanee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Export CSV pour analyse et rapports (bilans, CA, inspections)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Journal d'activite : tracabilite complete (date, utilisateur, action, detail)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Statistiques par categorie de projet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Gestion des roles et acces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4 niveaux de roles differencies :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Admin : gestion complete (comptes, projets, corbeille, logs)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Direction : creation/modification/suppression de projets, export CSV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Vie scolaire : gestion des clubs et activites de l'internat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Enseignant : consultation, commentaires, modification de ses propres projets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Inscription par email @egd.mg autorise uniquement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Premiere connexion : changement de mot de passe obligatoire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Reinitialisation par email securise (token a usage unique)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Alignement avec les objectifs AEFE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Pilotage du projet d'etablissement (critere d'homologation)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S'inscrit dans la strategie e-nov de l'AEFE (innovation et numerique educatif)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Conformite DSFR (Design System de l'Etat — polices Marianne + Spectral)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Outil de gouvernance partagee (direction, enseignants, vie scolaire)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Indicateurs de suivi pour le contrat d'objectifs et de moyens (COM)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Contribution au CRCN-Edu (competences numeriques des personnels)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Modele reproductible dans les 16 zones AEFE (580 etablissements)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Perspectives et evolution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Mars 2026 : deploiement aupres de l'ensemble de l'equipe pedagogique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Formation des referents par departement disciplinaire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Enrichissement : pieces jointes, notifications par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Ouverture possible aux parents delegues (mode consultation)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Modele duplicable pour d'autres etablissements du reseau AEFE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Contribution a l'evaluation annuelle du projet d'etablissement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44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1A1A2E"/>
                </a:solidFill>
                <a:latin typeface="Calibri"/>
              </a:rPr>
              <a:t>Un outil au service du projet d'etablissement et de l'homologation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16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1A1A2E"/>
                </a:solidFill>
                <a:latin typeface="Calibri"/>
              </a:rPr>
              <a:t>Pilotage transparent, tracable et collaboratif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88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1A1A2E"/>
                </a:solidFill>
                <a:latin typeface="Calibri"/>
              </a:rPr>
              <a:t>Developpe en interne, adapte aux besoins specifiques du LFT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60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1A1A2E"/>
                </a:solidFill>
                <a:latin typeface="Calibri"/>
              </a:rPr>
              <a:t>Conforme aux exigences institutionnelles (DSFR, RGPD, AEFE)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860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1">
                <a:solidFill>
                  <a:srgbClr val="D40883"/>
                </a:solidFill>
                <a:latin typeface="Calibri"/>
              </a:rPr>
              <a:t>"L'innovation numerique au service de la reussite educative"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Merci de votre attention</a:t>
            </a:r>
          </a:p>
          <a:p>
            <a:pPr algn="ctr">
              <a:spcBef>
                <a:spcPts val="3000"/>
              </a:spcBef>
            </a:pPr>
            <a:r>
              <a:rPr sz="1600">
                <a:solidFill>
                  <a:srgbClr val="AACCFF"/>
                </a:solidFill>
                <a:latin typeface="Calibri"/>
              </a:rPr>
              <a:t>Equipe Technologie — Lycee Francais de Tananarive</a:t>
            </a:r>
          </a:p>
          <a:p>
            <a:pPr algn="ctr">
              <a:spcBef>
                <a:spcPts val="1600"/>
              </a:spcBef>
            </a:pPr>
            <a:r>
              <a:rPr sz="1300">
                <a:solidFill>
                  <a:srgbClr val="DDDDFF"/>
                </a:solidFill>
                <a:latin typeface="Calibri"/>
              </a:rPr>
              <a:t>https://lyceefrancaisdetananarive.github.io/lft-suivi-projets/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Homologation AEFE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