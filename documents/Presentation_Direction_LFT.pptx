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0000"/>
            <a:ext cx="12191695" cy="540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AACCFF"/>
                </a:solidFill>
                <a:latin typeface="Calibri"/>
              </a:rPr>
              <a:t>LYCEE FRANCAIS DE TANANARIVE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16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Plateforme de suivi des projets
de l'etablissement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3600000"/>
            <a:ext cx="108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DDDDFF"/>
                </a:solidFill>
                <a:latin typeface="Calibri"/>
              </a:rPr>
              <a:t>Presentation fonctionnelle a l'attention de la direction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
                  <a:srgbClr val="999999"/>
                </a:solidFill>
                <a:latin typeface="Calibri"/>
              </a:rPr>
              <a:t>Mars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Objectifs de la plateforme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Centraliser le suivi des 47 projets de l'etablissement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Offrir une vision globale et en temps reel de l'avancement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Faciliter le pilotage par la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Assurer la tracabilite des actions (journal d'activite)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Permettre l'export de donnees pour les bilans et rapports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Preparer l'homologation AEFE avec des indicateurs precis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Charte graphique — Identite visuelle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08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3A3"/>
                </a:solidFill>
                <a:latin typeface="Calibri"/>
              </a:rPr>
              <a:t>Couleurs principales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1620000"/>
            <a:ext cx="1260000" cy="720000"/>
          </a:xfrm>
          <a:prstGeom prst="round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Bleu AEFE
#0053a3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40000" y="1620000"/>
            <a:ext cx="1260000" cy="720000"/>
          </a:xfrm>
          <a:prstGeom prst="round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Magenta
#d40883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0000" y="1620000"/>
            <a:ext cx="1260000" cy="720000"/>
          </a:xfrm>
          <a:prstGeom prst="roundRect">
            <a:avLst/>
          </a:prstGeom>
          <a:solidFill>
            <a:srgbClr val="F5F7FB"/>
          </a:solidFill>
          <a:ln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A1A2E"/>
                </a:solidFill>
                <a:latin typeface="Calibri"/>
              </a:rPr>
              <a:t>Fond clair
#e8edf5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08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3A3"/>
                </a:solidFill>
                <a:latin typeface="Calibri"/>
              </a:rPr>
              <a:t>Typographies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1620000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Marianne</a:t>
            </a:r>
          </a:p>
          <a:p>
            <a:r>
              <a:rPr sz="1200">
                <a:solidFill>
                  <a:srgbClr val="555555"/>
                </a:solidFill>
                <a:latin typeface="Calibri"/>
              </a:rPr>
              <a:t>Police officielle de l'Etat francais (DSFR)
Interface et corps de texte
Auto-hebergee en woff2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0" y="2627999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Spectral</a:t>
            </a:r>
          </a:p>
          <a:p>
            <a:r>
              <a:rPr sz="1200">
                <a:solidFill>
                  <a:srgbClr val="555555"/>
                </a:solidFill>
                <a:latin typeface="Calibri"/>
              </a:rPr>
              <a:t>Serif du DSFR (Google Fonts)
Titres et accroches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0" y="3635998"/>
            <a:ext cx="50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1A2E"/>
                </a:solidFill>
                <a:latin typeface="Calibri"/>
              </a:rPr>
              <a:t>Phosphor Icons</a:t>
            </a:r>
          </a:p>
          <a:p>
            <a:r>
              <a:rPr sz="1200">
                <a:solidFill>
                  <a:srgbClr val="555555"/>
                </a:solidFill>
                <a:latin typeface="Calibri"/>
              </a:rPr>
              <a:t>Bibliotheque d'icones professionnelles
Style light en filigrane, bold pour les elements visibles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2700000"/>
            <a:ext cx="504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53A3"/>
                </a:solidFill>
                <a:latin typeface="Calibri"/>
              </a:rPr>
              <a:t>Style visuel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3060000"/>
            <a:ext cx="50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• Liquid Glass : effet verre depoli, transparences, ombres douces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3420000"/>
            <a:ext cx="50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• Logo LFT circulaire avec bordure lumineuse bleue et magenta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3780000"/>
            <a:ext cx="50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• Conforme DSFR : Design System de l'Etat, valide par l'AEFE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000" y="4140000"/>
            <a:ext cx="504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• Responsive : mobile, tablette, desktop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Le tableau de bord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Hero section : chiffres cles (47 projets, statuts, labels d'excellence)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Tuiles categories avec icones Phosphor Icons professionnelles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 d'Etablissement en vedette (tuile accent gradient)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Suivi chronologique accessible en un clic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Boutons « + Nouveau projet » et « Exporter CSV » (direction/admin)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Barre d'aide et tutoriels integree en bas de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Les categories de projets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LFT (26) : initiatives portees par l'etablissement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Zone Ocean Indien (8) : cooperations regionales AEFE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AEFE (6) : programmes du reseau mondial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Institutionnels (7) : partenariats et cadre reglementaire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Clubs &amp; Activites : activites periscolaires et pause meridienne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de l'Internat : accompagnement et vie en residence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Chaque categorie possede sa couleur distinctive et son icone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Fiche projet detaillee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Chaque projet contient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Titre, description, categorie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Porteur du projet (enseignant responsable)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Dates de debut et de fin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Priorite : Haute, Moyenne, Basse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Statut automatique : Planifie -&gt; En cours -&gt; Termine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53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Modification possible selon les droits de l'utilisateur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93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Commentaires : fil de discussion collaboratif par projet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Le projet d'etablissement 2025-2030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Page dediee avec vue complete et structuree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Cadre institutionnel : AEFE, MEN, contrat d'objectifs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Diagnostic SWOT (Forces / Faiblesses / Opportunites / Menaces)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3 axes de la politique educative et pedagogique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Pour chaque axe : sous-axes, objectifs, actions/leviers, indicateurs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Projets automatiquement lies a chaque axe strategique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Chiffres cles : 1 566 eleves, 142 enseignants, 464 boursiers, 99,63 % reussite bac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Suivi chronologique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Vue calendaire mois par mois (septembre 2025 -&gt; juin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Chaque projet apparait a sa date de lancement ou de realisation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Badges de statut colores : Lancement, Realisation, Termine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Porteur du projet visible sur chaque entree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Permet de visualiser la charge de travail sur l'annee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Navigation fluide entre les mois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Administration et gestion des comptes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Panneau d'administration (acces admin uniquement)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Gestion des utilisateurs : creation, modification, suppression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Gestion des emails autorises (domaine @egd.mg)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Statistiques par categorie de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Journal d'activite : toutes les actions sont tracees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Corbeille : projets supprimes recuperables par la direction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Matrice des roles et permissions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Fonctionnalite</a:t>
                      </a:r>
                    </a:p>
                  </a:txBody>
                  <a:tcPr>
                    <a:solidFill>
                      <a:srgbClr val="005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>
                    <a:solidFill>
                      <a:srgbClr val="005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>
                    <a:solidFill>
                      <a:srgbClr val="005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Vie scolaire</a:t>
                      </a:r>
                    </a:p>
                  </a:txBody>
                  <a:tcPr>
                    <a:solidFill>
                      <a:srgbClr val="0053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Enseignant</a:t>
                      </a:r>
                    </a:p>
                  </a:txBody>
                  <a:tcPr>
                    <a:solidFill>
                      <a:srgbClr val="0053A3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Consulter les projets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Commenter un projet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Creer un projet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Clubs/Internat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Modifier tout projet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Clubs/Internat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Ses projets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Supprimer un projet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Clubs/Internat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Ses projets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Exporter CSV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Gerer les comptes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Voir les logs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2E"/>
                          </a:solidFill>
                          <a:latin typeface="Calibri"/>
                        </a:rPr>
                        <a:t>Corbeille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88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99999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Comptes de la direction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Proviseur : ali.hosni@egd.mg — role « direction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Proviseure adjointe lycee : mylene.zou-bieth@egd.mg — role « direction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Proviseure adjointe college : ferida.metatidj@egd.mg — role « direction 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Le role « direction » permet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Creer, modifier, supprimer tout projet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Exporter les donnees en CSV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Acceder a la corbeille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Commenter tous les projets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Premiere connexion : mot de passe provisoire envoye par mail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Securite et conformite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Authentification securisee (hash SHA-256 des mots de passe)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Sessions avec expiration automatique (8h d'inactivite)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Premiere connexion : changement de mot de passe obligatoire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Reinitialisation par email (lien securise avec token a usage unique)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Donnees hebergees sur Google Cloud (infrastructure securisee)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Conforme RGPD : pas de cookies tiers, donnees minimales collectees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00" y="352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Journal d'activite : tracabilite complete de toutes les actions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Outils numeriques — Positionnement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Complementaire aux outils existants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Pronote : gestion de la vie scolaire (notes, absences, emplois du temps)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ORION : intranet collaboratif du reseau AEFE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OASIS : gestion RH AEFE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14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La plateforme LFT comble un manque :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Aucun outil dedie au suivi du projet d'etablissement dans le reseau AEFE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Solution developpee en interne, adaptee aux besoins du LFT</a:t>
            </a:r>
          </a:p>
          <a:p>
            <a:pPr lvl="1">
              <a:spcBef>
                <a:spcPts val="200"/>
              </a:spcBef>
            </a:pPr>
            <a:r>
              <a:rPr sz="1400">
                <a:solidFill>
                  <a:srgbClr val="555555"/>
                </a:solidFill>
                <a:latin typeface="Calibri"/>
              </a:rPr>
              <a:t>    Reproductible pour d'autres etablissements du reseau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Reference : CRCN (Cadre de Reference des Competences Numeriques)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8000"/>
          </a:xfrm>
          <a:prstGeom prst="rect">
            <a:avLst/>
          </a:prstGeom>
          <a:solidFill>
            <a:srgbClr val="00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80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   Prochaines etapes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48000"/>
            <a:ext cx="12191695" cy="43200"/>
          </a:xfrm>
          <a:prstGeom prst="rect">
            <a:avLst/>
          </a:prstGeom>
          <a:solidFill>
            <a:srgbClr val="D40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15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Mars 2026 : distribution des identifiants a l'equipe pedagogique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54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Avril 2026 : formation des referents par departement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1944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Mai 2026 : bilan mi-parcours, ajustements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34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Juin 2026 : premier bilan annuel des projets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736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Septembre 2026 : enrichissement (pieces jointes, notifications)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132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Perspectives : ouverture aux parents delegues, duplication zone OI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3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10800000" cy="10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Merci de votre attention</a:t>
            </a:r>
          </a:p>
          <a:p>
            <a:pPr algn="ctr">
              <a:spcBef>
                <a:spcPts val="2000"/>
              </a:spcBef>
            </a:pPr>
            <a:r>
              <a:rPr sz="2400">
                <a:solidFill>
                  <a:srgbClr val="DDDDFF"/>
                </a:solidFill>
                <a:latin typeface="Calibri"/>
              </a:rPr>
              <a:t>Questions ?</a:t>
            </a:r>
          </a:p>
          <a:p>
            <a:pPr algn="ctr">
              <a:spcBef>
                <a:spcPts val="3000"/>
              </a:spcBef>
            </a:pPr>
            <a:r>
              <a:rPr sz="1600">
                <a:solidFill>
                  <a:srgbClr val="AACCFF"/>
                </a:solidFill>
                <a:latin typeface="Calibri"/>
              </a:rPr>
              <a:t>Equipe Technologie — Lycee Francais de Tananarive</a:t>
            </a:r>
          </a:p>
          <a:p>
            <a:pPr algn="ctr">
              <a:spcBef>
                <a:spcPts val="1200"/>
              </a:spcBef>
            </a:pPr>
            <a:r>
              <a:rPr sz="1300">
                <a:solidFill>
                  <a:srgbClr val="DDDDFF"/>
                </a:solidFill>
                <a:latin typeface="Calibri"/>
              </a:rPr>
              <a:t>https://lyceefrancaisdetananarive.github.io/lft-suivi-projets/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6300000"/>
            <a:ext cx="115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999999"/>
                </a:solidFill>
                <a:latin typeface="Calibri"/>
              </a:rPr>
              <a:t>Lycee Francais de Tananarive — Suivi des projets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