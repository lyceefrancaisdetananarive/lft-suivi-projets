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3" r:id="rId2"/>
  </p:sldMasterIdLst>
  <p:notesMasterIdLst>
    <p:notesMasterId r:id="rId42"/>
  </p:notesMasterIdLst>
  <p:sldIdLst>
    <p:sldId id="257" r:id="rId3"/>
    <p:sldId id="260" r:id="rId4"/>
    <p:sldId id="307" r:id="rId5"/>
    <p:sldId id="258" r:id="rId6"/>
    <p:sldId id="259" r:id="rId7"/>
    <p:sldId id="261" r:id="rId8"/>
    <p:sldId id="262" r:id="rId9"/>
    <p:sldId id="263" r:id="rId10"/>
    <p:sldId id="264" r:id="rId11"/>
    <p:sldId id="266" r:id="rId12"/>
    <p:sldId id="267" r:id="rId13"/>
    <p:sldId id="269" r:id="rId14"/>
    <p:sldId id="270" r:id="rId15"/>
    <p:sldId id="271" r:id="rId16"/>
    <p:sldId id="272" r:id="rId17"/>
    <p:sldId id="273" r:id="rId18"/>
    <p:sldId id="274" r:id="rId19"/>
    <p:sldId id="276" r:id="rId20"/>
    <p:sldId id="277" r:id="rId21"/>
    <p:sldId id="278" r:id="rId22"/>
    <p:sldId id="279" r:id="rId23"/>
    <p:sldId id="280" r:id="rId24"/>
    <p:sldId id="281" r:id="rId25"/>
    <p:sldId id="305" r:id="rId26"/>
    <p:sldId id="282" r:id="rId27"/>
    <p:sldId id="284" r:id="rId28"/>
    <p:sldId id="304" r:id="rId29"/>
    <p:sldId id="290" r:id="rId30"/>
    <p:sldId id="291" r:id="rId31"/>
    <p:sldId id="292" r:id="rId32"/>
    <p:sldId id="295" r:id="rId33"/>
    <p:sldId id="294" r:id="rId34"/>
    <p:sldId id="296" r:id="rId35"/>
    <p:sldId id="297" r:id="rId36"/>
    <p:sldId id="298" r:id="rId37"/>
    <p:sldId id="299" r:id="rId38"/>
    <p:sldId id="300" r:id="rId39"/>
    <p:sldId id="301" r:id="rId40"/>
    <p:sldId id="302" r:id="rId41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980" autoAdjust="0"/>
    <p:restoredTop sz="94660"/>
  </p:normalViewPr>
  <p:slideViewPr>
    <p:cSldViewPr snapToGrid="0">
      <p:cViewPr varScale="1">
        <p:scale>
          <a:sx n="73" d="100"/>
          <a:sy n="73" d="100"/>
        </p:scale>
        <p:origin x="720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presProps" Target="presProps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tableStyles" Target="tableStyles.xml"/><Relationship Id="rId20" Type="http://schemas.openxmlformats.org/officeDocument/2006/relationships/slide" Target="slides/slide18.xml"/><Relationship Id="rId41" Type="http://schemas.openxmlformats.org/officeDocument/2006/relationships/slide" Target="slides/slide3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5483533-6D5C-47AE-AFEB-C77D19C20CCA}" type="datetimeFigureOut">
              <a:rPr lang="fr-FR" smtClean="0"/>
              <a:t>11/07/2025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84578E-89B2-442C-A350-CB1D7F60C677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0650158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" name="Google Shape;32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81101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bd6c00e7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bd6c00e7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954502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273130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g99f2f57a71_0_2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" name="Google Shape;355;g99f2f57a71_0_2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555761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" name="Google Shape;396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215837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99f2f57a71_0_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99f2f57a71_0_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2207787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g10ee2e0a2e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" name="Google Shape;455;g10ee2e0a2e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1204405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g10ee2e0a2e8_0_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" name="Google Shape;491;g10ee2e0a2e8_0_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6335430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g10984d5638d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" name="Google Shape;520;g10984d5638d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4173085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g10ee2e0a2e8_0_1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8" name="Google Shape;568;g10ee2e0a2e8_0_1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0769670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10ee2e0a2e8_0_1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10ee2e0a2e8_0_1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9113283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10ee2e0a2e8_0_2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10ee2e0a2e8_0_2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8844878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10ee2e0a2e8_0_3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10ee2e0a2e8_0_3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265319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10ee2e0a2e8_0_3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10ee2e0a2e8_0_3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578471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10ee457646f_0_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10ee457646f_0_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1441807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g10ee457646f_0_1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" name="Google Shape;787;g10ee457646f_0_1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580178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g10ee457646f_0_1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" name="Google Shape;829;g10ee457646f_0_1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858590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g10f03bfc0c5_0_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" name="Google Shape;879;g10f03bfc0c5_0_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736175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g10f03bfc0c5_0_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" name="Google Shape;905;g10f03bfc0c5_0_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8278243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g10f03bfc0c5_0_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" name="Google Shape;920;g10f03bfc0c5_0_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654485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g10f03bfc0c5_0_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" name="Google Shape;930;g10f03bfc0c5_0_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738422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" name="Google Shape;973;g10f03bfc0c5_0_2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4" name="Google Shape;974;g10f03bfc0c5_0_2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3563013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g10f03bfc0c5_0_2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" name="Google Shape;993;g10f03bfc0c5_0_2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9544777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Google Shape;1030;g10f03bfc0c5_0_3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1" name="Google Shape;1031;g10f03bfc0c5_0_3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01680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g10f03bfc0c5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" name="Google Shape;1073;g10f03bfc0c5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1106324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g10ee2e0a2e8_2_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9" name="Google Shape;1149;g10ee2e0a2e8_2_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127517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g10ee2e0a2e8_2_3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6" name="Google Shape;1486;g10ee2e0a2e8_2_3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658841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5" name="Google Shape;7985;g10ee2e0a2e8_2_68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6" name="Google Shape;7986;g10ee2e0a2e8_2_68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944759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7" name="Google Shape;8977;g10ee2e0a2e8_2_78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8" name="Google Shape;8978;g10ee2e0a2e8_2_78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095618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5" name="Google Shape;8575;g10ee2e0a2e8_2_74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6" name="Google Shape;8576;g10ee2e0a2e8_2_74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461230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8" name="Google Shape;9348;g10ee2e0a2e8_2_82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9" name="Google Shape;9349;g10ee2e0a2e8_2_82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0163492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0" name="Google Shape;9650;g10ee2e0a2e8_2_85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51" name="Google Shape;9651;g10ee2e0a2e8_2_85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954620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2" name="Google Shape;9942;g10ee2e0a2e8_2_88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3" name="Google Shape;9943;g10ee2e0a2e8_2_88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8798802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1" name="Google Shape;10301;g10ee2e0a2e8_2_9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02" name="Google Shape;10302;g10ee2e0a2e8_2_9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1700433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8" name="Google Shape;10718;g10ee2e0a2e8_2_96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19" name="Google Shape;10719;g10ee2e0a2e8_2_96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51522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8" name="Google Shape;11058;g10ee2e0a2e8_2_99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59" name="Google Shape;11059;g10ee2e0a2e8_2_99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752688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6" name="Google Shape;11246;g10ee2e0a2e8_2_101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47" name="Google Shape;11247;g10ee2e0a2e8_2_101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271633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950800" y="2106253"/>
            <a:ext cx="7929509" cy="25745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 b="0">
                <a:solidFill>
                  <a:srgbClr val="191919"/>
                </a:solidFill>
                <a:latin typeface="Marianne ExtraBold" panose="02000000000000000000" pitchFamily="50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 dirty="0"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950800" y="5200562"/>
            <a:ext cx="3270800" cy="82072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133">
                <a:latin typeface="Marianne" panose="02000000000000000000" pitchFamily="50" charset="0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 dirty="0"/>
          </a:p>
        </p:txBody>
      </p:sp>
      <p:grpSp>
        <p:nvGrpSpPr>
          <p:cNvPr id="11" name="Google Shape;11;p2"/>
          <p:cNvGrpSpPr/>
          <p:nvPr/>
        </p:nvGrpSpPr>
        <p:grpSpPr>
          <a:xfrm>
            <a:off x="10896534" y="1700808"/>
            <a:ext cx="557261" cy="261501"/>
            <a:chOff x="1970152" y="-62768"/>
            <a:chExt cx="1790687" cy="840300"/>
          </a:xfrm>
          <a:solidFill>
            <a:srgbClr val="000091"/>
          </a:solidFill>
        </p:grpSpPr>
        <p:sp>
          <p:nvSpPr>
            <p:cNvPr id="12" name="Google Shape;12;p2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704857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 preserve="1">
  <p:cSld name="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4373166" y="1787184"/>
            <a:ext cx="7291452" cy="22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 b="0">
                <a:latin typeface="Marianne ExtraBold" panose="02000000000000000000" pitchFamily="50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 dirty="0"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2" hasCustomPrompt="1"/>
          </p:nvPr>
        </p:nvSpPr>
        <p:spPr>
          <a:xfrm>
            <a:off x="2393300" y="1990333"/>
            <a:ext cx="1288000" cy="88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>
                <a:solidFill>
                  <a:schemeClr val="dk2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dirty="0"/>
              <a:t>xx%</a:t>
            </a:r>
          </a:p>
        </p:txBody>
      </p:sp>
      <p:sp>
        <p:nvSpPr>
          <p:cNvPr id="17" name="Google Shape;17;p3"/>
          <p:cNvSpPr txBox="1">
            <a:spLocks noGrp="1"/>
          </p:cNvSpPr>
          <p:nvPr>
            <p:ph type="subTitle" idx="1"/>
          </p:nvPr>
        </p:nvSpPr>
        <p:spPr>
          <a:xfrm>
            <a:off x="4373165" y="4118775"/>
            <a:ext cx="7026120" cy="9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133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7056443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 preserve="1">
  <p:cSld name="Title and two columns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5"/>
          <p:cNvSpPr txBox="1">
            <a:spLocks noGrp="1"/>
          </p:cNvSpPr>
          <p:nvPr>
            <p:ph type="title"/>
          </p:nvPr>
        </p:nvSpPr>
        <p:spPr>
          <a:xfrm>
            <a:off x="2010766" y="3160635"/>
            <a:ext cx="4596033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sz="3200" b="0">
                <a:latin typeface="Marianne 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30" name="Google Shape;30;p5"/>
          <p:cNvSpPr txBox="1">
            <a:spLocks noGrp="1"/>
          </p:cNvSpPr>
          <p:nvPr>
            <p:ph type="title" idx="2"/>
          </p:nvPr>
        </p:nvSpPr>
        <p:spPr>
          <a:xfrm>
            <a:off x="6930833" y="3160652"/>
            <a:ext cx="4445753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sz="3200" b="0">
                <a:latin typeface="Marianne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31" name="Google Shape;31;p5"/>
          <p:cNvSpPr txBox="1">
            <a:spLocks noGrp="1"/>
          </p:cNvSpPr>
          <p:nvPr>
            <p:ph type="subTitle" idx="1"/>
          </p:nvPr>
        </p:nvSpPr>
        <p:spPr>
          <a:xfrm>
            <a:off x="6930832" y="4318979"/>
            <a:ext cx="3340800" cy="1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>
                <a:latin typeface="Marianne ExtraBold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 dirty="0"/>
          </a:p>
        </p:txBody>
      </p:sp>
      <p:sp>
        <p:nvSpPr>
          <p:cNvPr id="32" name="Google Shape;32;p5"/>
          <p:cNvSpPr txBox="1">
            <a:spLocks noGrp="1"/>
          </p:cNvSpPr>
          <p:nvPr>
            <p:ph type="subTitle" idx="3"/>
          </p:nvPr>
        </p:nvSpPr>
        <p:spPr>
          <a:xfrm>
            <a:off x="2010765" y="4339173"/>
            <a:ext cx="3340800" cy="1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 dirty="0"/>
          </a:p>
        </p:txBody>
      </p:sp>
      <p:sp>
        <p:nvSpPr>
          <p:cNvPr id="33" name="Google Shape;33;p5"/>
          <p:cNvSpPr txBox="1">
            <a:spLocks noGrp="1"/>
          </p:cNvSpPr>
          <p:nvPr>
            <p:ph type="title" idx="4"/>
          </p:nvPr>
        </p:nvSpPr>
        <p:spPr>
          <a:xfrm>
            <a:off x="959999" y="171837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grpSp>
        <p:nvGrpSpPr>
          <p:cNvPr id="34" name="Google Shape;34;p5"/>
          <p:cNvGrpSpPr/>
          <p:nvPr/>
        </p:nvGrpSpPr>
        <p:grpSpPr>
          <a:xfrm rot="10800000">
            <a:off x="3786400" y="6570000"/>
            <a:ext cx="4619200" cy="68000"/>
            <a:chOff x="1648150" y="3295200"/>
            <a:chExt cx="3464400" cy="51000"/>
          </a:xfrm>
          <a:solidFill>
            <a:srgbClr val="000091"/>
          </a:solidFill>
        </p:grpSpPr>
        <p:cxnSp>
          <p:nvCxnSpPr>
            <p:cNvPr id="35" name="Google Shape;35;p5"/>
            <p:cNvCxnSpPr/>
            <p:nvPr/>
          </p:nvCxnSpPr>
          <p:spPr>
            <a:xfrm>
              <a:off x="1648150" y="3295213"/>
              <a:ext cx="34644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36" name="Google Shape;36;p5"/>
            <p:cNvSpPr/>
            <p:nvPr/>
          </p:nvSpPr>
          <p:spPr>
            <a:xfrm>
              <a:off x="299725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37" name="Google Shape;37;p5"/>
          <p:cNvGrpSpPr/>
          <p:nvPr/>
        </p:nvGrpSpPr>
        <p:grpSpPr>
          <a:xfrm flipH="1">
            <a:off x="3786400" y="220000"/>
            <a:ext cx="4619200" cy="68000"/>
            <a:chOff x="1648150" y="3295200"/>
            <a:chExt cx="3464400" cy="51000"/>
          </a:xfrm>
          <a:solidFill>
            <a:srgbClr val="000091"/>
          </a:solidFill>
        </p:grpSpPr>
        <p:cxnSp>
          <p:nvCxnSpPr>
            <p:cNvPr id="38" name="Google Shape;38;p5"/>
            <p:cNvCxnSpPr/>
            <p:nvPr/>
          </p:nvCxnSpPr>
          <p:spPr>
            <a:xfrm>
              <a:off x="1648150" y="3295213"/>
              <a:ext cx="34644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39" name="Google Shape;39;p5"/>
            <p:cNvSpPr/>
            <p:nvPr/>
          </p:nvSpPr>
          <p:spPr>
            <a:xfrm>
              <a:off x="299725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53906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Title only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6"/>
          <p:cNvSpPr txBox="1">
            <a:spLocks noGrp="1"/>
          </p:cNvSpPr>
          <p:nvPr>
            <p:ph type="title"/>
          </p:nvPr>
        </p:nvSpPr>
        <p:spPr>
          <a:xfrm>
            <a:off x="915023" y="122075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grpSp>
        <p:nvGrpSpPr>
          <p:cNvPr id="42" name="Google Shape;42;p6"/>
          <p:cNvGrpSpPr/>
          <p:nvPr/>
        </p:nvGrpSpPr>
        <p:grpSpPr>
          <a:xfrm rot="10800000" flipH="1">
            <a:off x="6371633" y="6436117"/>
            <a:ext cx="5820400" cy="68000"/>
            <a:chOff x="3587050" y="3295200"/>
            <a:chExt cx="4365300" cy="51000"/>
          </a:xfrm>
          <a:solidFill>
            <a:srgbClr val="000091"/>
          </a:solidFill>
        </p:grpSpPr>
        <p:cxnSp>
          <p:nvCxnSpPr>
            <p:cNvPr id="43" name="Google Shape;43;p6"/>
            <p:cNvCxnSpPr/>
            <p:nvPr/>
          </p:nvCxnSpPr>
          <p:spPr>
            <a:xfrm>
              <a:off x="3587050" y="3295213"/>
              <a:ext cx="43653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44" name="Google Shape;44;p6"/>
            <p:cNvSpPr/>
            <p:nvPr/>
          </p:nvSpPr>
          <p:spPr>
            <a:xfrm>
              <a:off x="362595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45" name="Google Shape;45;p6"/>
          <p:cNvGrpSpPr/>
          <p:nvPr/>
        </p:nvGrpSpPr>
        <p:grpSpPr>
          <a:xfrm>
            <a:off x="-432725" y="6004914"/>
            <a:ext cx="1730436" cy="37219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46" name="Google Shape;46;p6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6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6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4330370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preserve="1">
  <p:cSld name="One column text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7"/>
          <p:cNvSpPr txBox="1">
            <a:spLocks noGrp="1"/>
          </p:cNvSpPr>
          <p:nvPr>
            <p:ph type="body" idx="1"/>
          </p:nvPr>
        </p:nvSpPr>
        <p:spPr>
          <a:xfrm>
            <a:off x="2897733" y="2798800"/>
            <a:ext cx="7262000" cy="28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38945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Char char="●"/>
              <a:defRPr>
                <a:solidFill>
                  <a:srgbClr val="434343"/>
                </a:solidFill>
                <a:latin typeface="Marianne" panose="02000000000000000000" pitchFamily="50" charset="0"/>
              </a:defRPr>
            </a:lvl1pPr>
            <a:lvl2pPr marL="1219170" lvl="1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317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 dirty="0"/>
          </a:p>
        </p:txBody>
      </p:sp>
      <p:sp>
        <p:nvSpPr>
          <p:cNvPr id="51" name="Google Shape;51;p7"/>
          <p:cNvSpPr txBox="1">
            <a:spLocks noGrp="1"/>
          </p:cNvSpPr>
          <p:nvPr>
            <p:ph type="title"/>
          </p:nvPr>
        </p:nvSpPr>
        <p:spPr>
          <a:xfrm>
            <a:off x="2897734" y="1544400"/>
            <a:ext cx="8766885" cy="9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52" name="Google Shape;52;p7"/>
          <p:cNvSpPr/>
          <p:nvPr/>
        </p:nvSpPr>
        <p:spPr>
          <a:xfrm>
            <a:off x="0" y="1544400"/>
            <a:ext cx="1938000" cy="5313600"/>
          </a:xfrm>
          <a:prstGeom prst="rect">
            <a:avLst/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/>
          </a:p>
        </p:txBody>
      </p:sp>
      <p:grpSp>
        <p:nvGrpSpPr>
          <p:cNvPr id="53" name="Google Shape;53;p7"/>
          <p:cNvGrpSpPr/>
          <p:nvPr/>
        </p:nvGrpSpPr>
        <p:grpSpPr>
          <a:xfrm>
            <a:off x="9360363" y="6295812"/>
            <a:ext cx="3546800" cy="68000"/>
            <a:chOff x="5292375" y="3295200"/>
            <a:chExt cx="2660100" cy="51000"/>
          </a:xfrm>
        </p:grpSpPr>
        <p:cxnSp>
          <p:nvCxnSpPr>
            <p:cNvPr id="54" name="Google Shape;54;p7"/>
            <p:cNvCxnSpPr/>
            <p:nvPr/>
          </p:nvCxnSpPr>
          <p:spPr>
            <a:xfrm>
              <a:off x="5292375" y="3295213"/>
              <a:ext cx="26601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5" name="Google Shape;55;p7"/>
            <p:cNvSpPr/>
            <p:nvPr/>
          </p:nvSpPr>
          <p:spPr>
            <a:xfrm>
              <a:off x="5428000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10536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preserve="1">
  <p:cSld name="Main point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8"/>
          <p:cNvSpPr txBox="1">
            <a:spLocks noGrp="1"/>
          </p:cNvSpPr>
          <p:nvPr>
            <p:ph type="title"/>
          </p:nvPr>
        </p:nvSpPr>
        <p:spPr>
          <a:xfrm>
            <a:off x="2286200" y="1828200"/>
            <a:ext cx="7619600" cy="320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 b="0">
                <a:latin typeface="Marianne" panose="02000000000000000000" pitchFamily="50" charset="0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 dirty="0"/>
          </a:p>
        </p:txBody>
      </p:sp>
      <p:grpSp>
        <p:nvGrpSpPr>
          <p:cNvPr id="58" name="Google Shape;58;p8"/>
          <p:cNvGrpSpPr/>
          <p:nvPr/>
        </p:nvGrpSpPr>
        <p:grpSpPr>
          <a:xfrm>
            <a:off x="0" y="6456717"/>
            <a:ext cx="3330000" cy="68000"/>
            <a:chOff x="0" y="238125"/>
            <a:chExt cx="2497500" cy="51000"/>
          </a:xfrm>
        </p:grpSpPr>
        <p:cxnSp>
          <p:nvCxnSpPr>
            <p:cNvPr id="59" name="Google Shape;59;p8"/>
            <p:cNvCxnSpPr/>
            <p:nvPr/>
          </p:nvCxnSpPr>
          <p:spPr>
            <a:xfrm>
              <a:off x="0" y="238125"/>
              <a:ext cx="2497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60" name="Google Shape;60;p8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61" name="Google Shape;61;p8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62" name="Google Shape;62;p8"/>
          <p:cNvGrpSpPr/>
          <p:nvPr/>
        </p:nvGrpSpPr>
        <p:grpSpPr>
          <a:xfrm>
            <a:off x="8862000" y="333284"/>
            <a:ext cx="3330000" cy="68000"/>
            <a:chOff x="0" y="238125"/>
            <a:chExt cx="2497500" cy="51000"/>
          </a:xfrm>
        </p:grpSpPr>
        <p:cxnSp>
          <p:nvCxnSpPr>
            <p:cNvPr id="63" name="Google Shape;63;p8"/>
            <p:cNvCxnSpPr/>
            <p:nvPr/>
          </p:nvCxnSpPr>
          <p:spPr>
            <a:xfrm>
              <a:off x="0" y="238125"/>
              <a:ext cx="2497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64" name="Google Shape;64;p8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65" name="Google Shape;65;p8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66" name="Google Shape;66;p8"/>
          <p:cNvGrpSpPr/>
          <p:nvPr/>
        </p:nvGrpSpPr>
        <p:grpSpPr>
          <a:xfrm>
            <a:off x="9905795" y="5824236"/>
            <a:ext cx="2499784" cy="1212283"/>
            <a:chOff x="4044061" y="4359300"/>
            <a:chExt cx="504789" cy="244800"/>
          </a:xfrm>
        </p:grpSpPr>
        <p:sp>
          <p:nvSpPr>
            <p:cNvPr id="67" name="Google Shape;67;p8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8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193502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>
  <p:cSld name="Section title and description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9"/>
          <p:cNvSpPr txBox="1">
            <a:spLocks noGrp="1"/>
          </p:cNvSpPr>
          <p:nvPr>
            <p:ph type="title"/>
          </p:nvPr>
        </p:nvSpPr>
        <p:spPr>
          <a:xfrm>
            <a:off x="4655841" y="1759584"/>
            <a:ext cx="6585127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 dirty="0"/>
          </a:p>
        </p:txBody>
      </p:sp>
      <p:sp>
        <p:nvSpPr>
          <p:cNvPr id="71" name="Google Shape;71;p9"/>
          <p:cNvSpPr txBox="1">
            <a:spLocks noGrp="1"/>
          </p:cNvSpPr>
          <p:nvPr>
            <p:ph type="subTitle" idx="1"/>
          </p:nvPr>
        </p:nvSpPr>
        <p:spPr>
          <a:xfrm>
            <a:off x="4670429" y="3332989"/>
            <a:ext cx="6585127" cy="22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267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021763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1"/>
          <p:cNvSpPr txBox="1">
            <a:spLocks noGrp="1"/>
          </p:cNvSpPr>
          <p:nvPr>
            <p:ph type="title" hasCustomPrompt="1"/>
          </p:nvPr>
        </p:nvSpPr>
        <p:spPr>
          <a:xfrm>
            <a:off x="4289684" y="1101933"/>
            <a:ext cx="5951600" cy="147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None/>
              <a:defRPr sz="9066" b="0">
                <a:solidFill>
                  <a:srgbClr val="101122"/>
                </a:solidFill>
                <a:latin typeface="Marianne ExtraBold" panose="02000000000000000000" pitchFamily="50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  <p:sp>
        <p:nvSpPr>
          <p:cNvPr id="76" name="Google Shape;76;p11"/>
          <p:cNvSpPr txBox="1">
            <a:spLocks noGrp="1"/>
          </p:cNvSpPr>
          <p:nvPr>
            <p:ph type="subTitle" idx="1"/>
          </p:nvPr>
        </p:nvSpPr>
        <p:spPr>
          <a:xfrm>
            <a:off x="4289684" y="2447833"/>
            <a:ext cx="5951600" cy="5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 dirty="0"/>
          </a:p>
        </p:txBody>
      </p:sp>
      <p:grpSp>
        <p:nvGrpSpPr>
          <p:cNvPr id="77" name="Google Shape;77;p11"/>
          <p:cNvGrpSpPr/>
          <p:nvPr/>
        </p:nvGrpSpPr>
        <p:grpSpPr>
          <a:xfrm>
            <a:off x="-336715" y="5734555"/>
            <a:ext cx="2672227" cy="574765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78" name="Google Shape;78;p1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79" name="Google Shape;79;p1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1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" name="Google Shape;81;p11"/>
          <p:cNvGrpSpPr/>
          <p:nvPr/>
        </p:nvGrpSpPr>
        <p:grpSpPr>
          <a:xfrm>
            <a:off x="10113150" y="5981379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82" name="Google Shape;82;p1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1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1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1873871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preserve="1">
  <p:cSld name="Table of contents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3"/>
          <p:cNvSpPr txBox="1">
            <a:spLocks noGrp="1"/>
          </p:cNvSpPr>
          <p:nvPr>
            <p:ph type="title"/>
          </p:nvPr>
        </p:nvSpPr>
        <p:spPr>
          <a:xfrm>
            <a:off x="1073749" y="122524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88" name="Google Shape;88;p13"/>
          <p:cNvSpPr txBox="1">
            <a:spLocks noGrp="1"/>
          </p:cNvSpPr>
          <p:nvPr>
            <p:ph type="title" idx="2"/>
          </p:nvPr>
        </p:nvSpPr>
        <p:spPr>
          <a:xfrm>
            <a:off x="2240633" y="2588415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accent1"/>
                </a:solidFill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89" name="Google Shape;89;p13"/>
          <p:cNvSpPr txBox="1">
            <a:spLocks noGrp="1"/>
          </p:cNvSpPr>
          <p:nvPr>
            <p:ph type="subTitle" idx="1"/>
          </p:nvPr>
        </p:nvSpPr>
        <p:spPr>
          <a:xfrm>
            <a:off x="2240633" y="3129459"/>
            <a:ext cx="3074000" cy="86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13"/>
          <p:cNvSpPr txBox="1">
            <a:spLocks noGrp="1"/>
          </p:cNvSpPr>
          <p:nvPr>
            <p:ph type="title" idx="3"/>
          </p:nvPr>
        </p:nvSpPr>
        <p:spPr>
          <a:xfrm>
            <a:off x="7297492" y="2588415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accent1"/>
                </a:solidFill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91" name="Google Shape;91;p13"/>
          <p:cNvSpPr txBox="1">
            <a:spLocks noGrp="1"/>
          </p:cNvSpPr>
          <p:nvPr>
            <p:ph type="subTitle" idx="4"/>
          </p:nvPr>
        </p:nvSpPr>
        <p:spPr>
          <a:xfrm>
            <a:off x="7297492" y="3129459"/>
            <a:ext cx="3074000" cy="86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92" name="Google Shape;92;p13"/>
          <p:cNvSpPr txBox="1">
            <a:spLocks noGrp="1"/>
          </p:cNvSpPr>
          <p:nvPr>
            <p:ph type="title" idx="5"/>
          </p:nvPr>
        </p:nvSpPr>
        <p:spPr>
          <a:xfrm>
            <a:off x="2262333" y="45222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accent1"/>
                </a:solidFill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93" name="Google Shape;93;p13"/>
          <p:cNvSpPr txBox="1">
            <a:spLocks noGrp="1"/>
          </p:cNvSpPr>
          <p:nvPr>
            <p:ph type="subTitle" idx="6"/>
          </p:nvPr>
        </p:nvSpPr>
        <p:spPr>
          <a:xfrm>
            <a:off x="2262333" y="5063277"/>
            <a:ext cx="3074000" cy="86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94" name="Google Shape;94;p13"/>
          <p:cNvSpPr txBox="1">
            <a:spLocks noGrp="1"/>
          </p:cNvSpPr>
          <p:nvPr>
            <p:ph type="title" idx="7"/>
          </p:nvPr>
        </p:nvSpPr>
        <p:spPr>
          <a:xfrm>
            <a:off x="7319192" y="45222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accent1"/>
                </a:solidFill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95" name="Google Shape;95;p13"/>
          <p:cNvSpPr txBox="1">
            <a:spLocks noGrp="1"/>
          </p:cNvSpPr>
          <p:nvPr>
            <p:ph type="subTitle" idx="8"/>
          </p:nvPr>
        </p:nvSpPr>
        <p:spPr>
          <a:xfrm>
            <a:off x="7319192" y="5063277"/>
            <a:ext cx="3074000" cy="86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13"/>
          <p:cNvSpPr txBox="1">
            <a:spLocks noGrp="1"/>
          </p:cNvSpPr>
          <p:nvPr>
            <p:ph type="title" idx="9" hasCustomPrompt="1"/>
          </p:nvPr>
        </p:nvSpPr>
        <p:spPr>
          <a:xfrm>
            <a:off x="1100517" y="2770359"/>
            <a:ext cx="998400" cy="4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2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97" name="Google Shape;97;p13"/>
          <p:cNvSpPr txBox="1">
            <a:spLocks noGrp="1"/>
          </p:cNvSpPr>
          <p:nvPr>
            <p:ph type="title" idx="13" hasCustomPrompt="1"/>
          </p:nvPr>
        </p:nvSpPr>
        <p:spPr>
          <a:xfrm>
            <a:off x="6188051" y="2770359"/>
            <a:ext cx="998400" cy="4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2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98" name="Google Shape;98;p13"/>
          <p:cNvSpPr txBox="1">
            <a:spLocks noGrp="1"/>
          </p:cNvSpPr>
          <p:nvPr>
            <p:ph type="title" idx="14" hasCustomPrompt="1"/>
          </p:nvPr>
        </p:nvSpPr>
        <p:spPr>
          <a:xfrm>
            <a:off x="1122217" y="4701537"/>
            <a:ext cx="998400" cy="4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2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dirty="0"/>
              <a:t>xx%</a:t>
            </a:r>
          </a:p>
        </p:txBody>
      </p:sp>
      <p:sp>
        <p:nvSpPr>
          <p:cNvPr id="99" name="Google Shape;99;p13"/>
          <p:cNvSpPr txBox="1">
            <a:spLocks noGrp="1"/>
          </p:cNvSpPr>
          <p:nvPr>
            <p:ph type="title" idx="15" hasCustomPrompt="1"/>
          </p:nvPr>
        </p:nvSpPr>
        <p:spPr>
          <a:xfrm>
            <a:off x="6209749" y="4701537"/>
            <a:ext cx="998400" cy="4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2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grpSp>
        <p:nvGrpSpPr>
          <p:cNvPr id="100" name="Google Shape;100;p13"/>
          <p:cNvGrpSpPr/>
          <p:nvPr/>
        </p:nvGrpSpPr>
        <p:grpSpPr>
          <a:xfrm>
            <a:off x="-38900" y="6215933"/>
            <a:ext cx="10642000" cy="68000"/>
            <a:chOff x="-29175" y="3295200"/>
            <a:chExt cx="7981500" cy="51000"/>
          </a:xfrm>
        </p:grpSpPr>
        <p:cxnSp>
          <p:nvCxnSpPr>
            <p:cNvPr id="101" name="Google Shape;101;p13"/>
            <p:cNvCxnSpPr/>
            <p:nvPr/>
          </p:nvCxnSpPr>
          <p:spPr>
            <a:xfrm>
              <a:off x="-29175" y="3295200"/>
              <a:ext cx="7981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2" name="Google Shape;102;p13"/>
            <p:cNvSpPr/>
            <p:nvPr/>
          </p:nvSpPr>
          <p:spPr>
            <a:xfrm>
              <a:off x="845775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851919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 preserve="1">
  <p:cSld name="Title and text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4"/>
          <p:cNvSpPr txBox="1">
            <a:spLocks noGrp="1"/>
          </p:cNvSpPr>
          <p:nvPr>
            <p:ph type="title"/>
          </p:nvPr>
        </p:nvSpPr>
        <p:spPr>
          <a:xfrm>
            <a:off x="1071566" y="1436533"/>
            <a:ext cx="6848636" cy="17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 dirty="0"/>
          </a:p>
        </p:txBody>
      </p:sp>
      <p:sp>
        <p:nvSpPr>
          <p:cNvPr id="106" name="Google Shape;106;p14"/>
          <p:cNvSpPr txBox="1">
            <a:spLocks noGrp="1"/>
          </p:cNvSpPr>
          <p:nvPr>
            <p:ph type="subTitle" idx="1"/>
          </p:nvPr>
        </p:nvSpPr>
        <p:spPr>
          <a:xfrm>
            <a:off x="1071566" y="3395667"/>
            <a:ext cx="6656615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>
                <a:latin typeface="Marianne ExtraBold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grpSp>
        <p:nvGrpSpPr>
          <p:cNvPr id="107" name="Google Shape;107;p14"/>
          <p:cNvGrpSpPr/>
          <p:nvPr/>
        </p:nvGrpSpPr>
        <p:grpSpPr>
          <a:xfrm>
            <a:off x="10008114" y="5971243"/>
            <a:ext cx="1558017" cy="33511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108" name="Google Shape;108;p14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14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14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" name="Google Shape;111;p14"/>
          <p:cNvGrpSpPr/>
          <p:nvPr/>
        </p:nvGrpSpPr>
        <p:grpSpPr>
          <a:xfrm>
            <a:off x="9456373" y="-315416"/>
            <a:ext cx="2499784" cy="1212283"/>
            <a:chOff x="4044061" y="4359300"/>
            <a:chExt cx="504789" cy="244800"/>
          </a:xfrm>
        </p:grpSpPr>
        <p:sp>
          <p:nvSpPr>
            <p:cNvPr id="112" name="Google Shape;112;p14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14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61605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 preserve="1">
  <p:cSld name="Title only 1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5"/>
          <p:cNvSpPr txBox="1">
            <a:spLocks noGrp="1"/>
          </p:cNvSpPr>
          <p:nvPr>
            <p:ph type="title"/>
          </p:nvPr>
        </p:nvSpPr>
        <p:spPr>
          <a:xfrm>
            <a:off x="970137" y="1417261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grpSp>
        <p:nvGrpSpPr>
          <p:cNvPr id="116" name="Google Shape;116;p15"/>
          <p:cNvGrpSpPr/>
          <p:nvPr userDrawn="1"/>
        </p:nvGrpSpPr>
        <p:grpSpPr>
          <a:xfrm>
            <a:off x="0" y="6072887"/>
            <a:ext cx="2624000" cy="68000"/>
            <a:chOff x="0" y="238125"/>
            <a:chExt cx="1968000" cy="51000"/>
          </a:xfrm>
          <a:solidFill>
            <a:srgbClr val="000091"/>
          </a:solidFill>
        </p:grpSpPr>
        <p:cxnSp>
          <p:nvCxnSpPr>
            <p:cNvPr id="117" name="Google Shape;117;p15"/>
            <p:cNvCxnSpPr/>
            <p:nvPr/>
          </p:nvCxnSpPr>
          <p:spPr>
            <a:xfrm>
              <a:off x="0" y="238125"/>
              <a:ext cx="16581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18" name="Google Shape;118;p15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119" name="Google Shape;119;p15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120" name="Google Shape;120;p15"/>
          <p:cNvGrpSpPr/>
          <p:nvPr/>
        </p:nvGrpSpPr>
        <p:grpSpPr>
          <a:xfrm>
            <a:off x="9208451" y="6394115"/>
            <a:ext cx="3083739" cy="66327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121" name="Google Shape;121;p15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15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15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" name="Google Shape;124;p15"/>
          <p:cNvSpPr/>
          <p:nvPr/>
        </p:nvSpPr>
        <p:spPr>
          <a:xfrm>
            <a:off x="-107679" y="5918200"/>
            <a:ext cx="805200" cy="730400"/>
          </a:xfrm>
          <a:prstGeom prst="parallelogram">
            <a:avLst>
              <a:gd name="adj" fmla="val 56628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5" name="Google Shape;125;p15"/>
          <p:cNvGrpSpPr/>
          <p:nvPr/>
        </p:nvGrpSpPr>
        <p:grpSpPr>
          <a:xfrm>
            <a:off x="10839442" y="271601"/>
            <a:ext cx="1556271" cy="730223"/>
            <a:chOff x="4027125" y="4359300"/>
            <a:chExt cx="521725" cy="244800"/>
          </a:xfrm>
        </p:grpSpPr>
        <p:sp>
          <p:nvSpPr>
            <p:cNvPr id="126" name="Google Shape;126;p15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15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3928603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 preserve="1">
  <p:cSld name="Title only 2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16"/>
          <p:cNvSpPr txBox="1">
            <a:spLocks noGrp="1"/>
          </p:cNvSpPr>
          <p:nvPr>
            <p:ph type="title"/>
          </p:nvPr>
        </p:nvSpPr>
        <p:spPr>
          <a:xfrm>
            <a:off x="960000" y="836712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30" name="Google Shape;130;p16"/>
          <p:cNvSpPr/>
          <p:nvPr/>
        </p:nvSpPr>
        <p:spPr>
          <a:xfrm>
            <a:off x="12073693" y="5918200"/>
            <a:ext cx="805200" cy="730400"/>
          </a:xfrm>
          <a:prstGeom prst="parallelogram">
            <a:avLst>
              <a:gd name="adj" fmla="val 56628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16"/>
          <p:cNvSpPr/>
          <p:nvPr/>
        </p:nvSpPr>
        <p:spPr>
          <a:xfrm>
            <a:off x="-302383" y="5349214"/>
            <a:ext cx="805392" cy="730223"/>
          </a:xfrm>
          <a:prstGeom prst="parallelogram">
            <a:avLst>
              <a:gd name="adj" fmla="val 56628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" name="Google Shape;132;p16"/>
          <p:cNvSpPr/>
          <p:nvPr/>
        </p:nvSpPr>
        <p:spPr>
          <a:xfrm>
            <a:off x="-631287" y="6394115"/>
            <a:ext cx="731600" cy="663200"/>
          </a:xfrm>
          <a:prstGeom prst="parallelogram">
            <a:avLst>
              <a:gd name="adj" fmla="val 56628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" name="Google Shape;133;p16"/>
          <p:cNvGrpSpPr/>
          <p:nvPr/>
        </p:nvGrpSpPr>
        <p:grpSpPr>
          <a:xfrm>
            <a:off x="10770344" y="6023562"/>
            <a:ext cx="1414769" cy="304300"/>
            <a:chOff x="-145925" y="-62768"/>
            <a:chExt cx="3906764" cy="840300"/>
          </a:xfrm>
        </p:grpSpPr>
        <p:sp>
          <p:nvSpPr>
            <p:cNvPr id="134" name="Google Shape;134;p16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135" name="Google Shape;135;p16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16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" name="Google Shape;137;p16"/>
          <p:cNvGrpSpPr/>
          <p:nvPr/>
        </p:nvGrpSpPr>
        <p:grpSpPr>
          <a:xfrm>
            <a:off x="4431000" y="6498633"/>
            <a:ext cx="3330000" cy="68000"/>
            <a:chOff x="0" y="238125"/>
            <a:chExt cx="2497500" cy="51000"/>
          </a:xfrm>
        </p:grpSpPr>
        <p:cxnSp>
          <p:nvCxnSpPr>
            <p:cNvPr id="138" name="Google Shape;138;p16"/>
            <p:cNvCxnSpPr/>
            <p:nvPr/>
          </p:nvCxnSpPr>
          <p:spPr>
            <a:xfrm>
              <a:off x="0" y="238125"/>
              <a:ext cx="2497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39" name="Google Shape;139;p16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140" name="Google Shape;140;p16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0466472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preserve="1">
  <p:cSld name="Quote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7"/>
          <p:cNvSpPr txBox="1">
            <a:spLocks noGrp="1"/>
          </p:cNvSpPr>
          <p:nvPr>
            <p:ph type="title"/>
          </p:nvPr>
        </p:nvSpPr>
        <p:spPr>
          <a:xfrm>
            <a:off x="2535584" y="4429000"/>
            <a:ext cx="71208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 dirty="0"/>
          </a:p>
        </p:txBody>
      </p:sp>
      <p:sp>
        <p:nvSpPr>
          <p:cNvPr id="143" name="Google Shape;143;p17"/>
          <p:cNvSpPr txBox="1">
            <a:spLocks noGrp="1"/>
          </p:cNvSpPr>
          <p:nvPr>
            <p:ph type="subTitle" idx="1"/>
          </p:nvPr>
        </p:nvSpPr>
        <p:spPr>
          <a:xfrm>
            <a:off x="2535584" y="1719800"/>
            <a:ext cx="7120800" cy="2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latin typeface="Marianne ExtraBold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 dirty="0"/>
          </a:p>
        </p:txBody>
      </p:sp>
      <p:grpSp>
        <p:nvGrpSpPr>
          <p:cNvPr id="144" name="Google Shape;144;p17"/>
          <p:cNvGrpSpPr/>
          <p:nvPr/>
        </p:nvGrpSpPr>
        <p:grpSpPr>
          <a:xfrm flipH="1">
            <a:off x="-200" y="6258117"/>
            <a:ext cx="12201600" cy="68000"/>
            <a:chOff x="-1198700" y="3295200"/>
            <a:chExt cx="9151200" cy="51000"/>
          </a:xfrm>
        </p:grpSpPr>
        <p:cxnSp>
          <p:nvCxnSpPr>
            <p:cNvPr id="145" name="Google Shape;145;p17"/>
            <p:cNvCxnSpPr/>
            <p:nvPr/>
          </p:nvCxnSpPr>
          <p:spPr>
            <a:xfrm>
              <a:off x="-1198700" y="3295213"/>
              <a:ext cx="9151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6" name="Google Shape;146;p17"/>
            <p:cNvSpPr/>
            <p:nvPr/>
          </p:nvSpPr>
          <p:spPr>
            <a:xfrm>
              <a:off x="2997250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435389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 preserve="1">
  <p:cSld name="Title and text 1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8"/>
          <p:cNvSpPr/>
          <p:nvPr/>
        </p:nvSpPr>
        <p:spPr>
          <a:xfrm>
            <a:off x="11033400" y="0"/>
            <a:ext cx="1158800" cy="6858000"/>
          </a:xfrm>
          <a:prstGeom prst="rect">
            <a:avLst/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18"/>
          <p:cNvSpPr txBox="1">
            <a:spLocks noGrp="1"/>
          </p:cNvSpPr>
          <p:nvPr>
            <p:ph type="title"/>
          </p:nvPr>
        </p:nvSpPr>
        <p:spPr>
          <a:xfrm>
            <a:off x="1519217" y="1371417"/>
            <a:ext cx="6016943" cy="233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50" name="Google Shape;150;p18"/>
          <p:cNvSpPr txBox="1">
            <a:spLocks noGrp="1"/>
          </p:cNvSpPr>
          <p:nvPr>
            <p:ph type="subTitle" idx="1"/>
          </p:nvPr>
        </p:nvSpPr>
        <p:spPr>
          <a:xfrm>
            <a:off x="1981784" y="4184236"/>
            <a:ext cx="3903600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>
                <a:latin typeface="Marianne 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grpSp>
        <p:nvGrpSpPr>
          <p:cNvPr id="151" name="Google Shape;151;p18"/>
          <p:cNvGrpSpPr/>
          <p:nvPr/>
        </p:nvGrpSpPr>
        <p:grpSpPr>
          <a:xfrm rot="5400000">
            <a:off x="11004909" y="3298250"/>
            <a:ext cx="1215785" cy="261501"/>
            <a:chOff x="-145925" y="-62768"/>
            <a:chExt cx="3906764" cy="840300"/>
          </a:xfrm>
        </p:grpSpPr>
        <p:sp>
          <p:nvSpPr>
            <p:cNvPr id="152" name="Google Shape;152;p18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18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18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5" name="Google Shape;155;p18"/>
          <p:cNvGrpSpPr/>
          <p:nvPr/>
        </p:nvGrpSpPr>
        <p:grpSpPr>
          <a:xfrm rot="5400000">
            <a:off x="-1040504" y="6277606"/>
            <a:ext cx="2499784" cy="828007"/>
            <a:chOff x="4044061" y="4359300"/>
            <a:chExt cx="504789" cy="244800"/>
          </a:xfrm>
        </p:grpSpPr>
        <p:sp>
          <p:nvSpPr>
            <p:cNvPr id="156" name="Google Shape;156;p18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18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780571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>
  <p:cSld name="Title and two columns 1">
    <p:spTree>
      <p:nvGrpSpPr>
        <p:cNvPr id="1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19"/>
          <p:cNvSpPr/>
          <p:nvPr/>
        </p:nvSpPr>
        <p:spPr>
          <a:xfrm>
            <a:off x="0" y="3934600"/>
            <a:ext cx="12192000" cy="292320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28650" dist="19050" algn="bl" rotWithShape="0">
              <a:schemeClr val="dk2">
                <a:alpha val="38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/>
          </a:p>
        </p:txBody>
      </p:sp>
      <p:sp>
        <p:nvSpPr>
          <p:cNvPr id="160" name="Google Shape;160;p1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61" name="Google Shape;161;p19"/>
          <p:cNvSpPr txBox="1">
            <a:spLocks noGrp="1"/>
          </p:cNvSpPr>
          <p:nvPr>
            <p:ph type="title" idx="2"/>
          </p:nvPr>
        </p:nvSpPr>
        <p:spPr>
          <a:xfrm>
            <a:off x="1922833" y="2844533"/>
            <a:ext cx="3341600" cy="12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sz="3200" b="0">
                <a:latin typeface="Marianne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62" name="Google Shape;162;p19"/>
          <p:cNvSpPr txBox="1">
            <a:spLocks noGrp="1"/>
          </p:cNvSpPr>
          <p:nvPr>
            <p:ph type="title" idx="3"/>
          </p:nvPr>
        </p:nvSpPr>
        <p:spPr>
          <a:xfrm>
            <a:off x="6927967" y="2844533"/>
            <a:ext cx="3340800" cy="123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sz="3200" b="0">
                <a:latin typeface="Marianne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63" name="Google Shape;163;p19"/>
          <p:cNvSpPr txBox="1">
            <a:spLocks noGrp="1"/>
          </p:cNvSpPr>
          <p:nvPr>
            <p:ph type="subTitle" idx="1"/>
          </p:nvPr>
        </p:nvSpPr>
        <p:spPr>
          <a:xfrm>
            <a:off x="6927967" y="3934615"/>
            <a:ext cx="3340800" cy="1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 dirty="0"/>
          </a:p>
        </p:txBody>
      </p:sp>
      <p:sp>
        <p:nvSpPr>
          <p:cNvPr id="164" name="Google Shape;164;p19"/>
          <p:cNvSpPr txBox="1">
            <a:spLocks noGrp="1"/>
          </p:cNvSpPr>
          <p:nvPr>
            <p:ph type="subTitle" idx="4"/>
          </p:nvPr>
        </p:nvSpPr>
        <p:spPr>
          <a:xfrm>
            <a:off x="1923433" y="3934611"/>
            <a:ext cx="3340800" cy="1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 dirty="0"/>
          </a:p>
        </p:txBody>
      </p:sp>
      <p:grpSp>
        <p:nvGrpSpPr>
          <p:cNvPr id="165" name="Google Shape;165;p19"/>
          <p:cNvGrpSpPr/>
          <p:nvPr/>
        </p:nvGrpSpPr>
        <p:grpSpPr>
          <a:xfrm>
            <a:off x="263850" y="6275517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166" name="Google Shape;166;p19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19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19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9" name="Google Shape;169;p19"/>
          <p:cNvGrpSpPr/>
          <p:nvPr/>
        </p:nvGrpSpPr>
        <p:grpSpPr>
          <a:xfrm>
            <a:off x="10461483" y="235984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170" name="Google Shape;170;p19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19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19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3" name="Google Shape;173;p19"/>
          <p:cNvGrpSpPr/>
          <p:nvPr/>
        </p:nvGrpSpPr>
        <p:grpSpPr>
          <a:xfrm flipH="1">
            <a:off x="8862000" y="6453941"/>
            <a:ext cx="3330000" cy="68000"/>
            <a:chOff x="0" y="238125"/>
            <a:chExt cx="2497500" cy="51000"/>
          </a:xfrm>
          <a:solidFill>
            <a:srgbClr val="000091"/>
          </a:solidFill>
        </p:grpSpPr>
        <p:cxnSp>
          <p:nvCxnSpPr>
            <p:cNvPr id="174" name="Google Shape;174;p19"/>
            <p:cNvCxnSpPr/>
            <p:nvPr/>
          </p:nvCxnSpPr>
          <p:spPr>
            <a:xfrm>
              <a:off x="0" y="238125"/>
              <a:ext cx="24975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5" name="Google Shape;175;p19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>
                <a:solidFill>
                  <a:schemeClr val="accent1"/>
                </a:solidFill>
              </a:endParaRPr>
            </a:p>
          </p:txBody>
        </p:sp>
        <p:sp>
          <p:nvSpPr>
            <p:cNvPr id="176" name="Google Shape;176;p19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7104090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preserve="1">
  <p:cSld name="Title and three columns">
    <p:spTree>
      <p:nvGrpSpPr>
        <p:cNvPr id="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0"/>
          <p:cNvSpPr/>
          <p:nvPr/>
        </p:nvSpPr>
        <p:spPr>
          <a:xfrm>
            <a:off x="0" y="3546600"/>
            <a:ext cx="12192000" cy="331120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28650" dist="19050" algn="bl" rotWithShape="0">
              <a:schemeClr val="dk2">
                <a:alpha val="38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20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84" name="Google Shape;184;p20"/>
          <p:cNvSpPr txBox="1">
            <a:spLocks noGrp="1"/>
          </p:cNvSpPr>
          <p:nvPr>
            <p:ph type="title" idx="2"/>
          </p:nvPr>
        </p:nvSpPr>
        <p:spPr>
          <a:xfrm>
            <a:off x="1292633" y="2907439"/>
            <a:ext cx="264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185" name="Google Shape;185;p20"/>
          <p:cNvSpPr txBox="1">
            <a:spLocks noGrp="1"/>
          </p:cNvSpPr>
          <p:nvPr>
            <p:ph type="subTitle" idx="1"/>
          </p:nvPr>
        </p:nvSpPr>
        <p:spPr>
          <a:xfrm>
            <a:off x="1292633" y="3487571"/>
            <a:ext cx="2648800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186" name="Google Shape;186;p20"/>
          <p:cNvSpPr txBox="1">
            <a:spLocks noGrp="1"/>
          </p:cNvSpPr>
          <p:nvPr>
            <p:ph type="title" idx="3"/>
          </p:nvPr>
        </p:nvSpPr>
        <p:spPr>
          <a:xfrm>
            <a:off x="4771593" y="2907439"/>
            <a:ext cx="264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187" name="Google Shape;187;p20"/>
          <p:cNvSpPr txBox="1">
            <a:spLocks noGrp="1"/>
          </p:cNvSpPr>
          <p:nvPr>
            <p:ph type="subTitle" idx="4"/>
          </p:nvPr>
        </p:nvSpPr>
        <p:spPr>
          <a:xfrm>
            <a:off x="4771600" y="3487553"/>
            <a:ext cx="2648800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188" name="Google Shape;188;p20"/>
          <p:cNvSpPr txBox="1">
            <a:spLocks noGrp="1"/>
          </p:cNvSpPr>
          <p:nvPr>
            <p:ph type="title" idx="5"/>
          </p:nvPr>
        </p:nvSpPr>
        <p:spPr>
          <a:xfrm>
            <a:off x="8250567" y="2907439"/>
            <a:ext cx="264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189" name="Google Shape;189;p20"/>
          <p:cNvSpPr txBox="1">
            <a:spLocks noGrp="1"/>
          </p:cNvSpPr>
          <p:nvPr>
            <p:ph type="subTitle" idx="6"/>
          </p:nvPr>
        </p:nvSpPr>
        <p:spPr>
          <a:xfrm>
            <a:off x="8250565" y="3487553"/>
            <a:ext cx="2648800" cy="1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5"/>
                </a:solidFill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grpSp>
        <p:nvGrpSpPr>
          <p:cNvPr id="190" name="Google Shape;190;p20"/>
          <p:cNvGrpSpPr/>
          <p:nvPr/>
        </p:nvGrpSpPr>
        <p:grpSpPr>
          <a:xfrm>
            <a:off x="11121667" y="176084"/>
            <a:ext cx="860431" cy="417269"/>
            <a:chOff x="4044061" y="4359300"/>
            <a:chExt cx="504789" cy="244800"/>
          </a:xfrm>
        </p:grpSpPr>
        <p:sp>
          <p:nvSpPr>
            <p:cNvPr id="191" name="Google Shape;191;p20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0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1645182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 preserve="1">
  <p:cSld name="Title and three columns 1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1"/>
          <p:cNvSpPr txBox="1">
            <a:spLocks noGrp="1"/>
          </p:cNvSpPr>
          <p:nvPr>
            <p:ph type="title"/>
          </p:nvPr>
        </p:nvSpPr>
        <p:spPr>
          <a:xfrm>
            <a:off x="960000" y="1472979"/>
            <a:ext cx="10272000" cy="32384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195" name="Google Shape;195;p21"/>
          <p:cNvSpPr txBox="1">
            <a:spLocks noGrp="1"/>
          </p:cNvSpPr>
          <p:nvPr>
            <p:ph type="title" idx="2"/>
          </p:nvPr>
        </p:nvSpPr>
        <p:spPr>
          <a:xfrm>
            <a:off x="1173181" y="3772664"/>
            <a:ext cx="2869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196" name="Google Shape;196;p21"/>
          <p:cNvSpPr txBox="1">
            <a:spLocks noGrp="1"/>
          </p:cNvSpPr>
          <p:nvPr>
            <p:ph type="subTitle" idx="1"/>
          </p:nvPr>
        </p:nvSpPr>
        <p:spPr>
          <a:xfrm>
            <a:off x="1173181" y="4630183"/>
            <a:ext cx="2869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197" name="Google Shape;197;p21"/>
          <p:cNvSpPr txBox="1">
            <a:spLocks noGrp="1"/>
          </p:cNvSpPr>
          <p:nvPr>
            <p:ph type="title" idx="3"/>
          </p:nvPr>
        </p:nvSpPr>
        <p:spPr>
          <a:xfrm>
            <a:off x="4656117" y="3772664"/>
            <a:ext cx="2869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198" name="Google Shape;198;p21"/>
          <p:cNvSpPr txBox="1">
            <a:spLocks noGrp="1"/>
          </p:cNvSpPr>
          <p:nvPr>
            <p:ph type="subTitle" idx="4"/>
          </p:nvPr>
        </p:nvSpPr>
        <p:spPr>
          <a:xfrm>
            <a:off x="4656117" y="4630184"/>
            <a:ext cx="2869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21"/>
          <p:cNvSpPr txBox="1">
            <a:spLocks noGrp="1"/>
          </p:cNvSpPr>
          <p:nvPr>
            <p:ph type="title" idx="5"/>
          </p:nvPr>
        </p:nvSpPr>
        <p:spPr>
          <a:xfrm>
            <a:off x="8139053" y="3772664"/>
            <a:ext cx="2869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00" name="Google Shape;200;p21"/>
          <p:cNvSpPr txBox="1">
            <a:spLocks noGrp="1"/>
          </p:cNvSpPr>
          <p:nvPr>
            <p:ph type="subTitle" idx="6"/>
          </p:nvPr>
        </p:nvSpPr>
        <p:spPr>
          <a:xfrm>
            <a:off x="8139053" y="4630184"/>
            <a:ext cx="2869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01" name="Google Shape;201;p21"/>
          <p:cNvSpPr/>
          <p:nvPr/>
        </p:nvSpPr>
        <p:spPr>
          <a:xfrm>
            <a:off x="0" y="5747933"/>
            <a:ext cx="12192000" cy="1110000"/>
          </a:xfrm>
          <a:prstGeom prst="rect">
            <a:avLst/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" name="Google Shape;202;p21"/>
          <p:cNvGrpSpPr/>
          <p:nvPr/>
        </p:nvGrpSpPr>
        <p:grpSpPr>
          <a:xfrm>
            <a:off x="10552750" y="188884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203" name="Google Shape;203;p2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" name="Google Shape;209;p21"/>
          <p:cNvGrpSpPr/>
          <p:nvPr/>
        </p:nvGrpSpPr>
        <p:grpSpPr>
          <a:xfrm>
            <a:off x="3180658" y="6384005"/>
            <a:ext cx="1094415" cy="235284"/>
            <a:chOff x="-145925" y="-62768"/>
            <a:chExt cx="3906764" cy="840300"/>
          </a:xfrm>
        </p:grpSpPr>
        <p:sp>
          <p:nvSpPr>
            <p:cNvPr id="210" name="Google Shape;210;p2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604171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 preserve="1">
  <p:cSld name="Title and four columns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2"/>
          <p:cNvSpPr txBox="1">
            <a:spLocks noGrp="1"/>
          </p:cNvSpPr>
          <p:nvPr>
            <p:ph type="title"/>
          </p:nvPr>
        </p:nvSpPr>
        <p:spPr>
          <a:xfrm>
            <a:off x="960000" y="1129229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215" name="Google Shape;215;p22"/>
          <p:cNvSpPr txBox="1">
            <a:spLocks noGrp="1"/>
          </p:cNvSpPr>
          <p:nvPr>
            <p:ph type="title" idx="2"/>
          </p:nvPr>
        </p:nvSpPr>
        <p:spPr>
          <a:xfrm>
            <a:off x="3012184" y="2695107"/>
            <a:ext cx="281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16" name="Google Shape;216;p22"/>
          <p:cNvSpPr txBox="1">
            <a:spLocks noGrp="1"/>
          </p:cNvSpPr>
          <p:nvPr>
            <p:ph type="subTitle" idx="1"/>
          </p:nvPr>
        </p:nvSpPr>
        <p:spPr>
          <a:xfrm>
            <a:off x="3012184" y="3264527"/>
            <a:ext cx="2819600" cy="8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2"/>
          <p:cNvSpPr txBox="1">
            <a:spLocks noGrp="1"/>
          </p:cNvSpPr>
          <p:nvPr>
            <p:ph type="title" idx="3"/>
          </p:nvPr>
        </p:nvSpPr>
        <p:spPr>
          <a:xfrm>
            <a:off x="7521736" y="2695107"/>
            <a:ext cx="281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18" name="Google Shape;218;p22"/>
          <p:cNvSpPr txBox="1">
            <a:spLocks noGrp="1"/>
          </p:cNvSpPr>
          <p:nvPr>
            <p:ph type="subTitle" idx="4"/>
          </p:nvPr>
        </p:nvSpPr>
        <p:spPr>
          <a:xfrm>
            <a:off x="7521736" y="3264527"/>
            <a:ext cx="2819600" cy="8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title" idx="5"/>
          </p:nvPr>
        </p:nvSpPr>
        <p:spPr>
          <a:xfrm>
            <a:off x="3012184" y="5044720"/>
            <a:ext cx="281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20" name="Google Shape;220;p22"/>
          <p:cNvSpPr txBox="1">
            <a:spLocks noGrp="1"/>
          </p:cNvSpPr>
          <p:nvPr>
            <p:ph type="subTitle" idx="6"/>
          </p:nvPr>
        </p:nvSpPr>
        <p:spPr>
          <a:xfrm>
            <a:off x="3012184" y="5614141"/>
            <a:ext cx="2819600" cy="8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21" name="Google Shape;221;p22"/>
          <p:cNvSpPr txBox="1">
            <a:spLocks noGrp="1"/>
          </p:cNvSpPr>
          <p:nvPr>
            <p:ph type="title" idx="7"/>
          </p:nvPr>
        </p:nvSpPr>
        <p:spPr>
          <a:xfrm>
            <a:off x="7521736" y="5044720"/>
            <a:ext cx="281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22" name="Google Shape;222;p22"/>
          <p:cNvSpPr txBox="1">
            <a:spLocks noGrp="1"/>
          </p:cNvSpPr>
          <p:nvPr>
            <p:ph type="subTitle" idx="8"/>
          </p:nvPr>
        </p:nvSpPr>
        <p:spPr>
          <a:xfrm>
            <a:off x="7521736" y="5614141"/>
            <a:ext cx="2819600" cy="8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223" name="Google Shape;223;p22"/>
          <p:cNvGrpSpPr/>
          <p:nvPr/>
        </p:nvGrpSpPr>
        <p:grpSpPr>
          <a:xfrm rot="5400000">
            <a:off x="-46850" y="5555345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224" name="Google Shape;224;p22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2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2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7" name="Google Shape;227;p22"/>
          <p:cNvGrpSpPr/>
          <p:nvPr/>
        </p:nvGrpSpPr>
        <p:grpSpPr>
          <a:xfrm rot="5400000">
            <a:off x="10752850" y="1848845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228" name="Google Shape;228;p22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2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2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7528706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 preserve="1">
  <p:cSld name="Title and six columns">
    <p:spTree>
      <p:nvGrpSpPr>
        <p:cNvPr id="1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23"/>
          <p:cNvSpPr/>
          <p:nvPr/>
        </p:nvSpPr>
        <p:spPr>
          <a:xfrm>
            <a:off x="0" y="4459100"/>
            <a:ext cx="12192000" cy="239880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28650" dist="19050" algn="bl" rotWithShape="0">
              <a:schemeClr val="dk2">
                <a:alpha val="38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" name="Google Shape;237;p23"/>
          <p:cNvSpPr txBox="1">
            <a:spLocks noGrp="1"/>
          </p:cNvSpPr>
          <p:nvPr>
            <p:ph type="title"/>
          </p:nvPr>
        </p:nvSpPr>
        <p:spPr>
          <a:xfrm>
            <a:off x="959996" y="122524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238" name="Google Shape;238;p23"/>
          <p:cNvSpPr txBox="1">
            <a:spLocks noGrp="1"/>
          </p:cNvSpPr>
          <p:nvPr>
            <p:ph type="title" idx="2"/>
          </p:nvPr>
        </p:nvSpPr>
        <p:spPr>
          <a:xfrm>
            <a:off x="1232167" y="2542333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39" name="Google Shape;239;p23"/>
          <p:cNvSpPr txBox="1">
            <a:spLocks noGrp="1"/>
          </p:cNvSpPr>
          <p:nvPr>
            <p:ph type="subTitle" idx="1"/>
          </p:nvPr>
        </p:nvSpPr>
        <p:spPr>
          <a:xfrm>
            <a:off x="1232167" y="3117407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 dirty="0"/>
          </a:p>
        </p:txBody>
      </p:sp>
      <p:sp>
        <p:nvSpPr>
          <p:cNvPr id="240" name="Google Shape;240;p23"/>
          <p:cNvSpPr txBox="1">
            <a:spLocks noGrp="1"/>
          </p:cNvSpPr>
          <p:nvPr>
            <p:ph type="title" idx="3"/>
          </p:nvPr>
        </p:nvSpPr>
        <p:spPr>
          <a:xfrm>
            <a:off x="4704396" y="2542333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41" name="Google Shape;241;p23"/>
          <p:cNvSpPr txBox="1">
            <a:spLocks noGrp="1"/>
          </p:cNvSpPr>
          <p:nvPr>
            <p:ph type="subTitle" idx="4"/>
          </p:nvPr>
        </p:nvSpPr>
        <p:spPr>
          <a:xfrm>
            <a:off x="4704400" y="3117400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3"/>
          <p:cNvSpPr txBox="1">
            <a:spLocks noGrp="1"/>
          </p:cNvSpPr>
          <p:nvPr>
            <p:ph type="title" idx="5"/>
          </p:nvPr>
        </p:nvSpPr>
        <p:spPr>
          <a:xfrm>
            <a:off x="1232167" y="4742928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43" name="Google Shape;243;p23"/>
          <p:cNvSpPr txBox="1">
            <a:spLocks noGrp="1"/>
          </p:cNvSpPr>
          <p:nvPr>
            <p:ph type="subTitle" idx="6"/>
          </p:nvPr>
        </p:nvSpPr>
        <p:spPr>
          <a:xfrm>
            <a:off x="1232167" y="5318000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3"/>
          <p:cNvSpPr txBox="1">
            <a:spLocks noGrp="1"/>
          </p:cNvSpPr>
          <p:nvPr>
            <p:ph type="title" idx="7"/>
          </p:nvPr>
        </p:nvSpPr>
        <p:spPr>
          <a:xfrm>
            <a:off x="4704396" y="4742928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45" name="Google Shape;245;p23"/>
          <p:cNvSpPr txBox="1">
            <a:spLocks noGrp="1"/>
          </p:cNvSpPr>
          <p:nvPr>
            <p:ph type="subTitle" idx="8"/>
          </p:nvPr>
        </p:nvSpPr>
        <p:spPr>
          <a:xfrm>
            <a:off x="4704400" y="5318000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46" name="Google Shape;246;p23"/>
          <p:cNvSpPr txBox="1">
            <a:spLocks noGrp="1"/>
          </p:cNvSpPr>
          <p:nvPr>
            <p:ph type="title" idx="9"/>
          </p:nvPr>
        </p:nvSpPr>
        <p:spPr>
          <a:xfrm>
            <a:off x="8176633" y="2542333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47" name="Google Shape;247;p23"/>
          <p:cNvSpPr txBox="1">
            <a:spLocks noGrp="1"/>
          </p:cNvSpPr>
          <p:nvPr>
            <p:ph type="subTitle" idx="13"/>
          </p:nvPr>
        </p:nvSpPr>
        <p:spPr>
          <a:xfrm>
            <a:off x="8176633" y="3117400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48" name="Google Shape;248;p23"/>
          <p:cNvSpPr txBox="1">
            <a:spLocks noGrp="1"/>
          </p:cNvSpPr>
          <p:nvPr>
            <p:ph type="title" idx="14"/>
          </p:nvPr>
        </p:nvSpPr>
        <p:spPr>
          <a:xfrm>
            <a:off x="8176633" y="4742928"/>
            <a:ext cx="278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49" name="Google Shape;249;p23"/>
          <p:cNvSpPr txBox="1">
            <a:spLocks noGrp="1"/>
          </p:cNvSpPr>
          <p:nvPr>
            <p:ph type="subTitle" idx="15"/>
          </p:nvPr>
        </p:nvSpPr>
        <p:spPr>
          <a:xfrm>
            <a:off x="8176633" y="5318000"/>
            <a:ext cx="27832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250" name="Google Shape;250;p23"/>
          <p:cNvGrpSpPr/>
          <p:nvPr/>
        </p:nvGrpSpPr>
        <p:grpSpPr>
          <a:xfrm>
            <a:off x="-449458" y="6311701"/>
            <a:ext cx="1556271" cy="730223"/>
            <a:chOff x="4027125" y="4359300"/>
            <a:chExt cx="521725" cy="244800"/>
          </a:xfrm>
        </p:grpSpPr>
        <p:sp>
          <p:nvSpPr>
            <p:cNvPr id="251" name="Google Shape;251;p23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3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3" name="Google Shape;253;p23"/>
          <p:cNvGrpSpPr/>
          <p:nvPr/>
        </p:nvGrpSpPr>
        <p:grpSpPr>
          <a:xfrm>
            <a:off x="10905801" y="4310061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254" name="Google Shape;254;p23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255" name="Google Shape;255;p23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3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9132980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 preserve="1">
  <p:cSld name="Numbers and text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24"/>
          <p:cNvSpPr txBox="1">
            <a:spLocks noGrp="1"/>
          </p:cNvSpPr>
          <p:nvPr>
            <p:ph type="title" hasCustomPrompt="1"/>
          </p:nvPr>
        </p:nvSpPr>
        <p:spPr>
          <a:xfrm>
            <a:off x="1868667" y="2944833"/>
            <a:ext cx="1465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3200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dirty="0"/>
              <a:t>xx%</a:t>
            </a:r>
          </a:p>
        </p:txBody>
      </p:sp>
      <p:sp>
        <p:nvSpPr>
          <p:cNvPr id="259" name="Google Shape;259;p24"/>
          <p:cNvSpPr txBox="1">
            <a:spLocks noGrp="1"/>
          </p:cNvSpPr>
          <p:nvPr>
            <p:ph type="title" idx="2" hasCustomPrompt="1"/>
          </p:nvPr>
        </p:nvSpPr>
        <p:spPr>
          <a:xfrm>
            <a:off x="5363200" y="2944833"/>
            <a:ext cx="1465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3200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dirty="0"/>
              <a:t>xx%</a:t>
            </a:r>
          </a:p>
        </p:txBody>
      </p:sp>
      <p:sp>
        <p:nvSpPr>
          <p:cNvPr id="260" name="Google Shape;260;p24"/>
          <p:cNvSpPr txBox="1">
            <a:spLocks noGrp="1"/>
          </p:cNvSpPr>
          <p:nvPr>
            <p:ph type="title" idx="3" hasCustomPrompt="1"/>
          </p:nvPr>
        </p:nvSpPr>
        <p:spPr>
          <a:xfrm>
            <a:off x="8857733" y="2944833"/>
            <a:ext cx="1465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3200" b="0">
                <a:latin typeface="Marianne ExtraBold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dirty="0"/>
              <a:t>xx%</a:t>
            </a:r>
          </a:p>
        </p:txBody>
      </p:sp>
      <p:sp>
        <p:nvSpPr>
          <p:cNvPr id="261" name="Google Shape;261;p24"/>
          <p:cNvSpPr txBox="1">
            <a:spLocks noGrp="1"/>
          </p:cNvSpPr>
          <p:nvPr>
            <p:ph type="title" idx="4"/>
          </p:nvPr>
        </p:nvSpPr>
        <p:spPr>
          <a:xfrm>
            <a:off x="960000" y="1068489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b="0">
                <a:latin typeface="Marianne ExtraBold" panose="02000000000000000000" pitchFamily="50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 dirty="0"/>
          </a:p>
        </p:txBody>
      </p:sp>
      <p:sp>
        <p:nvSpPr>
          <p:cNvPr id="262" name="Google Shape;262;p24"/>
          <p:cNvSpPr txBox="1">
            <a:spLocks noGrp="1"/>
          </p:cNvSpPr>
          <p:nvPr>
            <p:ph type="title" idx="5"/>
          </p:nvPr>
        </p:nvSpPr>
        <p:spPr>
          <a:xfrm>
            <a:off x="1222667" y="4545367"/>
            <a:ext cx="2757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63" name="Google Shape;263;p24"/>
          <p:cNvSpPr txBox="1">
            <a:spLocks noGrp="1"/>
          </p:cNvSpPr>
          <p:nvPr>
            <p:ph type="subTitle" idx="1"/>
          </p:nvPr>
        </p:nvSpPr>
        <p:spPr>
          <a:xfrm>
            <a:off x="1222667" y="5120437"/>
            <a:ext cx="27576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4"/>
          <p:cNvSpPr txBox="1">
            <a:spLocks noGrp="1"/>
          </p:cNvSpPr>
          <p:nvPr>
            <p:ph type="title" idx="6"/>
          </p:nvPr>
        </p:nvSpPr>
        <p:spPr>
          <a:xfrm>
            <a:off x="4717200" y="4545367"/>
            <a:ext cx="2757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65" name="Google Shape;265;p24"/>
          <p:cNvSpPr txBox="1">
            <a:spLocks noGrp="1"/>
          </p:cNvSpPr>
          <p:nvPr>
            <p:ph type="subTitle" idx="7"/>
          </p:nvPr>
        </p:nvSpPr>
        <p:spPr>
          <a:xfrm>
            <a:off x="4717200" y="5120433"/>
            <a:ext cx="27576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266" name="Google Shape;266;p24"/>
          <p:cNvSpPr txBox="1">
            <a:spLocks noGrp="1"/>
          </p:cNvSpPr>
          <p:nvPr>
            <p:ph type="title" idx="8"/>
          </p:nvPr>
        </p:nvSpPr>
        <p:spPr>
          <a:xfrm>
            <a:off x="8211733" y="4545367"/>
            <a:ext cx="2757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latin typeface="Marianne" panose="02000000000000000000" pitchFamily="50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 dirty="0"/>
          </a:p>
        </p:txBody>
      </p:sp>
      <p:sp>
        <p:nvSpPr>
          <p:cNvPr id="267" name="Google Shape;267;p24"/>
          <p:cNvSpPr txBox="1">
            <a:spLocks noGrp="1"/>
          </p:cNvSpPr>
          <p:nvPr>
            <p:ph type="subTitle" idx="9"/>
          </p:nvPr>
        </p:nvSpPr>
        <p:spPr>
          <a:xfrm>
            <a:off x="8211733" y="5120433"/>
            <a:ext cx="2757600" cy="8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Marianne" panose="02000000000000000000" pitchFamily="50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268" name="Google Shape;268;p24"/>
          <p:cNvGrpSpPr/>
          <p:nvPr/>
        </p:nvGrpSpPr>
        <p:grpSpPr>
          <a:xfrm>
            <a:off x="-755333" y="6439015"/>
            <a:ext cx="2624000" cy="68000"/>
            <a:chOff x="0" y="238125"/>
            <a:chExt cx="1968000" cy="51000"/>
          </a:xfrm>
          <a:solidFill>
            <a:srgbClr val="000091"/>
          </a:solidFill>
        </p:grpSpPr>
        <p:cxnSp>
          <p:nvCxnSpPr>
            <p:cNvPr id="269" name="Google Shape;269;p24"/>
            <p:cNvCxnSpPr/>
            <p:nvPr/>
          </p:nvCxnSpPr>
          <p:spPr>
            <a:xfrm>
              <a:off x="0" y="238125"/>
              <a:ext cx="16581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70" name="Google Shape;270;p24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271" name="Google Shape;271;p24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272" name="Google Shape;272;p24"/>
          <p:cNvGrpSpPr/>
          <p:nvPr/>
        </p:nvGrpSpPr>
        <p:grpSpPr>
          <a:xfrm>
            <a:off x="10839442" y="271601"/>
            <a:ext cx="1556271" cy="730223"/>
            <a:chOff x="4027125" y="4359300"/>
            <a:chExt cx="521725" cy="244800"/>
          </a:xfrm>
        </p:grpSpPr>
        <p:sp>
          <p:nvSpPr>
            <p:cNvPr id="273" name="Google Shape;273;p24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4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5" name="Google Shape;275;p24"/>
          <p:cNvGrpSpPr/>
          <p:nvPr/>
        </p:nvGrpSpPr>
        <p:grpSpPr>
          <a:xfrm>
            <a:off x="5492517" y="6507015"/>
            <a:ext cx="3083739" cy="66327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276" name="Google Shape;276;p24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4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4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321645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 preserve="1">
  <p:cSld name="Background">
    <p:spTree>
      <p:nvGrpSpPr>
        <p:cNvPr id="1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" name="Google Shape;293;p26"/>
          <p:cNvGrpSpPr/>
          <p:nvPr/>
        </p:nvGrpSpPr>
        <p:grpSpPr>
          <a:xfrm>
            <a:off x="-432725" y="6473015"/>
            <a:ext cx="2624000" cy="68000"/>
            <a:chOff x="0" y="238125"/>
            <a:chExt cx="1968000" cy="51000"/>
          </a:xfrm>
          <a:solidFill>
            <a:srgbClr val="000091"/>
          </a:solidFill>
        </p:grpSpPr>
        <p:cxnSp>
          <p:nvCxnSpPr>
            <p:cNvPr id="294" name="Google Shape;294;p26"/>
            <p:cNvCxnSpPr/>
            <p:nvPr/>
          </p:nvCxnSpPr>
          <p:spPr>
            <a:xfrm>
              <a:off x="0" y="238125"/>
              <a:ext cx="16581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5" name="Google Shape;295;p26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  <p:sp>
          <p:nvSpPr>
            <p:cNvPr id="296" name="Google Shape;296;p26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297" name="Google Shape;297;p26"/>
          <p:cNvGrpSpPr/>
          <p:nvPr/>
        </p:nvGrpSpPr>
        <p:grpSpPr>
          <a:xfrm>
            <a:off x="10992545" y="1892830"/>
            <a:ext cx="1556271" cy="730223"/>
            <a:chOff x="4027125" y="4359300"/>
            <a:chExt cx="521725" cy="244800"/>
          </a:xfrm>
        </p:grpSpPr>
        <p:sp>
          <p:nvSpPr>
            <p:cNvPr id="298" name="Google Shape;298;p26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0" name="Google Shape;300;p26"/>
          <p:cNvGrpSpPr/>
          <p:nvPr/>
        </p:nvGrpSpPr>
        <p:grpSpPr>
          <a:xfrm>
            <a:off x="5492517" y="6507015"/>
            <a:ext cx="3083739" cy="66327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301" name="Google Shape;301;p26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6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6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0663666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 preserve="1">
  <p:cSld name="Background 1">
    <p:spTree>
      <p:nvGrpSpPr>
        <p:cNvPr id="1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" name="Google Shape;305;p27"/>
          <p:cNvGrpSpPr/>
          <p:nvPr/>
        </p:nvGrpSpPr>
        <p:grpSpPr>
          <a:xfrm rot="10800000" flipH="1">
            <a:off x="6371633" y="6436117"/>
            <a:ext cx="5820400" cy="68000"/>
            <a:chOff x="3587050" y="3295200"/>
            <a:chExt cx="4365300" cy="51000"/>
          </a:xfrm>
          <a:solidFill>
            <a:srgbClr val="000091"/>
          </a:solidFill>
        </p:grpSpPr>
        <p:cxnSp>
          <p:nvCxnSpPr>
            <p:cNvPr id="306" name="Google Shape;306;p27"/>
            <p:cNvCxnSpPr/>
            <p:nvPr/>
          </p:nvCxnSpPr>
          <p:spPr>
            <a:xfrm>
              <a:off x="3587050" y="3295213"/>
              <a:ext cx="43653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307" name="Google Shape;307;p27"/>
            <p:cNvSpPr/>
            <p:nvPr/>
          </p:nvSpPr>
          <p:spPr>
            <a:xfrm>
              <a:off x="362595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accent1"/>
                </a:solidFill>
              </a:endParaRPr>
            </a:p>
          </p:txBody>
        </p:sp>
      </p:grpSp>
      <p:grpSp>
        <p:nvGrpSpPr>
          <p:cNvPr id="308" name="Google Shape;308;p27"/>
          <p:cNvGrpSpPr/>
          <p:nvPr/>
        </p:nvGrpSpPr>
        <p:grpSpPr>
          <a:xfrm>
            <a:off x="-240703" y="6097920"/>
            <a:ext cx="1730436" cy="37219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309" name="Google Shape;309;p27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264406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823729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30"/>
          <p:cNvSpPr txBox="1">
            <a:spLocks noGrp="1"/>
          </p:cNvSpPr>
          <p:nvPr>
            <p:ph type="title"/>
          </p:nvPr>
        </p:nvSpPr>
        <p:spPr>
          <a:xfrm>
            <a:off x="1397800" y="431800"/>
            <a:ext cx="93964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bg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19643445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image" Target="../media/image2.emf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jpe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 descr="Republique_Francaise_RVB.jpg"/>
          <p:cNvPicPr>
            <a:picLocks noChangeAspect="1"/>
          </p:cNvPicPr>
          <p:nvPr userDrawn="1"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371" y="288911"/>
            <a:ext cx="672075" cy="608912"/>
          </a:xfrm>
          <a:prstGeom prst="rect">
            <a:avLst/>
          </a:prstGeom>
        </p:spPr>
      </p:pic>
      <p:pic>
        <p:nvPicPr>
          <p:cNvPr id="5" name="Image 4" descr="AEFE_logo_seul_rvb.ai"/>
          <p:cNvPicPr>
            <a:picLocks noChangeAspect="1"/>
          </p:cNvPicPr>
          <p:nvPr userDrawn="1"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1478" y="325185"/>
            <a:ext cx="768085" cy="605064"/>
          </a:xfrm>
          <a:prstGeom prst="rect">
            <a:avLst/>
          </a:prstGeom>
        </p:spPr>
      </p:pic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AA8BC811-045D-4CA2-9A05-002D310507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740702"/>
            <a:ext cx="10515600" cy="132503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5F4E0085-04CC-4D76-BEA7-F419FA2EB7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5616" y="2219340"/>
            <a:ext cx="10515600" cy="43497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311074658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3733" b="0" i="0" u="none" strike="noStrike" cap="none">
          <a:solidFill>
            <a:srgbClr val="000000"/>
          </a:solidFill>
          <a:latin typeface="Marianne ExtraBold" panose="02000000000000000000" pitchFamily="50" charset="0"/>
          <a:ea typeface="Marianne ExtraBold" panose="02000000000000000000" pitchFamily="50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8576875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4" r:id="rId1"/>
    <p:sldLayoutId id="2147483685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Marianne" panose="02000000000000000000" pitchFamily="50" charset="0"/>
          <a:ea typeface="Marianne" panose="02000000000000000000" pitchFamily="50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gi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9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1"/>
          <p:cNvSpPr txBox="1">
            <a:spLocks noGrp="1"/>
          </p:cNvSpPr>
          <p:nvPr>
            <p:ph type="ctrTitle"/>
          </p:nvPr>
        </p:nvSpPr>
        <p:spPr>
          <a:xfrm>
            <a:off x="945537" y="1917163"/>
            <a:ext cx="9933204" cy="177588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pPr algn="l">
              <a:spcBef>
                <a:spcPts val="0"/>
              </a:spcBef>
            </a:pPr>
            <a:r>
              <a:rPr lang="fr-FR" sz="6000" dirty="0">
                <a:solidFill>
                  <a:schemeClr val="dk1"/>
                </a:solidFill>
              </a:rPr>
              <a:t>Modèle de diapositives</a:t>
            </a:r>
            <a:br>
              <a:rPr lang="fr-FR" sz="6000" dirty="0">
                <a:solidFill>
                  <a:schemeClr val="dk1"/>
                </a:solidFill>
              </a:rPr>
            </a:br>
            <a:r>
              <a:rPr lang="en" sz="3200" dirty="0">
                <a:solidFill>
                  <a:srgbClr val="000091"/>
                </a:solidFill>
                <a:latin typeface="Marianne" panose="02000000000000000000" pitchFamily="50" charset="0"/>
              </a:rPr>
              <a:t>AEFE</a:t>
            </a:r>
            <a:endParaRPr sz="3200" dirty="0">
              <a:solidFill>
                <a:srgbClr val="000091"/>
              </a:solidFill>
              <a:latin typeface="Marianne" panose="02000000000000000000" pitchFamily="50" charset="0"/>
            </a:endParaRPr>
          </a:p>
        </p:txBody>
      </p:sp>
      <p:sp>
        <p:nvSpPr>
          <p:cNvPr id="324" name="Google Shape;324;p31"/>
          <p:cNvSpPr txBox="1">
            <a:spLocks noGrp="1"/>
          </p:cNvSpPr>
          <p:nvPr>
            <p:ph type="subTitle" idx="1"/>
          </p:nvPr>
        </p:nvSpPr>
        <p:spPr>
          <a:xfrm>
            <a:off x="988122" y="5396505"/>
            <a:ext cx="3270800" cy="82072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l">
              <a:spcBef>
                <a:spcPts val="0"/>
              </a:spcBef>
            </a:pPr>
            <a:r>
              <a:rPr lang="fr-FR" dirty="0">
                <a:latin typeface="Marianne" panose="02000000000000000000" pitchFamily="50" charset="0"/>
              </a:rPr>
              <a:t>Sous-titre/service/ autre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325" name="Google Shape;325;p31"/>
          <p:cNvGrpSpPr/>
          <p:nvPr/>
        </p:nvGrpSpPr>
        <p:grpSpPr>
          <a:xfrm>
            <a:off x="-38900" y="4393600"/>
            <a:ext cx="5408400" cy="68000"/>
            <a:chOff x="-29175" y="3295200"/>
            <a:chExt cx="4056300" cy="51000"/>
          </a:xfrm>
        </p:grpSpPr>
        <p:cxnSp>
          <p:nvCxnSpPr>
            <p:cNvPr id="326" name="Google Shape;326;p31"/>
            <p:cNvCxnSpPr/>
            <p:nvPr/>
          </p:nvCxnSpPr>
          <p:spPr>
            <a:xfrm>
              <a:off x="-29175" y="3295200"/>
              <a:ext cx="40563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327" name="Google Shape;327;p31"/>
            <p:cNvSpPr/>
            <p:nvPr/>
          </p:nvSpPr>
          <p:spPr>
            <a:xfrm>
              <a:off x="845775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329" name="Google Shape;329;p31"/>
          <p:cNvGrpSpPr/>
          <p:nvPr/>
        </p:nvGrpSpPr>
        <p:grpSpPr>
          <a:xfrm>
            <a:off x="6087875" y="5408567"/>
            <a:ext cx="1556271" cy="730223"/>
            <a:chOff x="4027125" y="4359300"/>
            <a:chExt cx="521725" cy="244800"/>
          </a:xfrm>
        </p:grpSpPr>
        <p:sp>
          <p:nvSpPr>
            <p:cNvPr id="330" name="Google Shape;330;p31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31" name="Google Shape;331;p31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332" name="Google Shape;332;p31"/>
          <p:cNvGrpSpPr/>
          <p:nvPr/>
        </p:nvGrpSpPr>
        <p:grpSpPr>
          <a:xfrm>
            <a:off x="4141810" y="4889256"/>
            <a:ext cx="1215785" cy="26150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333" name="Google Shape;333;p3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0091"/>
                </a:solidFill>
                <a:latin typeface="Marianne" panose="02000000000000000000" pitchFamily="50" charset="0"/>
              </a:endParaRPr>
            </a:p>
          </p:txBody>
        </p:sp>
        <p:sp>
          <p:nvSpPr>
            <p:cNvPr id="334" name="Google Shape;334;p3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0091"/>
                </a:solidFill>
                <a:latin typeface="Marianne" panose="02000000000000000000" pitchFamily="50" charset="0"/>
              </a:endParaRPr>
            </a:p>
          </p:txBody>
        </p:sp>
        <p:sp>
          <p:nvSpPr>
            <p:cNvPr id="335" name="Google Shape;335;p3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009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343" name="Google Shape;343;p31"/>
          <p:cNvGrpSpPr/>
          <p:nvPr/>
        </p:nvGrpSpPr>
        <p:grpSpPr>
          <a:xfrm>
            <a:off x="9208451" y="6394115"/>
            <a:ext cx="3083739" cy="663277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344" name="Google Shape;344;p31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solidFill>
                <a:srgbClr val="3558A2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highlight>
                  <a:srgbClr val="FFFF00"/>
                </a:highlight>
                <a:latin typeface="Marianne" panose="02000000000000000000" pitchFamily="50" charset="0"/>
              </a:endParaRPr>
            </a:p>
          </p:txBody>
        </p:sp>
        <p:sp>
          <p:nvSpPr>
            <p:cNvPr id="345" name="Google Shape;345;p31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highlight>
                  <a:srgbClr val="FFFF00"/>
                </a:highlight>
                <a:latin typeface="Marianne" panose="02000000000000000000" pitchFamily="50" charset="0"/>
              </a:endParaRPr>
            </a:p>
          </p:txBody>
        </p:sp>
        <p:sp>
          <p:nvSpPr>
            <p:cNvPr id="346" name="Google Shape;346;p31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highlight>
                  <a:srgbClr val="FFFF00"/>
                </a:highlight>
                <a:latin typeface="Marianne" panose="02000000000000000000" pitchFamily="50" charset="0"/>
              </a:endParaRPr>
            </a:p>
          </p:txBody>
        </p:sp>
      </p:grpSp>
      <p:pic>
        <p:nvPicPr>
          <p:cNvPr id="5" name="Image 4" descr="AEFE_logo_seul_rvb.ai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45542" y="336543"/>
            <a:ext cx="1553761" cy="1223984"/>
          </a:xfrm>
          <a:prstGeom prst="rect">
            <a:avLst/>
          </a:prstGeom>
        </p:spPr>
      </p:pic>
      <p:pic>
        <p:nvPicPr>
          <p:cNvPr id="4" name="Image 3" descr="Republique_Francaise_RVB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371" y="221122"/>
            <a:ext cx="1871973" cy="1696041"/>
          </a:xfrm>
          <a:prstGeom prst="rect">
            <a:avLst/>
          </a:prstGeom>
        </p:spPr>
      </p:pic>
      <p:sp>
        <p:nvSpPr>
          <p:cNvPr id="20" name="Google Shape;324;p31">
            <a:extLst>
              <a:ext uri="{FF2B5EF4-FFF2-40B4-BE49-F238E27FC236}">
                <a16:creationId xmlns:a16="http://schemas.microsoft.com/office/drawing/2014/main" id="{D417C0A7-A533-4A60-9641-0B3C62FA2252}"/>
              </a:ext>
            </a:extLst>
          </p:cNvPr>
          <p:cNvSpPr txBox="1">
            <a:spLocks/>
          </p:cNvSpPr>
          <p:nvPr/>
        </p:nvSpPr>
        <p:spPr>
          <a:xfrm>
            <a:off x="945537" y="3530510"/>
            <a:ext cx="3270800" cy="82072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  <a:defRPr sz="2133" b="0" i="0" u="none" strike="noStrike" cap="none">
                <a:solidFill>
                  <a:srgbClr val="000000"/>
                </a:solidFill>
                <a:latin typeface="Marianne" panose="02000000000000000000" pitchFamily="50" charset="0"/>
                <a:ea typeface="Marianne" panose="02000000000000000000" pitchFamily="50" charset="0"/>
                <a:cs typeface="Arial"/>
                <a:sym typeface="Arial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Marianne" panose="02000000000000000000" pitchFamily="50" charset="0"/>
                <a:ea typeface="Marianne" panose="02000000000000000000" pitchFamily="50" charset="0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Marianne" panose="02000000000000000000" pitchFamily="50" charset="0"/>
                <a:ea typeface="Marianne" panose="02000000000000000000" pitchFamily="50" charset="0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Marianne" panose="02000000000000000000" pitchFamily="50" charset="0"/>
                <a:ea typeface="Marianne" panose="02000000000000000000" pitchFamily="50" charset="0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Marianne" panose="02000000000000000000" pitchFamily="50" charset="0"/>
                <a:ea typeface="Marianne" panose="02000000000000000000" pitchFamily="50" charset="0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fr-FR" kern="0" dirty="0"/>
              <a:t>Prêt à l’emploi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35"/>
          <p:cNvSpPr txBox="1">
            <a:spLocks noGrp="1"/>
          </p:cNvSpPr>
          <p:nvPr>
            <p:ph type="title"/>
          </p:nvPr>
        </p:nvSpPr>
        <p:spPr>
          <a:xfrm>
            <a:off x="6307767" y="1759584"/>
            <a:ext cx="4933200" cy="11224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cs typeface="Marianne Bold"/>
              </a:rPr>
              <a:t>Bienvenue</a:t>
            </a:r>
            <a:r>
              <a:rPr lang="fr-FR" dirty="0">
                <a:latin typeface="Marianne" panose="02000000000000000000" pitchFamily="50" charset="0"/>
                <a:cs typeface="Marianne Bold"/>
              </a:rPr>
              <a:t> !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417" name="Google Shape;417;p35"/>
          <p:cNvSpPr txBox="1">
            <a:spLocks noGrp="1"/>
          </p:cNvSpPr>
          <p:nvPr>
            <p:ph type="subTitle" idx="1"/>
          </p:nvPr>
        </p:nvSpPr>
        <p:spPr>
          <a:xfrm>
            <a:off x="6307767" y="2881984"/>
            <a:ext cx="4933200" cy="22164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en" dirty="0">
                <a:latin typeface="Marianne" panose="02000000000000000000" pitchFamily="50" charset="0"/>
              </a:rPr>
              <a:t>Texte de remplissage :</a:t>
            </a:r>
          </a:p>
          <a:p>
            <a:pPr marL="0" indent="0"/>
            <a:r>
              <a:rPr lang="en" dirty="0">
                <a:latin typeface="Marianne" panose="02000000000000000000" pitchFamily="50" charset="0"/>
              </a:rPr>
              <a:t>indiquez ici des informations de présentation générale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418" name="Google Shape;418;p35"/>
          <p:cNvGrpSpPr/>
          <p:nvPr/>
        </p:nvGrpSpPr>
        <p:grpSpPr>
          <a:xfrm rot="10800000" flipH="1">
            <a:off x="6371633" y="1294251"/>
            <a:ext cx="5820400" cy="68000"/>
            <a:chOff x="3587050" y="3295200"/>
            <a:chExt cx="4365300" cy="51000"/>
          </a:xfrm>
        </p:grpSpPr>
        <p:cxnSp>
          <p:nvCxnSpPr>
            <p:cNvPr id="419" name="Google Shape;419;p35"/>
            <p:cNvCxnSpPr/>
            <p:nvPr/>
          </p:nvCxnSpPr>
          <p:spPr>
            <a:xfrm>
              <a:off x="3587050" y="3295213"/>
              <a:ext cx="43653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420" name="Google Shape;420;p35"/>
            <p:cNvSpPr/>
            <p:nvPr/>
          </p:nvSpPr>
          <p:spPr>
            <a:xfrm>
              <a:off x="3625950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421" name="Google Shape;421;p35"/>
          <p:cNvGrpSpPr/>
          <p:nvPr/>
        </p:nvGrpSpPr>
        <p:grpSpPr>
          <a:xfrm>
            <a:off x="4888875" y="5773683"/>
            <a:ext cx="1556271" cy="730223"/>
            <a:chOff x="4027125" y="4359300"/>
            <a:chExt cx="521725" cy="244800"/>
          </a:xfrm>
        </p:grpSpPr>
        <p:sp>
          <p:nvSpPr>
            <p:cNvPr id="422" name="Google Shape;422;p35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23" name="Google Shape;423;p35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424" name="Google Shape;424;p35"/>
          <p:cNvGrpSpPr/>
          <p:nvPr/>
        </p:nvGrpSpPr>
        <p:grpSpPr>
          <a:xfrm>
            <a:off x="-778136" y="4197086"/>
            <a:ext cx="1556271" cy="730223"/>
            <a:chOff x="4027125" y="4359300"/>
            <a:chExt cx="521725" cy="244800"/>
          </a:xfrm>
          <a:solidFill>
            <a:srgbClr val="000091"/>
          </a:solidFill>
        </p:grpSpPr>
        <p:sp>
          <p:nvSpPr>
            <p:cNvPr id="425" name="Google Shape;425;p35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70C0"/>
                </a:solidFill>
                <a:highlight>
                  <a:srgbClr val="AD4847"/>
                </a:highlight>
                <a:latin typeface="Marianne" panose="02000000000000000000" pitchFamily="50" charset="0"/>
              </a:endParaRPr>
            </a:p>
          </p:txBody>
        </p:sp>
        <p:sp>
          <p:nvSpPr>
            <p:cNvPr id="426" name="Google Shape;426;p35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70C0"/>
                </a:solidFill>
                <a:highlight>
                  <a:srgbClr val="AD4847"/>
                </a:highlight>
                <a:latin typeface="Marianne" panose="02000000000000000000" pitchFamily="50" charset="0"/>
              </a:endParaRPr>
            </a:p>
          </p:txBody>
        </p:sp>
      </p:grpSp>
      <p:grpSp>
        <p:nvGrpSpPr>
          <p:cNvPr id="431" name="Google Shape;431;p35"/>
          <p:cNvGrpSpPr/>
          <p:nvPr/>
        </p:nvGrpSpPr>
        <p:grpSpPr>
          <a:xfrm>
            <a:off x="8361098" y="5773664"/>
            <a:ext cx="3394717" cy="730277"/>
            <a:chOff x="-145925" y="-62768"/>
            <a:chExt cx="3906764" cy="840300"/>
          </a:xfrm>
        </p:grpSpPr>
        <p:sp>
          <p:nvSpPr>
            <p:cNvPr id="432" name="Google Shape;432;p35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33" name="Google Shape;433;p35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34" name="Google Shape;434;p35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 11" descr="LCDG-Londres-RoyaumeUni-2021-ARP03671.jpe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6080" y="3304205"/>
            <a:ext cx="4656517" cy="3104345"/>
          </a:xfrm>
          <a:prstGeom prst="rect">
            <a:avLst/>
          </a:prstGeom>
        </p:spPr>
      </p:pic>
      <p:sp>
        <p:nvSpPr>
          <p:cNvPr id="4" name="Titre 3"/>
          <p:cNvSpPr>
            <a:spLocks noGrp="1"/>
          </p:cNvSpPr>
          <p:nvPr>
            <p:ph type="title"/>
          </p:nvPr>
        </p:nvSpPr>
        <p:spPr>
          <a:xfrm>
            <a:off x="815413" y="1206581"/>
            <a:ext cx="5568619" cy="756369"/>
          </a:xfrm>
        </p:spPr>
        <p:txBody>
          <a:bodyPr/>
          <a:lstStyle/>
          <a:p>
            <a:r>
              <a:rPr lang="fr-FR" sz="3733" dirty="0">
                <a:solidFill>
                  <a:srgbClr val="000091"/>
                </a:solidFill>
              </a:rPr>
              <a:t>Page</a:t>
            </a:r>
          </a:p>
        </p:txBody>
      </p:sp>
      <p:sp>
        <p:nvSpPr>
          <p:cNvPr id="6" name="Sous-titre 4"/>
          <p:cNvSpPr txBox="1">
            <a:spLocks/>
          </p:cNvSpPr>
          <p:nvPr/>
        </p:nvSpPr>
        <p:spPr>
          <a:xfrm>
            <a:off x="863419" y="1888528"/>
            <a:ext cx="4896544" cy="18398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fontAlgn="base"/>
            <a:r>
              <a:rPr lang="fr-FR" sz="1467" b="1" dirty="0">
                <a:latin typeface="Marianne" panose="02000000000000000000" pitchFamily="50" charset="0"/>
              </a:rPr>
              <a:t>Intertitre - résumé</a:t>
            </a:r>
            <a:endParaRPr lang="fr-FR" sz="1467" dirty="0">
              <a:latin typeface="Marianne" panose="02000000000000000000" pitchFamily="50" charset="0"/>
            </a:endParaRPr>
          </a:p>
          <a:p>
            <a:br>
              <a:rPr lang="fr-FR" sz="1333" dirty="0"/>
            </a:br>
            <a:endParaRPr lang="fr-FR" sz="1333" kern="0" dirty="0">
              <a:solidFill>
                <a:schemeClr val="lt1"/>
              </a:solidFill>
              <a:latin typeface="Arial" panose="020B0604020202020204" pitchFamily="34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10" name="Sous-titre 4"/>
          <p:cNvSpPr txBox="1">
            <a:spLocks/>
          </p:cNvSpPr>
          <p:nvPr/>
        </p:nvSpPr>
        <p:spPr>
          <a:xfrm>
            <a:off x="863419" y="3813043"/>
            <a:ext cx="4416491" cy="2592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indent="0" fontAlgn="base"/>
            <a:r>
              <a:rPr lang="fr-FR" sz="1200" dirty="0">
                <a:latin typeface="Marianne" panose="02000000000000000000" pitchFamily="50" charset="0"/>
                <a:cs typeface="Arial" panose="020B0604020202020204" pitchFamily="34" charset="0"/>
              </a:rPr>
              <a:t>Contenu</a:t>
            </a:r>
            <a:endParaRPr lang="fr-FR" sz="1333" dirty="0">
              <a:latin typeface="Marianne" panose="02000000000000000000" pitchFamily="50" charset="0"/>
              <a:cs typeface="Arial" panose="020B0604020202020204" pitchFamily="34" charset="0"/>
            </a:endParaRPr>
          </a:p>
        </p:txBody>
      </p:sp>
      <p:sp>
        <p:nvSpPr>
          <p:cNvPr id="11" name="Sous-titre 4"/>
          <p:cNvSpPr txBox="1">
            <a:spLocks/>
          </p:cNvSpPr>
          <p:nvPr/>
        </p:nvSpPr>
        <p:spPr>
          <a:xfrm>
            <a:off x="6815422" y="1966951"/>
            <a:ext cx="2208245" cy="13372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indent="0" fontAlgn="base"/>
            <a:r>
              <a:rPr lang="fr-FR" sz="800" dirty="0">
                <a:latin typeface="Marianne" panose="02000000000000000000" pitchFamily="50" charset="0"/>
                <a:cs typeface="Arial" panose="020B0604020202020204" pitchFamily="34" charset="0"/>
              </a:rPr>
              <a:t>Mise en valeur</a:t>
            </a:r>
          </a:p>
        </p:txBody>
      </p:sp>
      <p:sp>
        <p:nvSpPr>
          <p:cNvPr id="13" name="Sous-titre 4"/>
          <p:cNvSpPr txBox="1">
            <a:spLocks/>
          </p:cNvSpPr>
          <p:nvPr/>
        </p:nvSpPr>
        <p:spPr>
          <a:xfrm>
            <a:off x="9264352" y="1988841"/>
            <a:ext cx="2208245" cy="1315364"/>
          </a:xfrm>
          <a:prstGeom prst="rect">
            <a:avLst/>
          </a:prstGeom>
          <a:solidFill>
            <a:schemeClr val="accent4">
              <a:lumMod val="90000"/>
            </a:schemeClr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indent="0" fontAlgn="base"/>
            <a:r>
              <a:rPr lang="fr-FR" sz="800" dirty="0">
                <a:latin typeface="Marianne" panose="02000000000000000000" pitchFamily="50" charset="0"/>
                <a:cs typeface="Arial" panose="020B0604020202020204" pitchFamily="34" charset="0"/>
              </a:rPr>
              <a:t>Mise en valeur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" name="Google Shape;357;p33"/>
          <p:cNvGrpSpPr/>
          <p:nvPr/>
        </p:nvGrpSpPr>
        <p:grpSpPr>
          <a:xfrm>
            <a:off x="6050583" y="4085600"/>
            <a:ext cx="4562400" cy="1624400"/>
            <a:chOff x="722275" y="1619650"/>
            <a:chExt cx="3421800" cy="1218300"/>
          </a:xfrm>
        </p:grpSpPr>
        <p:sp>
          <p:nvSpPr>
            <p:cNvPr id="358" name="Google Shape;358;p33"/>
            <p:cNvSpPr/>
            <p:nvPr/>
          </p:nvSpPr>
          <p:spPr>
            <a:xfrm>
              <a:off x="722275" y="1619650"/>
              <a:ext cx="34218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59" name="Google Shape;359;p33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360" name="Google Shape;360;p33"/>
          <p:cNvGrpSpPr/>
          <p:nvPr/>
        </p:nvGrpSpPr>
        <p:grpSpPr>
          <a:xfrm>
            <a:off x="6050583" y="2159533"/>
            <a:ext cx="4562400" cy="1624400"/>
            <a:chOff x="722275" y="1619650"/>
            <a:chExt cx="3421800" cy="1218300"/>
          </a:xfrm>
        </p:grpSpPr>
        <p:sp>
          <p:nvSpPr>
            <p:cNvPr id="361" name="Google Shape;361;p33"/>
            <p:cNvSpPr/>
            <p:nvPr/>
          </p:nvSpPr>
          <p:spPr>
            <a:xfrm>
              <a:off x="722275" y="1619650"/>
              <a:ext cx="34218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62" name="Google Shape;362;p33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cxnSp>
        <p:nvCxnSpPr>
          <p:cNvPr id="363" name="Google Shape;363;p33"/>
          <p:cNvCxnSpPr/>
          <p:nvPr/>
        </p:nvCxnSpPr>
        <p:spPr>
          <a:xfrm>
            <a:off x="7237349" y="2397733"/>
            <a:ext cx="0" cy="114800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64" name="Google Shape;364;p33"/>
          <p:cNvCxnSpPr/>
          <p:nvPr/>
        </p:nvCxnSpPr>
        <p:spPr>
          <a:xfrm>
            <a:off x="7237349" y="4323800"/>
            <a:ext cx="0" cy="114800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65" name="Google Shape;365;p33"/>
          <p:cNvGrpSpPr/>
          <p:nvPr/>
        </p:nvGrpSpPr>
        <p:grpSpPr>
          <a:xfrm>
            <a:off x="963033" y="4085600"/>
            <a:ext cx="4562400" cy="1624400"/>
            <a:chOff x="722275" y="1619650"/>
            <a:chExt cx="3421800" cy="1218300"/>
          </a:xfrm>
        </p:grpSpPr>
        <p:sp>
          <p:nvSpPr>
            <p:cNvPr id="366" name="Google Shape;366;p33"/>
            <p:cNvSpPr/>
            <p:nvPr/>
          </p:nvSpPr>
          <p:spPr>
            <a:xfrm>
              <a:off x="722275" y="1619650"/>
              <a:ext cx="34218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67" name="Google Shape;367;p33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368" name="Google Shape;368;p33"/>
          <p:cNvGrpSpPr/>
          <p:nvPr/>
        </p:nvGrpSpPr>
        <p:grpSpPr>
          <a:xfrm>
            <a:off x="963033" y="2159533"/>
            <a:ext cx="4562400" cy="1624400"/>
            <a:chOff x="722275" y="1619650"/>
            <a:chExt cx="3421800" cy="1218300"/>
          </a:xfrm>
        </p:grpSpPr>
        <p:sp>
          <p:nvSpPr>
            <p:cNvPr id="369" name="Google Shape;369;p33"/>
            <p:cNvSpPr/>
            <p:nvPr/>
          </p:nvSpPr>
          <p:spPr>
            <a:xfrm>
              <a:off x="722275" y="1619650"/>
              <a:ext cx="34218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70" name="Google Shape;370;p33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371" name="Google Shape;371;p3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Sommaire</a:t>
            </a:r>
            <a:endParaRPr dirty="0"/>
          </a:p>
        </p:txBody>
      </p:sp>
      <p:sp>
        <p:nvSpPr>
          <p:cNvPr id="372" name="Google Shape;372;p33"/>
          <p:cNvSpPr txBox="1">
            <a:spLocks noGrp="1"/>
          </p:cNvSpPr>
          <p:nvPr>
            <p:ph type="title" idx="2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solidFill>
                  <a:srgbClr val="000091"/>
                </a:solidFill>
              </a:rPr>
              <a:t>Titre</a:t>
            </a:r>
            <a:endParaRPr dirty="0">
              <a:solidFill>
                <a:srgbClr val="000091"/>
              </a:solidFill>
            </a:endParaRPr>
          </a:p>
        </p:txBody>
      </p:sp>
      <p:sp>
        <p:nvSpPr>
          <p:cNvPr id="373" name="Google Shape;373;p33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Saississez ici votre déscription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374" name="Google Shape;374;p33"/>
          <p:cNvSpPr txBox="1">
            <a:spLocks noGrp="1"/>
          </p:cNvSpPr>
          <p:nvPr>
            <p:ph type="title" idx="3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solidFill>
                  <a:srgbClr val="000091"/>
                </a:solidFill>
              </a:rPr>
              <a:t>Titre</a:t>
            </a:r>
            <a:endParaRPr dirty="0">
              <a:solidFill>
                <a:srgbClr val="000091"/>
              </a:solidFill>
            </a:endParaRPr>
          </a:p>
        </p:txBody>
      </p:sp>
      <p:sp>
        <p:nvSpPr>
          <p:cNvPr id="375" name="Google Shape;375;p33"/>
          <p:cNvSpPr txBox="1">
            <a:spLocks noGrp="1"/>
          </p:cNvSpPr>
          <p:nvPr>
            <p:ph type="subTitle" idx="4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Saississez ici votre déscription</a:t>
            </a:r>
          </a:p>
          <a:p>
            <a:pPr marL="0" indent="0"/>
            <a:endParaRPr dirty="0">
              <a:latin typeface="Marianne" panose="02000000000000000000" pitchFamily="50" charset="0"/>
            </a:endParaRPr>
          </a:p>
        </p:txBody>
      </p:sp>
      <p:sp>
        <p:nvSpPr>
          <p:cNvPr id="376" name="Google Shape;376;p33"/>
          <p:cNvSpPr txBox="1">
            <a:spLocks noGrp="1"/>
          </p:cNvSpPr>
          <p:nvPr>
            <p:ph type="title" idx="5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solidFill>
                  <a:srgbClr val="000091"/>
                </a:solidFill>
              </a:rPr>
              <a:t>Titre</a:t>
            </a:r>
            <a:endParaRPr dirty="0">
              <a:solidFill>
                <a:srgbClr val="000091"/>
              </a:solidFill>
            </a:endParaRPr>
          </a:p>
        </p:txBody>
      </p:sp>
      <p:sp>
        <p:nvSpPr>
          <p:cNvPr id="377" name="Google Shape;377;p33"/>
          <p:cNvSpPr txBox="1">
            <a:spLocks noGrp="1"/>
          </p:cNvSpPr>
          <p:nvPr>
            <p:ph type="subTitle" idx="6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Saississez ici votre déscription</a:t>
            </a:r>
          </a:p>
          <a:p>
            <a:pPr marL="0" indent="0"/>
            <a:endParaRPr dirty="0">
              <a:latin typeface="Marianne" panose="02000000000000000000" pitchFamily="50" charset="0"/>
            </a:endParaRPr>
          </a:p>
        </p:txBody>
      </p:sp>
      <p:sp>
        <p:nvSpPr>
          <p:cNvPr id="378" name="Google Shape;378;p33"/>
          <p:cNvSpPr txBox="1">
            <a:spLocks noGrp="1"/>
          </p:cNvSpPr>
          <p:nvPr>
            <p:ph type="title" idx="7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solidFill>
                  <a:srgbClr val="000091"/>
                </a:solidFill>
              </a:rPr>
              <a:t>Titre</a:t>
            </a:r>
            <a:endParaRPr dirty="0">
              <a:solidFill>
                <a:srgbClr val="000091"/>
              </a:solidFill>
            </a:endParaRPr>
          </a:p>
        </p:txBody>
      </p:sp>
      <p:sp>
        <p:nvSpPr>
          <p:cNvPr id="379" name="Google Shape;379;p33"/>
          <p:cNvSpPr txBox="1">
            <a:spLocks noGrp="1"/>
          </p:cNvSpPr>
          <p:nvPr>
            <p:ph type="subTitle" idx="8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Saississez ici votre déscription</a:t>
            </a:r>
          </a:p>
          <a:p>
            <a:pPr marL="0" indent="0"/>
            <a:endParaRPr dirty="0">
              <a:latin typeface="Marianne" panose="02000000000000000000" pitchFamily="50" charset="0"/>
            </a:endParaRPr>
          </a:p>
        </p:txBody>
      </p:sp>
      <p:sp>
        <p:nvSpPr>
          <p:cNvPr id="380" name="Google Shape;380;p33"/>
          <p:cNvSpPr txBox="1">
            <a:spLocks noGrp="1"/>
          </p:cNvSpPr>
          <p:nvPr>
            <p:ph type="title" idx="9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>
                <a:latin typeface="Marianne" panose="02000000000000000000" pitchFamily="50" charset="0"/>
              </a:rPr>
              <a:t>01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381" name="Google Shape;381;p33"/>
          <p:cNvSpPr txBox="1">
            <a:spLocks noGrp="1"/>
          </p:cNvSpPr>
          <p:nvPr>
            <p:ph type="title" idx="13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03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382" name="Google Shape;382;p33"/>
          <p:cNvSpPr txBox="1">
            <a:spLocks noGrp="1"/>
          </p:cNvSpPr>
          <p:nvPr>
            <p:ph type="title" idx="14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02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383" name="Google Shape;383;p33"/>
          <p:cNvSpPr txBox="1">
            <a:spLocks noGrp="1"/>
          </p:cNvSpPr>
          <p:nvPr>
            <p:ph type="title" idx="15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>
                <a:latin typeface="Marianne" panose="02000000000000000000" pitchFamily="50" charset="0"/>
              </a:rPr>
              <a:t>04</a:t>
            </a:r>
            <a:endParaRPr dirty="0">
              <a:latin typeface="Marianne" panose="02000000000000000000" pitchFamily="50" charset="0"/>
            </a:endParaRPr>
          </a:p>
        </p:txBody>
      </p:sp>
      <p:cxnSp>
        <p:nvCxnSpPr>
          <p:cNvPr id="384" name="Google Shape;384;p33"/>
          <p:cNvCxnSpPr/>
          <p:nvPr/>
        </p:nvCxnSpPr>
        <p:spPr>
          <a:xfrm>
            <a:off x="2149799" y="2397733"/>
            <a:ext cx="0" cy="114800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85" name="Google Shape;385;p33"/>
          <p:cNvCxnSpPr/>
          <p:nvPr/>
        </p:nvCxnSpPr>
        <p:spPr>
          <a:xfrm>
            <a:off x="2149799" y="4323800"/>
            <a:ext cx="0" cy="114800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86" name="Google Shape;386;p33"/>
          <p:cNvGrpSpPr/>
          <p:nvPr/>
        </p:nvGrpSpPr>
        <p:grpSpPr>
          <a:xfrm>
            <a:off x="6080752" y="1752063"/>
            <a:ext cx="6141600" cy="68000"/>
            <a:chOff x="3346275" y="3295200"/>
            <a:chExt cx="4606200" cy="51000"/>
          </a:xfrm>
        </p:grpSpPr>
        <p:cxnSp>
          <p:nvCxnSpPr>
            <p:cNvPr id="387" name="Google Shape;387;p33"/>
            <p:cNvCxnSpPr/>
            <p:nvPr/>
          </p:nvCxnSpPr>
          <p:spPr>
            <a:xfrm>
              <a:off x="3346275" y="3295213"/>
              <a:ext cx="4606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388" name="Google Shape;388;p33"/>
            <p:cNvSpPr/>
            <p:nvPr/>
          </p:nvSpPr>
          <p:spPr>
            <a:xfrm>
              <a:off x="5428000" y="3295200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sp>
        <p:nvSpPr>
          <p:cNvPr id="389" name="Google Shape;389;p33"/>
          <p:cNvSpPr/>
          <p:nvPr/>
        </p:nvSpPr>
        <p:spPr>
          <a:xfrm>
            <a:off x="11156900" y="440567"/>
            <a:ext cx="557200" cy="5572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400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P</a:t>
            </a:r>
            <a:endParaRPr sz="2400" b="1" dirty="0">
              <a:solidFill>
                <a:schemeClr val="accent5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390" name="Google Shape;390;p33"/>
          <p:cNvGrpSpPr/>
          <p:nvPr/>
        </p:nvGrpSpPr>
        <p:grpSpPr>
          <a:xfrm>
            <a:off x="11204310" y="6213310"/>
            <a:ext cx="1215785" cy="26150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391" name="Google Shape;391;p33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92" name="Google Shape;392;p33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393" name="Google Shape;393;p33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34"/>
          <p:cNvSpPr txBox="1">
            <a:spLocks noGrp="1"/>
          </p:cNvSpPr>
          <p:nvPr>
            <p:ph type="body" idx="1"/>
          </p:nvPr>
        </p:nvSpPr>
        <p:spPr>
          <a:xfrm>
            <a:off x="3792567" y="3313103"/>
            <a:ext cx="4224469" cy="182420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buNone/>
            </a:pPr>
            <a:r>
              <a:rPr lang="fr-FR" dirty="0">
                <a:latin typeface="Marianne" panose="02000000000000000000" pitchFamily="50" charset="0"/>
              </a:rPr>
              <a:t>Saisir ici un texte de présentation </a:t>
            </a:r>
          </a:p>
          <a:p>
            <a:pPr marL="0" indent="0">
              <a:buNone/>
            </a:pPr>
            <a:r>
              <a:rPr lang="fr-FR" dirty="0">
                <a:latin typeface="Marianne" panose="02000000000000000000" pitchFamily="50" charset="0"/>
              </a:rPr>
              <a:t>de la partie concernée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408" name="Google Shape;408;p34"/>
          <p:cNvSpPr txBox="1">
            <a:spLocks noGrp="1"/>
          </p:cNvSpPr>
          <p:nvPr>
            <p:ph type="title"/>
          </p:nvPr>
        </p:nvSpPr>
        <p:spPr>
          <a:xfrm>
            <a:off x="3538523" y="2297385"/>
            <a:ext cx="7262000" cy="9644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/>
              <a:t>Page de titre</a:t>
            </a:r>
            <a:endParaRPr dirty="0"/>
          </a:p>
        </p:txBody>
      </p:sp>
      <p:sp>
        <p:nvSpPr>
          <p:cNvPr id="410" name="Google Shape;410;p34"/>
          <p:cNvSpPr txBox="1">
            <a:spLocks noGrp="1"/>
          </p:cNvSpPr>
          <p:nvPr>
            <p:ph type="title" idx="4294967295"/>
          </p:nvPr>
        </p:nvSpPr>
        <p:spPr>
          <a:xfrm>
            <a:off x="140413" y="2372785"/>
            <a:ext cx="1285875" cy="889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r">
              <a:spcBef>
                <a:spcPts val="0"/>
              </a:spcBef>
            </a:pPr>
            <a:r>
              <a:rPr lang="en" dirty="0">
                <a:solidFill>
                  <a:schemeClr val="accent6"/>
                </a:solidFill>
                <a:latin typeface="Marianne" panose="02000000000000000000" pitchFamily="50" charset="0"/>
              </a:rPr>
              <a:t>01</a:t>
            </a:r>
            <a:endParaRPr dirty="0">
              <a:solidFill>
                <a:schemeClr val="accent6"/>
              </a:solidFill>
              <a:latin typeface="Marianne" panose="02000000000000000000" pitchFamily="50" charset="0"/>
            </a:endParaRPr>
          </a:p>
        </p:txBody>
      </p:sp>
      <p:cxnSp>
        <p:nvCxnSpPr>
          <p:cNvPr id="411" name="Google Shape;411;p34"/>
          <p:cNvCxnSpPr/>
          <p:nvPr/>
        </p:nvCxnSpPr>
        <p:spPr>
          <a:xfrm>
            <a:off x="3327882" y="2563967"/>
            <a:ext cx="0" cy="2344757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17" name="Google Shape;1136;p64"/>
          <p:cNvPicPr preferRelativeResize="0"/>
          <p:nvPr/>
        </p:nvPicPr>
        <p:blipFill rotWithShape="1">
          <a:blip r:embed="rId3">
            <a:alphaModFix/>
          </a:blip>
          <a:srcRect t="16540" b="16547"/>
          <a:stretch/>
        </p:blipFill>
        <p:spPr>
          <a:xfrm>
            <a:off x="8271079" y="3236979"/>
            <a:ext cx="2142292" cy="14334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439;p36">
            <a:extLst>
              <a:ext uri="{FF2B5EF4-FFF2-40B4-BE49-F238E27FC236}">
                <a16:creationId xmlns:a16="http://schemas.microsoft.com/office/drawing/2014/main" id="{66EA7EBD-36FE-4E45-A897-F708D575FD53}"/>
              </a:ext>
            </a:extLst>
          </p:cNvPr>
          <p:cNvSpPr/>
          <p:nvPr/>
        </p:nvSpPr>
        <p:spPr>
          <a:xfrm>
            <a:off x="1254908" y="1158240"/>
            <a:ext cx="7717500" cy="484632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latin typeface="Marianne" panose="02000000000000000000" pitchFamily="50" charset="0"/>
            </a:endParaRPr>
          </a:p>
        </p:txBody>
      </p:sp>
      <p:sp>
        <p:nvSpPr>
          <p:cNvPr id="441" name="Google Shape;441;p36"/>
          <p:cNvSpPr txBox="1">
            <a:spLocks noGrp="1"/>
          </p:cNvSpPr>
          <p:nvPr>
            <p:ph type="body" idx="1"/>
          </p:nvPr>
        </p:nvSpPr>
        <p:spPr>
          <a:xfrm>
            <a:off x="2897733" y="2508800"/>
            <a:ext cx="7262000" cy="28048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buNone/>
            </a:pPr>
            <a:r>
              <a:rPr lang="fr-FR" dirty="0">
                <a:solidFill>
                  <a:schemeClr val="lt1"/>
                </a:solidFill>
                <a:latin typeface="Marianne" panose="02000000000000000000" pitchFamily="50" charset="0"/>
              </a:rPr>
              <a:t>Résumé</a:t>
            </a:r>
          </a:p>
          <a:p>
            <a:pPr marL="0" indent="0">
              <a:buNone/>
            </a:pPr>
            <a:endParaRPr dirty="0">
              <a:solidFill>
                <a:schemeClr val="lt1"/>
              </a:solidFill>
              <a:latin typeface="Marianne" panose="02000000000000000000" pitchFamily="50" charset="0"/>
            </a:endParaRPr>
          </a:p>
        </p:txBody>
      </p:sp>
      <p:sp>
        <p:nvSpPr>
          <p:cNvPr id="440" name="Google Shape;440;p36"/>
          <p:cNvSpPr txBox="1">
            <a:spLocks noGrp="1"/>
          </p:cNvSpPr>
          <p:nvPr>
            <p:ph type="title"/>
          </p:nvPr>
        </p:nvSpPr>
        <p:spPr>
          <a:xfrm>
            <a:off x="2255573" y="1412776"/>
            <a:ext cx="11167152" cy="159656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sz="4267" dirty="0">
                <a:cs typeface="Marianne Bold"/>
              </a:rPr>
              <a:t>Intertitre</a:t>
            </a:r>
            <a:endParaRPr sz="4267" dirty="0">
              <a:cs typeface="Marianne Bold"/>
            </a:endParaRPr>
          </a:p>
        </p:txBody>
      </p:sp>
      <p:grpSp>
        <p:nvGrpSpPr>
          <p:cNvPr id="442" name="Google Shape;442;p36"/>
          <p:cNvGrpSpPr/>
          <p:nvPr/>
        </p:nvGrpSpPr>
        <p:grpSpPr>
          <a:xfrm rot="5400000">
            <a:off x="-96163" y="3298309"/>
            <a:ext cx="3865891" cy="261516"/>
            <a:chOff x="-10994471" y="-62815"/>
            <a:chExt cx="14755310" cy="840347"/>
          </a:xfrm>
          <a:solidFill>
            <a:srgbClr val="000091"/>
          </a:solidFill>
        </p:grpSpPr>
        <p:sp>
          <p:nvSpPr>
            <p:cNvPr id="443" name="Google Shape;443;p36"/>
            <p:cNvSpPr/>
            <p:nvPr/>
          </p:nvSpPr>
          <p:spPr>
            <a:xfrm>
              <a:off x="-10994471" y="-62815"/>
              <a:ext cx="130275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44" name="Google Shape;444;p36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45" name="Google Shape;445;p36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446" name="Google Shape;446;p36"/>
          <p:cNvGrpSpPr/>
          <p:nvPr/>
        </p:nvGrpSpPr>
        <p:grpSpPr>
          <a:xfrm>
            <a:off x="4470770" y="427734"/>
            <a:ext cx="1201937" cy="582885"/>
            <a:chOff x="4044061" y="4359300"/>
            <a:chExt cx="504789" cy="244800"/>
          </a:xfrm>
        </p:grpSpPr>
        <p:sp>
          <p:nvSpPr>
            <p:cNvPr id="447" name="Google Shape;447;p36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48" name="Google Shape;448;p3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450" name="Google Shape;450;p36"/>
          <p:cNvGrpSpPr/>
          <p:nvPr/>
        </p:nvGrpSpPr>
        <p:grpSpPr>
          <a:xfrm>
            <a:off x="8045570" y="5847350"/>
            <a:ext cx="1201937" cy="582885"/>
            <a:chOff x="4044061" y="4359300"/>
            <a:chExt cx="504789" cy="244800"/>
          </a:xfrm>
        </p:grpSpPr>
        <p:sp>
          <p:nvSpPr>
            <p:cNvPr id="451" name="Google Shape;451;p36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52" name="Google Shape;452;p3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p37"/>
          <p:cNvSpPr txBox="1">
            <a:spLocks noGrp="1"/>
          </p:cNvSpPr>
          <p:nvPr>
            <p:ph type="title"/>
          </p:nvPr>
        </p:nvSpPr>
        <p:spPr>
          <a:xfrm>
            <a:off x="960000" y="988619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</a:rPr>
              <a:t>Chronologie</a:t>
            </a:r>
            <a:endParaRPr dirty="0">
              <a:latin typeface="Marianne ExtraBold" panose="02000000000000000000" pitchFamily="50" charset="0"/>
            </a:endParaRPr>
          </a:p>
        </p:txBody>
      </p:sp>
      <p:sp>
        <p:nvSpPr>
          <p:cNvPr id="458" name="Google Shape;458;p37"/>
          <p:cNvSpPr txBox="1"/>
          <p:nvPr/>
        </p:nvSpPr>
        <p:spPr>
          <a:xfrm>
            <a:off x="1289067" y="2185933"/>
            <a:ext cx="27260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Titre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59" name="Google Shape;459;p37"/>
          <p:cNvSpPr txBox="1"/>
          <p:nvPr/>
        </p:nvSpPr>
        <p:spPr>
          <a:xfrm>
            <a:off x="1289067" y="4440599"/>
            <a:ext cx="2726000" cy="1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légende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460" name="Google Shape;460;p37"/>
          <p:cNvSpPr txBox="1"/>
          <p:nvPr/>
        </p:nvSpPr>
        <p:spPr>
          <a:xfrm>
            <a:off x="4733024" y="2185933"/>
            <a:ext cx="27260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Titre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61" name="Google Shape;461;p37"/>
          <p:cNvSpPr txBox="1"/>
          <p:nvPr/>
        </p:nvSpPr>
        <p:spPr>
          <a:xfrm>
            <a:off x="4733012" y="4440600"/>
            <a:ext cx="2726000" cy="1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légende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462" name="Google Shape;462;p37"/>
          <p:cNvSpPr txBox="1"/>
          <p:nvPr/>
        </p:nvSpPr>
        <p:spPr>
          <a:xfrm>
            <a:off x="8176945" y="2185933"/>
            <a:ext cx="27260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Titre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63" name="Google Shape;463;p37"/>
          <p:cNvSpPr txBox="1"/>
          <p:nvPr/>
        </p:nvSpPr>
        <p:spPr>
          <a:xfrm>
            <a:off x="8176948" y="4440600"/>
            <a:ext cx="2726000" cy="1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légende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cxnSp>
        <p:nvCxnSpPr>
          <p:cNvPr id="464" name="Google Shape;464;p37"/>
          <p:cNvCxnSpPr/>
          <p:nvPr/>
        </p:nvCxnSpPr>
        <p:spPr>
          <a:xfrm>
            <a:off x="0" y="3697967"/>
            <a:ext cx="23800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65" name="Google Shape;465;p37"/>
          <p:cNvCxnSpPr/>
          <p:nvPr/>
        </p:nvCxnSpPr>
        <p:spPr>
          <a:xfrm>
            <a:off x="2925700" y="3697967"/>
            <a:ext cx="2878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66" name="Google Shape;466;p37"/>
          <p:cNvCxnSpPr/>
          <p:nvPr/>
        </p:nvCxnSpPr>
        <p:spPr>
          <a:xfrm>
            <a:off x="6462900" y="3697967"/>
            <a:ext cx="2878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67" name="Google Shape;467;p37"/>
          <p:cNvCxnSpPr/>
          <p:nvPr/>
        </p:nvCxnSpPr>
        <p:spPr>
          <a:xfrm>
            <a:off x="9830767" y="3697967"/>
            <a:ext cx="23800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68" name="Google Shape;468;p37"/>
          <p:cNvSpPr/>
          <p:nvPr/>
        </p:nvSpPr>
        <p:spPr>
          <a:xfrm>
            <a:off x="2037733" y="3118567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3200" b="1" dirty="0">
                <a:solidFill>
                  <a:schemeClr val="lt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01</a:t>
            </a:r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69" name="Google Shape;469;p37"/>
          <p:cNvSpPr/>
          <p:nvPr/>
        </p:nvSpPr>
        <p:spPr>
          <a:xfrm>
            <a:off x="5516600" y="3118567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3200" b="1" dirty="0">
                <a:solidFill>
                  <a:schemeClr val="lt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02</a:t>
            </a:r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70" name="Google Shape;470;p37"/>
          <p:cNvSpPr/>
          <p:nvPr/>
        </p:nvSpPr>
        <p:spPr>
          <a:xfrm>
            <a:off x="8995467" y="3118567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3200" b="1" dirty="0">
                <a:solidFill>
                  <a:schemeClr val="lt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03</a:t>
            </a:r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471" name="Google Shape;471;p37"/>
          <p:cNvGrpSpPr/>
          <p:nvPr/>
        </p:nvGrpSpPr>
        <p:grpSpPr>
          <a:xfrm>
            <a:off x="-255126" y="2261978"/>
            <a:ext cx="1215785" cy="261501"/>
            <a:chOff x="-145925" y="-62768"/>
            <a:chExt cx="3906764" cy="840300"/>
          </a:xfrm>
        </p:grpSpPr>
        <p:sp>
          <p:nvSpPr>
            <p:cNvPr id="472" name="Google Shape;472;p37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73" name="Google Shape;473;p37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74" name="Google Shape;474;p37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475" name="Google Shape;475;p37"/>
          <p:cNvGrpSpPr/>
          <p:nvPr/>
        </p:nvGrpSpPr>
        <p:grpSpPr>
          <a:xfrm>
            <a:off x="7227544" y="4179090"/>
            <a:ext cx="1215785" cy="261501"/>
            <a:chOff x="-145925" y="-62768"/>
            <a:chExt cx="3906764" cy="840300"/>
          </a:xfrm>
        </p:grpSpPr>
        <p:sp>
          <p:nvSpPr>
            <p:cNvPr id="476" name="Google Shape;476;p37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77" name="Google Shape;477;p37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78" name="Google Shape;478;p37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479" name="Google Shape;479;p37"/>
          <p:cNvGrpSpPr/>
          <p:nvPr/>
        </p:nvGrpSpPr>
        <p:grpSpPr>
          <a:xfrm>
            <a:off x="4045767" y="3387167"/>
            <a:ext cx="621600" cy="621600"/>
            <a:chOff x="3118550" y="2525900"/>
            <a:chExt cx="466200" cy="466200"/>
          </a:xfrm>
        </p:grpSpPr>
        <p:sp>
          <p:nvSpPr>
            <p:cNvPr id="480" name="Google Shape;480;p37"/>
            <p:cNvSpPr/>
            <p:nvPr/>
          </p:nvSpPr>
          <p:spPr>
            <a:xfrm>
              <a:off x="3118550" y="2525900"/>
              <a:ext cx="466200" cy="4662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highlight>
                  <a:srgbClr val="AD4847"/>
                </a:highlight>
                <a:latin typeface="Marianne" panose="02000000000000000000" pitchFamily="50" charset="0"/>
              </a:endParaRPr>
            </a:p>
          </p:txBody>
        </p:sp>
        <p:grpSp>
          <p:nvGrpSpPr>
            <p:cNvPr id="481" name="Google Shape;481;p37"/>
            <p:cNvGrpSpPr/>
            <p:nvPr/>
          </p:nvGrpSpPr>
          <p:grpSpPr>
            <a:xfrm flipH="1">
              <a:off x="3295845" y="2681128"/>
              <a:ext cx="111611" cy="155744"/>
              <a:chOff x="3333474" y="2248417"/>
              <a:chExt cx="216300" cy="392400"/>
            </a:xfrm>
          </p:grpSpPr>
          <p:sp>
            <p:nvSpPr>
              <p:cNvPr id="482" name="Google Shape;482;p37"/>
              <p:cNvSpPr/>
              <p:nvPr/>
            </p:nvSpPr>
            <p:spPr>
              <a:xfrm>
                <a:off x="3333474" y="22484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rgbClr val="00009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solidFill>
                    <a:srgbClr val="000091"/>
                  </a:solidFill>
                  <a:highlight>
                    <a:srgbClr val="AD4847"/>
                  </a:highlight>
                  <a:latin typeface="Marianne" panose="02000000000000000000" pitchFamily="50" charset="0"/>
                </a:endParaRPr>
              </a:p>
            </p:txBody>
          </p:sp>
          <p:sp>
            <p:nvSpPr>
              <p:cNvPr id="483" name="Google Shape;483;p37"/>
              <p:cNvSpPr/>
              <p:nvPr/>
            </p:nvSpPr>
            <p:spPr>
              <a:xfrm rot="10800000" flipH="1">
                <a:off x="3333474" y="24446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rgbClr val="00009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solidFill>
                    <a:schemeClr val="accent1">
                      <a:lumMod val="75000"/>
                    </a:schemeClr>
                  </a:solidFill>
                  <a:highlight>
                    <a:srgbClr val="AD4847"/>
                  </a:highlight>
                  <a:latin typeface="Marianne" panose="02000000000000000000" pitchFamily="50" charset="0"/>
                </a:endParaRPr>
              </a:p>
            </p:txBody>
          </p:sp>
        </p:grpSp>
      </p:grpSp>
      <p:grpSp>
        <p:nvGrpSpPr>
          <p:cNvPr id="484" name="Google Shape;484;p37"/>
          <p:cNvGrpSpPr/>
          <p:nvPr/>
        </p:nvGrpSpPr>
        <p:grpSpPr>
          <a:xfrm>
            <a:off x="7524633" y="3387167"/>
            <a:ext cx="621600" cy="621600"/>
            <a:chOff x="3118550" y="2525900"/>
            <a:chExt cx="466200" cy="466200"/>
          </a:xfrm>
        </p:grpSpPr>
        <p:sp>
          <p:nvSpPr>
            <p:cNvPr id="485" name="Google Shape;485;p37"/>
            <p:cNvSpPr/>
            <p:nvPr/>
          </p:nvSpPr>
          <p:spPr>
            <a:xfrm>
              <a:off x="3118550" y="2525900"/>
              <a:ext cx="466200" cy="4662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grpSp>
          <p:nvGrpSpPr>
            <p:cNvPr id="486" name="Google Shape;486;p37"/>
            <p:cNvGrpSpPr/>
            <p:nvPr/>
          </p:nvGrpSpPr>
          <p:grpSpPr>
            <a:xfrm flipH="1">
              <a:off x="3295845" y="2681128"/>
              <a:ext cx="111611" cy="155744"/>
              <a:chOff x="3333474" y="2248417"/>
              <a:chExt cx="216300" cy="392400"/>
            </a:xfrm>
          </p:grpSpPr>
          <p:sp>
            <p:nvSpPr>
              <p:cNvPr id="487" name="Google Shape;487;p37"/>
              <p:cNvSpPr/>
              <p:nvPr/>
            </p:nvSpPr>
            <p:spPr>
              <a:xfrm>
                <a:off x="3333474" y="22484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rgbClr val="00009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  <p:sp>
            <p:nvSpPr>
              <p:cNvPr id="488" name="Google Shape;488;p37"/>
              <p:cNvSpPr/>
              <p:nvPr/>
            </p:nvSpPr>
            <p:spPr>
              <a:xfrm rot="10800000" flipH="1">
                <a:off x="3333474" y="24446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rgbClr val="000091"/>
              </a:solidFill>
              <a:ln>
                <a:solidFill>
                  <a:schemeClr val="accent1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3" name="Google Shape;493;p38"/>
          <p:cNvCxnSpPr/>
          <p:nvPr/>
        </p:nvCxnSpPr>
        <p:spPr>
          <a:xfrm>
            <a:off x="6462900" y="3697967"/>
            <a:ext cx="2878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95" name="Google Shape;495;p38"/>
          <p:cNvSpPr/>
          <p:nvPr/>
        </p:nvSpPr>
        <p:spPr>
          <a:xfrm>
            <a:off x="9099248" y="2480000"/>
            <a:ext cx="1898000" cy="1898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rgbClr val="A558A0"/>
              </a:solidFill>
              <a:highlight>
                <a:srgbClr val="6E445A"/>
              </a:highlight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496" name="Google Shape;496;p38"/>
          <p:cNvSpPr txBox="1">
            <a:spLocks noGrp="1"/>
          </p:cNvSpPr>
          <p:nvPr>
            <p:ph type="title"/>
          </p:nvPr>
        </p:nvSpPr>
        <p:spPr>
          <a:xfrm>
            <a:off x="941421" y="963435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</a:rPr>
              <a:t>Chronologie – feuille de route</a:t>
            </a:r>
            <a:endParaRPr dirty="0">
              <a:latin typeface="Marianne ExtraBold" panose="02000000000000000000" pitchFamily="50" charset="0"/>
            </a:endParaRPr>
          </a:p>
        </p:txBody>
      </p:sp>
      <p:sp>
        <p:nvSpPr>
          <p:cNvPr id="497" name="Google Shape;497;p38"/>
          <p:cNvSpPr txBox="1"/>
          <p:nvPr/>
        </p:nvSpPr>
        <p:spPr>
          <a:xfrm>
            <a:off x="1289066" y="2185933"/>
            <a:ext cx="3141908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rPr>
              <a:t>Projet 1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Marianne Bold"/>
              <a:sym typeface="Inter"/>
            </a:endParaRPr>
          </a:p>
        </p:txBody>
      </p:sp>
      <p:sp>
        <p:nvSpPr>
          <p:cNvPr id="498" name="Google Shape;498;p38"/>
          <p:cNvSpPr txBox="1"/>
          <p:nvPr/>
        </p:nvSpPr>
        <p:spPr>
          <a:xfrm>
            <a:off x="1289067" y="4440599"/>
            <a:ext cx="2726000" cy="1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Familles, professionnels de l’éducation…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499" name="Google Shape;499;p38"/>
          <p:cNvSpPr txBox="1"/>
          <p:nvPr/>
        </p:nvSpPr>
        <p:spPr>
          <a:xfrm>
            <a:off x="4733024" y="2185933"/>
            <a:ext cx="2995157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rPr>
              <a:t>Projet 2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Marianne Bold"/>
              <a:sym typeface="Inter"/>
            </a:endParaRPr>
          </a:p>
        </p:txBody>
      </p:sp>
      <p:sp>
        <p:nvSpPr>
          <p:cNvPr id="500" name="Google Shape;500;p38"/>
          <p:cNvSpPr txBox="1"/>
          <p:nvPr/>
        </p:nvSpPr>
        <p:spPr>
          <a:xfrm>
            <a:off x="4733012" y="4440600"/>
            <a:ext cx="2726000" cy="1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Un réseau scolaire unique au monde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cxnSp>
        <p:nvCxnSpPr>
          <p:cNvPr id="501" name="Google Shape;501;p38"/>
          <p:cNvCxnSpPr/>
          <p:nvPr/>
        </p:nvCxnSpPr>
        <p:spPr>
          <a:xfrm>
            <a:off x="0" y="3697967"/>
            <a:ext cx="23800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2" name="Google Shape;502;p38"/>
          <p:cNvCxnSpPr/>
          <p:nvPr/>
        </p:nvCxnSpPr>
        <p:spPr>
          <a:xfrm>
            <a:off x="2925700" y="3697967"/>
            <a:ext cx="2878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03" name="Google Shape;503;p38"/>
          <p:cNvSpPr/>
          <p:nvPr/>
        </p:nvSpPr>
        <p:spPr>
          <a:xfrm>
            <a:off x="2037733" y="3118567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3200" b="1" dirty="0">
                <a:solidFill>
                  <a:schemeClr val="lt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‘15</a:t>
            </a:r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504" name="Google Shape;504;p38"/>
          <p:cNvSpPr/>
          <p:nvPr/>
        </p:nvSpPr>
        <p:spPr>
          <a:xfrm>
            <a:off x="5516600" y="3118567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3200" b="1" dirty="0">
                <a:solidFill>
                  <a:schemeClr val="lt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‘20</a:t>
            </a:r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505" name="Google Shape;505;p38"/>
          <p:cNvGrpSpPr/>
          <p:nvPr/>
        </p:nvGrpSpPr>
        <p:grpSpPr>
          <a:xfrm>
            <a:off x="4045767" y="3387167"/>
            <a:ext cx="621600" cy="621600"/>
            <a:chOff x="3118550" y="2525900"/>
            <a:chExt cx="466200" cy="466200"/>
          </a:xfrm>
        </p:grpSpPr>
        <p:sp>
          <p:nvSpPr>
            <p:cNvPr id="506" name="Google Shape;506;p38"/>
            <p:cNvSpPr/>
            <p:nvPr/>
          </p:nvSpPr>
          <p:spPr>
            <a:xfrm>
              <a:off x="3118550" y="2525900"/>
              <a:ext cx="466200" cy="4662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grpSp>
          <p:nvGrpSpPr>
            <p:cNvPr id="507" name="Google Shape;507;p38"/>
            <p:cNvGrpSpPr/>
            <p:nvPr/>
          </p:nvGrpSpPr>
          <p:grpSpPr>
            <a:xfrm flipH="1">
              <a:off x="3295845" y="2681128"/>
              <a:ext cx="111611" cy="155744"/>
              <a:chOff x="3333474" y="2248417"/>
              <a:chExt cx="216300" cy="392400"/>
            </a:xfrm>
          </p:grpSpPr>
          <p:sp>
            <p:nvSpPr>
              <p:cNvPr id="508" name="Google Shape;508;p38"/>
              <p:cNvSpPr/>
              <p:nvPr/>
            </p:nvSpPr>
            <p:spPr>
              <a:xfrm>
                <a:off x="3333474" y="22484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  <p:sp>
            <p:nvSpPr>
              <p:cNvPr id="509" name="Google Shape;509;p38"/>
              <p:cNvSpPr/>
              <p:nvPr/>
            </p:nvSpPr>
            <p:spPr>
              <a:xfrm rot="10800000" flipH="1">
                <a:off x="3333474" y="24446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</p:grpSp>
      <p:grpSp>
        <p:nvGrpSpPr>
          <p:cNvPr id="510" name="Google Shape;510;p38"/>
          <p:cNvGrpSpPr/>
          <p:nvPr/>
        </p:nvGrpSpPr>
        <p:grpSpPr>
          <a:xfrm>
            <a:off x="7354300" y="3387167"/>
            <a:ext cx="621600" cy="621600"/>
            <a:chOff x="3118550" y="2525900"/>
            <a:chExt cx="466200" cy="466200"/>
          </a:xfrm>
        </p:grpSpPr>
        <p:sp>
          <p:nvSpPr>
            <p:cNvPr id="511" name="Google Shape;511;p38"/>
            <p:cNvSpPr/>
            <p:nvPr/>
          </p:nvSpPr>
          <p:spPr>
            <a:xfrm>
              <a:off x="3118550" y="2525900"/>
              <a:ext cx="466200" cy="4662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grpSp>
          <p:nvGrpSpPr>
            <p:cNvPr id="512" name="Google Shape;512;p38"/>
            <p:cNvGrpSpPr/>
            <p:nvPr/>
          </p:nvGrpSpPr>
          <p:grpSpPr>
            <a:xfrm flipH="1">
              <a:off x="3295845" y="2681128"/>
              <a:ext cx="111611" cy="155744"/>
              <a:chOff x="3333474" y="2248417"/>
              <a:chExt cx="216300" cy="392400"/>
            </a:xfrm>
          </p:grpSpPr>
          <p:sp>
            <p:nvSpPr>
              <p:cNvPr id="513" name="Google Shape;513;p38"/>
              <p:cNvSpPr/>
              <p:nvPr/>
            </p:nvSpPr>
            <p:spPr>
              <a:xfrm>
                <a:off x="3333474" y="22484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  <p:sp>
            <p:nvSpPr>
              <p:cNvPr id="514" name="Google Shape;514;p38"/>
              <p:cNvSpPr/>
              <p:nvPr/>
            </p:nvSpPr>
            <p:spPr>
              <a:xfrm rot="10800000" flipH="1">
                <a:off x="3333474" y="2444617"/>
                <a:ext cx="216300" cy="196200"/>
              </a:xfrm>
              <a:prstGeom prst="parallelogram">
                <a:avLst>
                  <a:gd name="adj" fmla="val 73866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</p:grpSp>
      <p:sp>
        <p:nvSpPr>
          <p:cNvPr id="515" name="Google Shape;515;p38"/>
          <p:cNvSpPr/>
          <p:nvPr/>
        </p:nvSpPr>
        <p:spPr>
          <a:xfrm>
            <a:off x="8654800" y="5471300"/>
            <a:ext cx="2582800" cy="94800"/>
          </a:xfrm>
          <a:prstGeom prst="rect">
            <a:avLst/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  <p:sp>
        <p:nvSpPr>
          <p:cNvPr id="517" name="Google Shape;517;p38"/>
          <p:cNvSpPr txBox="1"/>
          <p:nvPr/>
        </p:nvSpPr>
        <p:spPr>
          <a:xfrm flipH="1">
            <a:off x="8733757" y="4609300"/>
            <a:ext cx="2408400" cy="17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3200" b="1" dirty="0">
                <a:solidFill>
                  <a:srgbClr val="202124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date</a:t>
            </a:r>
            <a:endParaRPr sz="3200" b="1" dirty="0">
              <a:solidFill>
                <a:srgbClr val="202124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39"/>
          <p:cNvSpPr/>
          <p:nvPr/>
        </p:nvSpPr>
        <p:spPr>
          <a:xfrm>
            <a:off x="1094033" y="1898767"/>
            <a:ext cx="3046000" cy="3046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rgbClr val="A558A0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523" name="Google Shape;523;p39"/>
          <p:cNvSpPr/>
          <p:nvPr/>
        </p:nvSpPr>
        <p:spPr>
          <a:xfrm>
            <a:off x="4573000" y="1898767"/>
            <a:ext cx="3046000" cy="3046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524" name="Google Shape;524;p39"/>
          <p:cNvSpPr/>
          <p:nvPr/>
        </p:nvSpPr>
        <p:spPr>
          <a:xfrm>
            <a:off x="8051967" y="1898767"/>
            <a:ext cx="3046000" cy="3046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525" name="Google Shape;525;p3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Intertitres</a:t>
            </a:r>
            <a:endParaRPr dirty="0"/>
          </a:p>
        </p:txBody>
      </p:sp>
      <p:sp>
        <p:nvSpPr>
          <p:cNvPr id="526" name="Google Shape;526;p39"/>
          <p:cNvSpPr txBox="1">
            <a:spLocks noGrp="1"/>
          </p:cNvSpPr>
          <p:nvPr>
            <p:ph type="title" idx="2"/>
          </p:nvPr>
        </p:nvSpPr>
        <p:spPr>
          <a:xfrm>
            <a:off x="1292633" y="2313184"/>
            <a:ext cx="26488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Titre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27" name="Google Shape;527;p39"/>
          <p:cNvSpPr txBox="1">
            <a:spLocks noGrp="1"/>
          </p:cNvSpPr>
          <p:nvPr>
            <p:ph type="subTitle" idx="1"/>
          </p:nvPr>
        </p:nvSpPr>
        <p:spPr>
          <a:xfrm>
            <a:off x="1292633" y="2893316"/>
            <a:ext cx="2648800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Plus </a:t>
            </a:r>
          </a:p>
          <a:p>
            <a:pPr marL="0" indent="0"/>
            <a:r>
              <a:rPr lang="fr-FR" dirty="0">
                <a:latin typeface="Marianne" panose="02000000000000000000" pitchFamily="50" charset="0"/>
              </a:rPr>
              <a:t>d’informations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28" name="Google Shape;528;p39"/>
          <p:cNvSpPr txBox="1">
            <a:spLocks noGrp="1"/>
          </p:cNvSpPr>
          <p:nvPr>
            <p:ph type="title" idx="3"/>
          </p:nvPr>
        </p:nvSpPr>
        <p:spPr>
          <a:xfrm>
            <a:off x="4847861" y="2276872"/>
            <a:ext cx="26488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Titre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29" name="Google Shape;529;p39"/>
          <p:cNvSpPr txBox="1">
            <a:spLocks noGrp="1"/>
          </p:cNvSpPr>
          <p:nvPr>
            <p:ph type="subTitle" idx="4"/>
          </p:nvPr>
        </p:nvSpPr>
        <p:spPr>
          <a:xfrm>
            <a:off x="4771600" y="2893299"/>
            <a:ext cx="2648800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Plus </a:t>
            </a:r>
          </a:p>
          <a:p>
            <a:pPr marL="0" indent="0"/>
            <a:r>
              <a:rPr lang="fr-FR" dirty="0">
                <a:latin typeface="Marianne" panose="02000000000000000000" pitchFamily="50" charset="0"/>
              </a:rPr>
              <a:t>d’informations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30" name="Google Shape;530;p39"/>
          <p:cNvSpPr txBox="1">
            <a:spLocks noGrp="1"/>
          </p:cNvSpPr>
          <p:nvPr>
            <p:ph type="title" idx="5"/>
          </p:nvPr>
        </p:nvSpPr>
        <p:spPr>
          <a:xfrm>
            <a:off x="8288256" y="2276872"/>
            <a:ext cx="2896309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Titre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31" name="Google Shape;531;p39"/>
          <p:cNvSpPr txBox="1">
            <a:spLocks noGrp="1"/>
          </p:cNvSpPr>
          <p:nvPr>
            <p:ph type="subTitle" idx="6"/>
          </p:nvPr>
        </p:nvSpPr>
        <p:spPr>
          <a:xfrm>
            <a:off x="8250565" y="2893299"/>
            <a:ext cx="2648800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Plus </a:t>
            </a:r>
          </a:p>
          <a:p>
            <a:pPr marL="0" indent="0"/>
            <a:r>
              <a:rPr lang="fr-FR" dirty="0">
                <a:latin typeface="Marianne" panose="02000000000000000000" pitchFamily="50" charset="0"/>
              </a:rPr>
              <a:t>d’informations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535" name="Google Shape;535;p39"/>
          <p:cNvGrpSpPr/>
          <p:nvPr/>
        </p:nvGrpSpPr>
        <p:grpSpPr>
          <a:xfrm>
            <a:off x="342910" y="1446123"/>
            <a:ext cx="1215785" cy="26150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536" name="Google Shape;536;p39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37" name="Google Shape;537;p39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38" name="Google Shape;538;p39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539" name="Google Shape;539;p39"/>
          <p:cNvGrpSpPr/>
          <p:nvPr/>
        </p:nvGrpSpPr>
        <p:grpSpPr>
          <a:xfrm>
            <a:off x="10766310" y="6398690"/>
            <a:ext cx="1215785" cy="26150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540" name="Google Shape;540;p39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41" name="Google Shape;541;p39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42" name="Google Shape;542;p39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grpSp>
        <p:nvGrpSpPr>
          <p:cNvPr id="543" name="Google Shape;543;p39"/>
          <p:cNvGrpSpPr/>
          <p:nvPr/>
        </p:nvGrpSpPr>
        <p:grpSpPr>
          <a:xfrm>
            <a:off x="520601" y="4892584"/>
            <a:ext cx="860431" cy="417269"/>
            <a:chOff x="4044061" y="4359300"/>
            <a:chExt cx="504789" cy="244800"/>
          </a:xfrm>
        </p:grpSpPr>
        <p:sp>
          <p:nvSpPr>
            <p:cNvPr id="544" name="Google Shape;544;p39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45" name="Google Shape;545;p39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1" name="Google Shape;571;p41"/>
          <p:cNvPicPr preferRelativeResize="0"/>
          <p:nvPr/>
        </p:nvPicPr>
        <p:blipFill>
          <a:blip r:embed="rId3">
            <a:alphaModFix amt="9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5340" y="-39037"/>
            <a:ext cx="9403035" cy="73928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2" name="Google Shape;572;p41"/>
          <p:cNvGrpSpPr/>
          <p:nvPr/>
        </p:nvGrpSpPr>
        <p:grpSpPr>
          <a:xfrm>
            <a:off x="1295467" y="3942895"/>
            <a:ext cx="5856651" cy="1960493"/>
            <a:chOff x="722273" y="1619647"/>
            <a:chExt cx="2532600" cy="1218303"/>
          </a:xfrm>
        </p:grpSpPr>
        <p:sp>
          <p:nvSpPr>
            <p:cNvPr id="573" name="Google Shape;573;p41"/>
            <p:cNvSpPr/>
            <p:nvPr/>
          </p:nvSpPr>
          <p:spPr>
            <a:xfrm>
              <a:off x="722273" y="1619647"/>
              <a:ext cx="25326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74" name="Google Shape;574;p41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570" name="Google Shape;570;p41"/>
          <p:cNvSpPr txBox="1">
            <a:spLocks noGrp="1"/>
          </p:cNvSpPr>
          <p:nvPr>
            <p:ph type="title"/>
          </p:nvPr>
        </p:nvSpPr>
        <p:spPr>
          <a:xfrm>
            <a:off x="527381" y="1573713"/>
            <a:ext cx="4608512" cy="182420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sz="4267" dirty="0">
                <a:cs typeface="Marianne Bold"/>
              </a:rPr>
              <a:t>Page intermédiaire</a:t>
            </a:r>
            <a:endParaRPr sz="4267" dirty="0">
              <a:cs typeface="Marianne Bold"/>
            </a:endParaRPr>
          </a:p>
        </p:txBody>
      </p:sp>
      <p:sp>
        <p:nvSpPr>
          <p:cNvPr id="575" name="Google Shape;575;p41"/>
          <p:cNvSpPr txBox="1">
            <a:spLocks noGrp="1"/>
          </p:cNvSpPr>
          <p:nvPr>
            <p:ph type="subTitle" idx="1"/>
          </p:nvPr>
        </p:nvSpPr>
        <p:spPr>
          <a:xfrm>
            <a:off x="1679509" y="4197085"/>
            <a:ext cx="3903600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Chapô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76" name="Google Shape;576;p41"/>
          <p:cNvSpPr/>
          <p:nvPr/>
        </p:nvSpPr>
        <p:spPr>
          <a:xfrm>
            <a:off x="4271797" y="3525011"/>
            <a:ext cx="864096" cy="864096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fr-FR" sz="2400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A</a:t>
            </a:r>
            <a:endParaRPr sz="2400" b="1" dirty="0">
              <a:solidFill>
                <a:schemeClr val="accent5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577" name="Google Shape;577;p41"/>
          <p:cNvSpPr/>
          <p:nvPr/>
        </p:nvSpPr>
        <p:spPr>
          <a:xfrm rot="5400000">
            <a:off x="5235379" y="6084148"/>
            <a:ext cx="1337200" cy="1212400"/>
          </a:xfrm>
          <a:prstGeom prst="parallelogram">
            <a:avLst>
              <a:gd name="adj" fmla="val 56628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2" name="Google Shape;582;p42"/>
          <p:cNvGrpSpPr/>
          <p:nvPr/>
        </p:nvGrpSpPr>
        <p:grpSpPr>
          <a:xfrm>
            <a:off x="1551720" y="1307739"/>
            <a:ext cx="9088549" cy="4242779"/>
            <a:chOff x="722275" y="1619647"/>
            <a:chExt cx="3764102" cy="1218303"/>
          </a:xfrm>
        </p:grpSpPr>
        <p:sp>
          <p:nvSpPr>
            <p:cNvPr id="583" name="Google Shape;583;p42"/>
            <p:cNvSpPr/>
            <p:nvPr/>
          </p:nvSpPr>
          <p:spPr>
            <a:xfrm>
              <a:off x="722277" y="1619647"/>
              <a:ext cx="37641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585" name="Google Shape;585;p42"/>
          <p:cNvSpPr txBox="1">
            <a:spLocks noGrp="1"/>
          </p:cNvSpPr>
          <p:nvPr>
            <p:ph type="title"/>
          </p:nvPr>
        </p:nvSpPr>
        <p:spPr>
          <a:xfrm>
            <a:off x="2535616" y="4280554"/>
            <a:ext cx="7120800" cy="709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Prénom, </a:t>
            </a:r>
            <a:r>
              <a:rPr lang="en" dirty="0"/>
              <a:t>NOM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586" name="Google Shape;586;p42"/>
          <p:cNvSpPr txBox="1">
            <a:spLocks noGrp="1"/>
          </p:cNvSpPr>
          <p:nvPr>
            <p:ph type="subTitle" idx="1"/>
          </p:nvPr>
        </p:nvSpPr>
        <p:spPr>
          <a:xfrm>
            <a:off x="2535584" y="1719800"/>
            <a:ext cx="7976907" cy="2709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/>
            <a:r>
              <a:rPr lang="en" sz="5867" dirty="0">
                <a:cs typeface="Marianne Bold"/>
              </a:rPr>
              <a:t>Citation</a:t>
            </a:r>
            <a:endParaRPr dirty="0">
              <a:cs typeface="Marianne Bold"/>
            </a:endParaRPr>
          </a:p>
        </p:txBody>
      </p:sp>
      <p:grpSp>
        <p:nvGrpSpPr>
          <p:cNvPr id="587" name="Google Shape;587;p42"/>
          <p:cNvGrpSpPr/>
          <p:nvPr/>
        </p:nvGrpSpPr>
        <p:grpSpPr>
          <a:xfrm>
            <a:off x="8099768" y="5305767"/>
            <a:ext cx="2224251" cy="47841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588" name="Google Shape;588;p42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89" name="Google Shape;589;p42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590" name="Google Shape;590;p42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591" name="Google Shape;591;p42"/>
          <p:cNvSpPr/>
          <p:nvPr/>
        </p:nvSpPr>
        <p:spPr>
          <a:xfrm rot="376">
            <a:off x="-607294" y="1307842"/>
            <a:ext cx="1872964" cy="1347359"/>
          </a:xfrm>
          <a:custGeom>
            <a:avLst/>
            <a:gdLst/>
            <a:ahLst/>
            <a:cxnLst/>
            <a:rect l="l" t="t" r="r" b="b"/>
            <a:pathLst>
              <a:path w="15353" h="11040" extrusionOk="0">
                <a:moveTo>
                  <a:pt x="4069" y="1"/>
                </a:moveTo>
                <a:lnTo>
                  <a:pt x="976" y="4693"/>
                </a:lnTo>
                <a:cubicBezTo>
                  <a:pt x="380" y="5561"/>
                  <a:pt x="0" y="6483"/>
                  <a:pt x="0" y="7568"/>
                </a:cubicBezTo>
                <a:cubicBezTo>
                  <a:pt x="0" y="9738"/>
                  <a:pt x="1600" y="11013"/>
                  <a:pt x="3336" y="11013"/>
                </a:cubicBezTo>
                <a:cubicBezTo>
                  <a:pt x="5262" y="11013"/>
                  <a:pt x="6673" y="9575"/>
                  <a:pt x="6673" y="7568"/>
                </a:cubicBezTo>
                <a:cubicBezTo>
                  <a:pt x="6673" y="6456"/>
                  <a:pt x="6211" y="5398"/>
                  <a:pt x="5235" y="4747"/>
                </a:cubicBezTo>
                <a:lnTo>
                  <a:pt x="7296" y="28"/>
                </a:lnTo>
                <a:lnTo>
                  <a:pt x="7296" y="1"/>
                </a:lnTo>
                <a:close/>
                <a:moveTo>
                  <a:pt x="12179" y="1"/>
                </a:moveTo>
                <a:lnTo>
                  <a:pt x="9087" y="4693"/>
                </a:lnTo>
                <a:cubicBezTo>
                  <a:pt x="8490" y="5561"/>
                  <a:pt x="8110" y="6483"/>
                  <a:pt x="8110" y="7568"/>
                </a:cubicBezTo>
                <a:cubicBezTo>
                  <a:pt x="8110" y="9738"/>
                  <a:pt x="9710" y="11040"/>
                  <a:pt x="11419" y="11040"/>
                </a:cubicBezTo>
                <a:cubicBezTo>
                  <a:pt x="13372" y="11040"/>
                  <a:pt x="14783" y="9575"/>
                  <a:pt x="14783" y="7568"/>
                </a:cubicBezTo>
                <a:cubicBezTo>
                  <a:pt x="14783" y="6456"/>
                  <a:pt x="14321" y="5398"/>
                  <a:pt x="13291" y="4720"/>
                </a:cubicBezTo>
                <a:lnTo>
                  <a:pt x="15352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4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</a:rPr>
              <a:t>Cartographie</a:t>
            </a:r>
            <a:endParaRPr dirty="0">
              <a:latin typeface="Marianne ExtraBold" panose="02000000000000000000" pitchFamily="50" charset="0"/>
            </a:endParaRPr>
          </a:p>
        </p:txBody>
      </p:sp>
      <p:grpSp>
        <p:nvGrpSpPr>
          <p:cNvPr id="631" name="Google Shape;631;p44"/>
          <p:cNvGrpSpPr/>
          <p:nvPr/>
        </p:nvGrpSpPr>
        <p:grpSpPr>
          <a:xfrm>
            <a:off x="5127027" y="1942507"/>
            <a:ext cx="6104748" cy="4014320"/>
            <a:chOff x="235800" y="830650"/>
            <a:chExt cx="6978450" cy="4588844"/>
          </a:xfrm>
        </p:grpSpPr>
        <p:sp>
          <p:nvSpPr>
            <p:cNvPr id="632" name="Google Shape;632;p44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633" name="Google Shape;633;p44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634" name="Google Shape;634;p44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635" name="Google Shape;635;p44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636" name="Google Shape;636;p44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637" name="Google Shape;637;p44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</p:grpSp>
      <p:cxnSp>
        <p:nvCxnSpPr>
          <p:cNvPr id="643" name="Google Shape;643;p44"/>
          <p:cNvCxnSpPr/>
          <p:nvPr/>
        </p:nvCxnSpPr>
        <p:spPr>
          <a:xfrm rot="10800000">
            <a:off x="5573764" y="2608631"/>
            <a:ext cx="278800" cy="2336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44" name="Google Shape;644;p44"/>
          <p:cNvCxnSpPr/>
          <p:nvPr/>
        </p:nvCxnSpPr>
        <p:spPr>
          <a:xfrm flipH="1">
            <a:off x="5978509" y="3624905"/>
            <a:ext cx="54000" cy="4048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46" name="Google Shape;646;p44"/>
          <p:cNvCxnSpPr/>
          <p:nvPr/>
        </p:nvCxnSpPr>
        <p:spPr>
          <a:xfrm flipH="1">
            <a:off x="6716119" y="4281636"/>
            <a:ext cx="288000" cy="3060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48" name="Google Shape;648;p44"/>
          <p:cNvCxnSpPr/>
          <p:nvPr/>
        </p:nvCxnSpPr>
        <p:spPr>
          <a:xfrm rot="10800000">
            <a:off x="9487079" y="2536420"/>
            <a:ext cx="108000" cy="3148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49" name="Google Shape;649;p44"/>
          <p:cNvCxnSpPr/>
          <p:nvPr/>
        </p:nvCxnSpPr>
        <p:spPr>
          <a:xfrm rot="10800000" flipH="1">
            <a:off x="7536160" y="3312200"/>
            <a:ext cx="468000" cy="2336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50" name="Google Shape;650;p44"/>
          <p:cNvCxnSpPr/>
          <p:nvPr/>
        </p:nvCxnSpPr>
        <p:spPr>
          <a:xfrm rot="10800000">
            <a:off x="8767286" y="3801253"/>
            <a:ext cx="575600" cy="215600"/>
          </a:xfrm>
          <a:prstGeom prst="straightConnector1">
            <a:avLst/>
          </a:prstGeom>
          <a:noFill/>
          <a:ln w="9525" cap="flat" cmpd="sng">
            <a:solidFill>
              <a:srgbClr val="000091"/>
            </a:solidFill>
            <a:prstDash val="solid"/>
            <a:round/>
            <a:headEnd type="none" w="med" len="med"/>
            <a:tailEnd type="oval" w="med" len="med"/>
          </a:ln>
        </p:spPr>
      </p:cxnSp>
      <p:sp>
        <p:nvSpPr>
          <p:cNvPr id="655" name="Google Shape;655;p44"/>
          <p:cNvSpPr txBox="1"/>
          <p:nvPr/>
        </p:nvSpPr>
        <p:spPr>
          <a:xfrm flipH="1">
            <a:off x="1992833" y="2747000"/>
            <a:ext cx="32640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Liban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56" name="Google Shape;656;p44"/>
          <p:cNvSpPr txBox="1"/>
          <p:nvPr/>
        </p:nvSpPr>
        <p:spPr>
          <a:xfrm flipH="1">
            <a:off x="1992833" y="3327133"/>
            <a:ext cx="3264000" cy="8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Nom lycée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657" name="Google Shape;657;p44"/>
          <p:cNvSpPr txBox="1"/>
          <p:nvPr/>
        </p:nvSpPr>
        <p:spPr>
          <a:xfrm flipH="1">
            <a:off x="1992833" y="4270967"/>
            <a:ext cx="32640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Royaume-Uni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58" name="Google Shape;658;p44"/>
          <p:cNvSpPr txBox="1"/>
          <p:nvPr/>
        </p:nvSpPr>
        <p:spPr>
          <a:xfrm flipH="1">
            <a:off x="1992833" y="4851100"/>
            <a:ext cx="3264000" cy="8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Nom lycée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grpSp>
        <p:nvGrpSpPr>
          <p:cNvPr id="661" name="Google Shape;661;p44"/>
          <p:cNvGrpSpPr/>
          <p:nvPr/>
        </p:nvGrpSpPr>
        <p:grpSpPr>
          <a:xfrm rot="10800000">
            <a:off x="0" y="2365051"/>
            <a:ext cx="3556000" cy="68000"/>
            <a:chOff x="3587050" y="3295200"/>
            <a:chExt cx="2667000" cy="51000"/>
          </a:xfrm>
          <a:solidFill>
            <a:srgbClr val="000091"/>
          </a:solidFill>
        </p:grpSpPr>
        <p:cxnSp>
          <p:nvCxnSpPr>
            <p:cNvPr id="662" name="Google Shape;662;p44"/>
            <p:cNvCxnSpPr/>
            <p:nvPr/>
          </p:nvCxnSpPr>
          <p:spPr>
            <a:xfrm>
              <a:off x="3587050" y="3295213"/>
              <a:ext cx="26670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663" name="Google Shape;663;p44"/>
            <p:cNvSpPr/>
            <p:nvPr/>
          </p:nvSpPr>
          <p:spPr>
            <a:xfrm>
              <a:off x="358705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6" name="Google Shape;655;p44"/>
          <p:cNvSpPr txBox="1"/>
          <p:nvPr/>
        </p:nvSpPr>
        <p:spPr>
          <a:xfrm flipH="1">
            <a:off x="9342886" y="3859383"/>
            <a:ext cx="1152128" cy="3840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1067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Liban</a:t>
            </a:r>
            <a:endParaRPr sz="1067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37" name="Google Shape;655;p44"/>
          <p:cNvSpPr txBox="1"/>
          <p:nvPr/>
        </p:nvSpPr>
        <p:spPr>
          <a:xfrm flipH="1">
            <a:off x="6960096" y="3429000"/>
            <a:ext cx="1152128" cy="3840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1067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Royaume-Uni</a:t>
            </a:r>
            <a:endParaRPr sz="1067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27" name="Google Shape;9707;p72"/>
          <p:cNvGrpSpPr/>
          <p:nvPr/>
        </p:nvGrpSpPr>
        <p:grpSpPr>
          <a:xfrm>
            <a:off x="1199456" y="2948947"/>
            <a:ext cx="500827" cy="498315"/>
            <a:chOff x="-38686275" y="2682250"/>
            <a:chExt cx="319025" cy="317425"/>
          </a:xfrm>
        </p:grpSpPr>
        <p:sp>
          <p:nvSpPr>
            <p:cNvPr id="28" name="Google Shape;9708;p72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n>
                  <a:solidFill>
                    <a:schemeClr val="accent1">
                      <a:lumMod val="60000"/>
                      <a:lumOff val="40000"/>
                    </a:schemeClr>
                  </a:solidFill>
                </a:ln>
                <a:solidFill>
                  <a:srgbClr val="DE3513"/>
                </a:solidFill>
              </a:endParaRPr>
            </a:p>
          </p:txBody>
        </p:sp>
        <p:sp>
          <p:nvSpPr>
            <p:cNvPr id="29" name="Google Shape;9709;p72"/>
            <p:cNvSpPr/>
            <p:nvPr/>
          </p:nvSpPr>
          <p:spPr>
            <a:xfrm>
              <a:off x="-38591729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</p:grpSp>
      <p:grpSp>
        <p:nvGrpSpPr>
          <p:cNvPr id="30" name="Google Shape;9707;p72"/>
          <p:cNvGrpSpPr/>
          <p:nvPr/>
        </p:nvGrpSpPr>
        <p:grpSpPr>
          <a:xfrm>
            <a:off x="1199456" y="4389107"/>
            <a:ext cx="500827" cy="498315"/>
            <a:chOff x="-38686275" y="2682250"/>
            <a:chExt cx="319025" cy="317425"/>
          </a:xfrm>
        </p:grpSpPr>
        <p:sp>
          <p:nvSpPr>
            <p:cNvPr id="31" name="Google Shape;9708;p72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32" name="Google Shape;9709;p72"/>
            <p:cNvSpPr/>
            <p:nvPr/>
          </p:nvSpPr>
          <p:spPr>
            <a:xfrm>
              <a:off x="-38591750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45"/>
          <p:cNvSpPr txBox="1">
            <a:spLocks noGrp="1"/>
          </p:cNvSpPr>
          <p:nvPr>
            <p:ph type="title"/>
          </p:nvPr>
        </p:nvSpPr>
        <p:spPr>
          <a:xfrm>
            <a:off x="960000" y="1129229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Intertitre</a:t>
            </a:r>
            <a:endParaRPr dirty="0"/>
          </a:p>
        </p:txBody>
      </p:sp>
      <p:sp>
        <p:nvSpPr>
          <p:cNvPr id="673" name="Google Shape;673;p45"/>
          <p:cNvSpPr txBox="1">
            <a:spLocks noGrp="1"/>
          </p:cNvSpPr>
          <p:nvPr>
            <p:ph type="title" idx="2"/>
          </p:nvPr>
        </p:nvSpPr>
        <p:spPr>
          <a:xfrm>
            <a:off x="1005405" y="2863675"/>
            <a:ext cx="3039631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Allemagne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4" name="Google Shape;674;p45"/>
          <p:cNvSpPr txBox="1">
            <a:spLocks noGrp="1"/>
          </p:cNvSpPr>
          <p:nvPr>
            <p:ph type="subTitle" idx="1"/>
          </p:nvPr>
        </p:nvSpPr>
        <p:spPr>
          <a:xfrm>
            <a:off x="1232167" y="3438748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5" name="Google Shape;675;p45"/>
          <p:cNvSpPr txBox="1">
            <a:spLocks noGrp="1"/>
          </p:cNvSpPr>
          <p:nvPr>
            <p:ph type="title" idx="3"/>
          </p:nvPr>
        </p:nvSpPr>
        <p:spPr>
          <a:xfrm>
            <a:off x="4704396" y="2863675"/>
            <a:ext cx="2783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Belgique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6" name="Google Shape;676;p45"/>
          <p:cNvSpPr txBox="1">
            <a:spLocks noGrp="1"/>
          </p:cNvSpPr>
          <p:nvPr>
            <p:ph type="subTitle" idx="4"/>
          </p:nvPr>
        </p:nvSpPr>
        <p:spPr>
          <a:xfrm>
            <a:off x="4704400" y="3438741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7" name="Google Shape;677;p45"/>
          <p:cNvSpPr txBox="1">
            <a:spLocks noGrp="1"/>
          </p:cNvSpPr>
          <p:nvPr>
            <p:ph type="title" idx="5"/>
          </p:nvPr>
        </p:nvSpPr>
        <p:spPr>
          <a:xfrm>
            <a:off x="1232167" y="5064269"/>
            <a:ext cx="2783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Liban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8" name="Google Shape;678;p45"/>
          <p:cNvSpPr txBox="1">
            <a:spLocks noGrp="1"/>
          </p:cNvSpPr>
          <p:nvPr>
            <p:ph type="subTitle" idx="6"/>
          </p:nvPr>
        </p:nvSpPr>
        <p:spPr>
          <a:xfrm>
            <a:off x="1232167" y="5639341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79" name="Google Shape;679;p45"/>
          <p:cNvSpPr txBox="1">
            <a:spLocks noGrp="1"/>
          </p:cNvSpPr>
          <p:nvPr>
            <p:ph type="title" idx="7"/>
          </p:nvPr>
        </p:nvSpPr>
        <p:spPr>
          <a:xfrm>
            <a:off x="4704396" y="5064269"/>
            <a:ext cx="2783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Madagascar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0" name="Google Shape;680;p45"/>
          <p:cNvSpPr txBox="1">
            <a:spLocks noGrp="1"/>
          </p:cNvSpPr>
          <p:nvPr>
            <p:ph type="subTitle" idx="8"/>
          </p:nvPr>
        </p:nvSpPr>
        <p:spPr>
          <a:xfrm>
            <a:off x="4704400" y="5639341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1" name="Google Shape;681;p45"/>
          <p:cNvSpPr txBox="1">
            <a:spLocks noGrp="1"/>
          </p:cNvSpPr>
          <p:nvPr>
            <p:ph type="title" idx="9"/>
          </p:nvPr>
        </p:nvSpPr>
        <p:spPr>
          <a:xfrm>
            <a:off x="8176633" y="2863675"/>
            <a:ext cx="2783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Canada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2" name="Google Shape;682;p45"/>
          <p:cNvSpPr txBox="1">
            <a:spLocks noGrp="1"/>
          </p:cNvSpPr>
          <p:nvPr>
            <p:ph type="subTitle" idx="13"/>
          </p:nvPr>
        </p:nvSpPr>
        <p:spPr>
          <a:xfrm>
            <a:off x="8176633" y="3438741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3" name="Google Shape;683;p45"/>
          <p:cNvSpPr txBox="1">
            <a:spLocks noGrp="1"/>
          </p:cNvSpPr>
          <p:nvPr>
            <p:ph type="title" idx="14"/>
          </p:nvPr>
        </p:nvSpPr>
        <p:spPr>
          <a:xfrm>
            <a:off x="8176633" y="5064269"/>
            <a:ext cx="2783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Royaume-Uni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4" name="Google Shape;684;p45"/>
          <p:cNvSpPr txBox="1">
            <a:spLocks noGrp="1"/>
          </p:cNvSpPr>
          <p:nvPr>
            <p:ph type="subTitle" idx="15"/>
          </p:nvPr>
        </p:nvSpPr>
        <p:spPr>
          <a:xfrm>
            <a:off x="8176633" y="5639341"/>
            <a:ext cx="2783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latin typeface="Marianne" panose="02000000000000000000" pitchFamily="50" charset="0"/>
              </a:rPr>
              <a:t>xxxxx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685" name="Google Shape;685;p45"/>
          <p:cNvSpPr/>
          <p:nvPr/>
        </p:nvSpPr>
        <p:spPr>
          <a:xfrm>
            <a:off x="2311961" y="2283108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86" name="Google Shape;686;p45"/>
          <p:cNvSpPr/>
          <p:nvPr/>
        </p:nvSpPr>
        <p:spPr>
          <a:xfrm>
            <a:off x="5790812" y="2283092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87" name="Google Shape;687;p45"/>
          <p:cNvSpPr/>
          <p:nvPr/>
        </p:nvSpPr>
        <p:spPr>
          <a:xfrm>
            <a:off x="9263033" y="2283092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88" name="Google Shape;688;p45"/>
          <p:cNvSpPr/>
          <p:nvPr/>
        </p:nvSpPr>
        <p:spPr>
          <a:xfrm>
            <a:off x="2311933" y="4483689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89" name="Google Shape;689;p45"/>
          <p:cNvSpPr/>
          <p:nvPr/>
        </p:nvSpPr>
        <p:spPr>
          <a:xfrm>
            <a:off x="5790800" y="4483689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690" name="Google Shape;690;p45"/>
          <p:cNvSpPr/>
          <p:nvPr/>
        </p:nvSpPr>
        <p:spPr>
          <a:xfrm>
            <a:off x="9263033" y="4483679"/>
            <a:ext cx="610400" cy="6104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691" name="Google Shape;691;p45"/>
          <p:cNvGrpSpPr/>
          <p:nvPr/>
        </p:nvGrpSpPr>
        <p:grpSpPr>
          <a:xfrm>
            <a:off x="2446285" y="2416538"/>
            <a:ext cx="348348" cy="343325"/>
            <a:chOff x="-64774725" y="1916550"/>
            <a:chExt cx="319000" cy="314400"/>
          </a:xfrm>
        </p:grpSpPr>
        <p:sp>
          <p:nvSpPr>
            <p:cNvPr id="692" name="Google Shape;692;p45"/>
            <p:cNvSpPr/>
            <p:nvPr/>
          </p:nvSpPr>
          <p:spPr>
            <a:xfrm>
              <a:off x="-64774725" y="1916550"/>
              <a:ext cx="319000" cy="314400"/>
            </a:xfrm>
            <a:custGeom>
              <a:avLst/>
              <a:gdLst/>
              <a:ahLst/>
              <a:cxnLst/>
              <a:rect l="l" t="t" r="r" b="b"/>
              <a:pathLst>
                <a:path w="12760" h="12576" extrusionOk="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3" name="Google Shape;693;p45"/>
            <p:cNvSpPr/>
            <p:nvPr/>
          </p:nvSpPr>
          <p:spPr>
            <a:xfrm>
              <a:off x="-64636900" y="2010600"/>
              <a:ext cx="89800" cy="82525"/>
            </a:xfrm>
            <a:custGeom>
              <a:avLst/>
              <a:gdLst/>
              <a:ahLst/>
              <a:cxnLst/>
              <a:rect l="l" t="t" r="r" b="b"/>
              <a:pathLst>
                <a:path w="3592" h="3301" extrusionOk="0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694" name="Google Shape;694;p45"/>
          <p:cNvGrpSpPr/>
          <p:nvPr/>
        </p:nvGrpSpPr>
        <p:grpSpPr>
          <a:xfrm>
            <a:off x="2439777" y="4615581"/>
            <a:ext cx="361305" cy="346697"/>
            <a:chOff x="-62890750" y="2296300"/>
            <a:chExt cx="330825" cy="317450"/>
          </a:xfrm>
        </p:grpSpPr>
        <p:sp>
          <p:nvSpPr>
            <p:cNvPr id="695" name="Google Shape;695;p45"/>
            <p:cNvSpPr/>
            <p:nvPr/>
          </p:nvSpPr>
          <p:spPr>
            <a:xfrm>
              <a:off x="-62890750" y="2296300"/>
              <a:ext cx="313500" cy="195375"/>
            </a:xfrm>
            <a:custGeom>
              <a:avLst/>
              <a:gdLst/>
              <a:ahLst/>
              <a:cxnLst/>
              <a:rect l="l" t="t" r="r" b="b"/>
              <a:pathLst>
                <a:path w="12540" h="7815" extrusionOk="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6" name="Google Shape;696;p45"/>
            <p:cNvSpPr/>
            <p:nvPr/>
          </p:nvSpPr>
          <p:spPr>
            <a:xfrm>
              <a:off x="-62874975" y="2417475"/>
              <a:ext cx="315050" cy="196275"/>
            </a:xfrm>
            <a:custGeom>
              <a:avLst/>
              <a:gdLst/>
              <a:ahLst/>
              <a:cxnLst/>
              <a:rect l="l" t="t" r="r" b="b"/>
              <a:pathLst>
                <a:path w="12602" h="7851" extrusionOk="0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7" name="Google Shape;697;p45"/>
            <p:cNvSpPr/>
            <p:nvPr/>
          </p:nvSpPr>
          <p:spPr>
            <a:xfrm>
              <a:off x="-62822225" y="2357750"/>
              <a:ext cx="193000" cy="192975"/>
            </a:xfrm>
            <a:custGeom>
              <a:avLst/>
              <a:gdLst/>
              <a:ahLst/>
              <a:cxnLst/>
              <a:rect l="l" t="t" r="r" b="b"/>
              <a:pathLst>
                <a:path w="7720" h="7719" extrusionOk="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698" name="Google Shape;698;p45"/>
          <p:cNvGrpSpPr/>
          <p:nvPr/>
        </p:nvGrpSpPr>
        <p:grpSpPr>
          <a:xfrm>
            <a:off x="5967350" y="2423725"/>
            <a:ext cx="332557" cy="329076"/>
            <a:chOff x="1049375" y="2318350"/>
            <a:chExt cx="298525" cy="295400"/>
          </a:xfrm>
        </p:grpSpPr>
        <p:sp>
          <p:nvSpPr>
            <p:cNvPr id="699" name="Google Shape;699;p45"/>
            <p:cNvSpPr/>
            <p:nvPr/>
          </p:nvSpPr>
          <p:spPr>
            <a:xfrm>
              <a:off x="1101350" y="2492325"/>
              <a:ext cx="70125" cy="50525"/>
            </a:xfrm>
            <a:custGeom>
              <a:avLst/>
              <a:gdLst/>
              <a:ahLst/>
              <a:cxnLst/>
              <a:rect l="l" t="t" r="r" b="b"/>
              <a:pathLst>
                <a:path w="2805" h="2021" extrusionOk="0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0" name="Google Shape;700;p45"/>
            <p:cNvSpPr/>
            <p:nvPr/>
          </p:nvSpPr>
          <p:spPr>
            <a:xfrm>
              <a:off x="1101350" y="2440525"/>
              <a:ext cx="70125" cy="51150"/>
            </a:xfrm>
            <a:custGeom>
              <a:avLst/>
              <a:gdLst/>
              <a:ahLst/>
              <a:cxnLst/>
              <a:rect l="l" t="t" r="r" b="b"/>
              <a:pathLst>
                <a:path w="2805" h="2046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1" name="Google Shape;701;p45"/>
            <p:cNvSpPr/>
            <p:nvPr/>
          </p:nvSpPr>
          <p:spPr>
            <a:xfrm>
              <a:off x="1101350" y="2388550"/>
              <a:ext cx="70125" cy="51125"/>
            </a:xfrm>
            <a:custGeom>
              <a:avLst/>
              <a:gdLst/>
              <a:ahLst/>
              <a:cxnLst/>
              <a:rect l="l" t="t" r="r" b="b"/>
              <a:pathLst>
                <a:path w="2805" h="2045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2" name="Google Shape;702;p45"/>
            <p:cNvSpPr/>
            <p:nvPr/>
          </p:nvSpPr>
          <p:spPr>
            <a:xfrm>
              <a:off x="1049375" y="2318350"/>
              <a:ext cx="298525" cy="295400"/>
            </a:xfrm>
            <a:custGeom>
              <a:avLst/>
              <a:gdLst/>
              <a:ahLst/>
              <a:cxnLst/>
              <a:rect l="l" t="t" r="r" b="b"/>
              <a:pathLst>
                <a:path w="11941" h="11816" extrusionOk="0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03" name="Google Shape;703;p45"/>
          <p:cNvGrpSpPr/>
          <p:nvPr/>
        </p:nvGrpSpPr>
        <p:grpSpPr>
          <a:xfrm>
            <a:off x="9402363" y="2416635"/>
            <a:ext cx="331693" cy="329939"/>
            <a:chOff x="1412450" y="1954475"/>
            <a:chExt cx="297750" cy="296175"/>
          </a:xfrm>
        </p:grpSpPr>
        <p:sp>
          <p:nvSpPr>
            <p:cNvPr id="704" name="Google Shape;704;p45"/>
            <p:cNvSpPr/>
            <p:nvPr/>
          </p:nvSpPr>
          <p:spPr>
            <a:xfrm>
              <a:off x="1483350" y="2023800"/>
              <a:ext cx="155975" cy="155975"/>
            </a:xfrm>
            <a:custGeom>
              <a:avLst/>
              <a:gdLst/>
              <a:ahLst/>
              <a:cxnLst/>
              <a:rect l="l" t="t" r="r" b="b"/>
              <a:pathLst>
                <a:path w="6239" h="6239" extrusionOk="0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5" name="Google Shape;705;p45"/>
            <p:cNvSpPr/>
            <p:nvPr/>
          </p:nvSpPr>
          <p:spPr>
            <a:xfrm>
              <a:off x="1412450" y="1954475"/>
              <a:ext cx="297750" cy="296175"/>
            </a:xfrm>
            <a:custGeom>
              <a:avLst/>
              <a:gdLst/>
              <a:ahLst/>
              <a:cxnLst/>
              <a:rect l="l" t="t" r="r" b="b"/>
              <a:pathLst>
                <a:path w="11910" h="11847" extrusionOk="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06" name="Google Shape;706;p45"/>
          <p:cNvGrpSpPr/>
          <p:nvPr/>
        </p:nvGrpSpPr>
        <p:grpSpPr>
          <a:xfrm>
            <a:off x="5930130" y="4623111"/>
            <a:ext cx="331693" cy="331443"/>
            <a:chOff x="1413250" y="2680675"/>
            <a:chExt cx="297750" cy="297525"/>
          </a:xfrm>
        </p:grpSpPr>
        <p:sp>
          <p:nvSpPr>
            <p:cNvPr id="707" name="Google Shape;707;p45"/>
            <p:cNvSpPr/>
            <p:nvPr/>
          </p:nvSpPr>
          <p:spPr>
            <a:xfrm>
              <a:off x="1413250" y="2680675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8" name="Google Shape;708;p45"/>
            <p:cNvSpPr/>
            <p:nvPr/>
          </p:nvSpPr>
          <p:spPr>
            <a:xfrm>
              <a:off x="1465225" y="280510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9" name="Google Shape;709;p45"/>
            <p:cNvSpPr/>
            <p:nvPr/>
          </p:nvSpPr>
          <p:spPr>
            <a:xfrm>
              <a:off x="1535325" y="2769675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0" name="Google Shape;710;p45"/>
            <p:cNvSpPr/>
            <p:nvPr/>
          </p:nvSpPr>
          <p:spPr>
            <a:xfrm>
              <a:off x="1604650" y="2733425"/>
              <a:ext cx="52775" cy="122900"/>
            </a:xfrm>
            <a:custGeom>
              <a:avLst/>
              <a:gdLst/>
              <a:ahLst/>
              <a:cxnLst/>
              <a:rect l="l" t="t" r="r" b="b"/>
              <a:pathLst>
                <a:path w="2111" h="4916" extrusionOk="0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711" name="Google Shape;711;p45"/>
          <p:cNvSpPr/>
          <p:nvPr/>
        </p:nvSpPr>
        <p:spPr>
          <a:xfrm>
            <a:off x="9401057" y="4624341"/>
            <a:ext cx="334339" cy="329048"/>
          </a:xfrm>
          <a:custGeom>
            <a:avLst/>
            <a:gdLst/>
            <a:ahLst/>
            <a:cxnLst/>
            <a:rect l="l" t="t" r="r" b="b"/>
            <a:pathLst>
              <a:path w="12005" h="11815" extrusionOk="0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46"/>
          <p:cNvSpPr/>
          <p:nvPr/>
        </p:nvSpPr>
        <p:spPr>
          <a:xfrm>
            <a:off x="8509745" y="2215767"/>
            <a:ext cx="2161600" cy="2161600"/>
          </a:xfrm>
          <a:prstGeom prst="teardrop">
            <a:avLst>
              <a:gd name="adj" fmla="val 10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720" name="Google Shape;720;p46"/>
          <p:cNvSpPr/>
          <p:nvPr/>
        </p:nvSpPr>
        <p:spPr>
          <a:xfrm>
            <a:off x="8674133" y="2380167"/>
            <a:ext cx="1832800" cy="1832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21" name="Google Shape;721;p46"/>
          <p:cNvSpPr/>
          <p:nvPr/>
        </p:nvSpPr>
        <p:spPr>
          <a:xfrm>
            <a:off x="8674133" y="2380167"/>
            <a:ext cx="1832800" cy="1832800"/>
          </a:xfrm>
          <a:prstGeom prst="pie">
            <a:avLst>
              <a:gd name="adj1" fmla="val 16244916"/>
              <a:gd name="adj2" fmla="val 18276343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  <p:sp>
        <p:nvSpPr>
          <p:cNvPr id="722" name="Google Shape;722;p46"/>
          <p:cNvSpPr/>
          <p:nvPr/>
        </p:nvSpPr>
        <p:spPr>
          <a:xfrm>
            <a:off x="8857733" y="2563667"/>
            <a:ext cx="1465600" cy="1465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23" name="Google Shape;723;p46"/>
          <p:cNvSpPr/>
          <p:nvPr/>
        </p:nvSpPr>
        <p:spPr>
          <a:xfrm>
            <a:off x="5015212" y="2215767"/>
            <a:ext cx="2161600" cy="2161600"/>
          </a:xfrm>
          <a:prstGeom prst="teardrop">
            <a:avLst>
              <a:gd name="adj" fmla="val 10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724" name="Google Shape;724;p46"/>
          <p:cNvSpPr/>
          <p:nvPr/>
        </p:nvSpPr>
        <p:spPr>
          <a:xfrm>
            <a:off x="5179600" y="2380167"/>
            <a:ext cx="1832800" cy="1832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25" name="Google Shape;725;p46"/>
          <p:cNvSpPr/>
          <p:nvPr/>
        </p:nvSpPr>
        <p:spPr>
          <a:xfrm>
            <a:off x="5179600" y="2380167"/>
            <a:ext cx="1832800" cy="1832800"/>
          </a:xfrm>
          <a:prstGeom prst="pie">
            <a:avLst>
              <a:gd name="adj1" fmla="val 16227607"/>
              <a:gd name="adj2" fmla="val 889248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  <p:sp>
        <p:nvSpPr>
          <p:cNvPr id="726" name="Google Shape;726;p46"/>
          <p:cNvSpPr/>
          <p:nvPr/>
        </p:nvSpPr>
        <p:spPr>
          <a:xfrm>
            <a:off x="5363200" y="2563667"/>
            <a:ext cx="1465600" cy="1465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27" name="Google Shape;727;p46"/>
          <p:cNvSpPr/>
          <p:nvPr/>
        </p:nvSpPr>
        <p:spPr>
          <a:xfrm>
            <a:off x="1520679" y="2215767"/>
            <a:ext cx="2161600" cy="2161600"/>
          </a:xfrm>
          <a:prstGeom prst="teardrop">
            <a:avLst>
              <a:gd name="adj" fmla="val 10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728" name="Google Shape;728;p46"/>
          <p:cNvSpPr/>
          <p:nvPr/>
        </p:nvSpPr>
        <p:spPr>
          <a:xfrm>
            <a:off x="1685067" y="2380167"/>
            <a:ext cx="1832800" cy="1832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29" name="Google Shape;729;p46"/>
          <p:cNvSpPr/>
          <p:nvPr/>
        </p:nvSpPr>
        <p:spPr>
          <a:xfrm>
            <a:off x="1685067" y="2380167"/>
            <a:ext cx="1832800" cy="1832800"/>
          </a:xfrm>
          <a:prstGeom prst="pie">
            <a:avLst>
              <a:gd name="adj1" fmla="val 16450517"/>
              <a:gd name="adj2" fmla="val 7040906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  <p:sp>
        <p:nvSpPr>
          <p:cNvPr id="730" name="Google Shape;730;p46"/>
          <p:cNvSpPr/>
          <p:nvPr/>
        </p:nvSpPr>
        <p:spPr>
          <a:xfrm>
            <a:off x="1868667" y="2563667"/>
            <a:ext cx="1465600" cy="14656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731" name="Google Shape;731;p4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60 %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6" name="Google Shape;736;p46"/>
          <p:cNvSpPr txBox="1">
            <a:spLocks noGrp="1"/>
          </p:cNvSpPr>
          <p:nvPr>
            <p:ph type="title" idx="2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30 %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7" name="Google Shape;737;p46"/>
          <p:cNvSpPr txBox="1">
            <a:spLocks noGrp="1"/>
          </p:cNvSpPr>
          <p:nvPr>
            <p:ph type="title" idx="3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10 %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2" name="Google Shape;732;p46"/>
          <p:cNvSpPr txBox="1">
            <a:spLocks noGrp="1"/>
          </p:cNvSpPr>
          <p:nvPr>
            <p:ph type="title" idx="4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Graphiques</a:t>
            </a:r>
            <a:endParaRPr dirty="0"/>
          </a:p>
        </p:txBody>
      </p:sp>
      <p:sp>
        <p:nvSpPr>
          <p:cNvPr id="733" name="Google Shape;733;p46"/>
          <p:cNvSpPr txBox="1">
            <a:spLocks noGrp="1"/>
          </p:cNvSpPr>
          <p:nvPr>
            <p:ph type="title" idx="5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Légende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8" name="Google Shape;738;p46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Double cliquez sur radar pour faire apparaître les losanges jaunes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4" name="Google Shape;734;p46"/>
          <p:cNvSpPr txBox="1">
            <a:spLocks noGrp="1"/>
          </p:cNvSpPr>
          <p:nvPr>
            <p:ph type="title" idx="6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Légende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5" name="Google Shape;735;p46"/>
          <p:cNvSpPr txBox="1">
            <a:spLocks noGrp="1"/>
          </p:cNvSpPr>
          <p:nvPr>
            <p:ph type="subTitle" idx="7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…pour modifier la progression du radar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39" name="Google Shape;739;p46"/>
          <p:cNvSpPr txBox="1">
            <a:spLocks noGrp="1"/>
          </p:cNvSpPr>
          <p:nvPr>
            <p:ph type="title" idx="8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Légende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740" name="Google Shape;740;p46"/>
          <p:cNvSpPr txBox="1">
            <a:spLocks noGrp="1"/>
          </p:cNvSpPr>
          <p:nvPr>
            <p:ph type="subTitle" idx="9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…modifier les données manuellement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741" name="Google Shape;741;p46"/>
          <p:cNvGrpSpPr/>
          <p:nvPr/>
        </p:nvGrpSpPr>
        <p:grpSpPr>
          <a:xfrm>
            <a:off x="630483" y="1628945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742" name="Google Shape;742;p46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3" name="Google Shape;743;p46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4" name="Google Shape;744;p46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45" name="Google Shape;745;p46"/>
          <p:cNvGrpSpPr/>
          <p:nvPr/>
        </p:nvGrpSpPr>
        <p:grpSpPr>
          <a:xfrm>
            <a:off x="4074679" y="3225967"/>
            <a:ext cx="548133" cy="141200"/>
            <a:chOff x="3033900" y="2321275"/>
            <a:chExt cx="411100" cy="105900"/>
          </a:xfrm>
        </p:grpSpPr>
        <p:sp>
          <p:nvSpPr>
            <p:cNvPr id="746" name="Google Shape;746;p46"/>
            <p:cNvSpPr/>
            <p:nvPr/>
          </p:nvSpPr>
          <p:spPr>
            <a:xfrm>
              <a:off x="30339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33391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48" name="Google Shape;748;p46"/>
          <p:cNvGrpSpPr/>
          <p:nvPr/>
        </p:nvGrpSpPr>
        <p:grpSpPr>
          <a:xfrm>
            <a:off x="7569212" y="3225967"/>
            <a:ext cx="548133" cy="141200"/>
            <a:chOff x="3033900" y="2321275"/>
            <a:chExt cx="411100" cy="105900"/>
          </a:xfrm>
        </p:grpSpPr>
        <p:sp>
          <p:nvSpPr>
            <p:cNvPr id="749" name="Google Shape;749;p46"/>
            <p:cNvSpPr/>
            <p:nvPr/>
          </p:nvSpPr>
          <p:spPr>
            <a:xfrm>
              <a:off x="30339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33391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51" name="Google Shape;751;p46"/>
          <p:cNvGrpSpPr/>
          <p:nvPr/>
        </p:nvGrpSpPr>
        <p:grpSpPr>
          <a:xfrm>
            <a:off x="1063409" y="3771167"/>
            <a:ext cx="941609" cy="441815"/>
            <a:chOff x="4027125" y="4359300"/>
            <a:chExt cx="521725" cy="244800"/>
          </a:xfrm>
        </p:grpSpPr>
        <p:sp>
          <p:nvSpPr>
            <p:cNvPr id="752" name="Google Shape;752;p46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54" name="Google Shape;754;p46"/>
          <p:cNvGrpSpPr/>
          <p:nvPr/>
        </p:nvGrpSpPr>
        <p:grpSpPr>
          <a:xfrm>
            <a:off x="7012409" y="2070567"/>
            <a:ext cx="941609" cy="441815"/>
            <a:chOff x="4027125" y="4359300"/>
            <a:chExt cx="521725" cy="244800"/>
          </a:xfrm>
        </p:grpSpPr>
        <p:sp>
          <p:nvSpPr>
            <p:cNvPr id="755" name="Google Shape;755;p46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2351584" y="1604798"/>
            <a:ext cx="9415206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1333" dirty="0">
                <a:latin typeface="Marianne" panose="02000000000000000000" pitchFamily="50" charset="0"/>
              </a:rPr>
              <a:t>Pour modifier la part dans le radar, double clic jusqu’à faire apparaître des poignets jaunes. Tirer sur les poignets 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oogle Shape;1488;p66"/>
          <p:cNvGrpSpPr/>
          <p:nvPr/>
        </p:nvGrpSpPr>
        <p:grpSpPr>
          <a:xfrm>
            <a:off x="527382" y="2948947"/>
            <a:ext cx="6339297" cy="3218213"/>
            <a:chOff x="238125" y="1038125"/>
            <a:chExt cx="7146800" cy="3633625"/>
          </a:xfrm>
        </p:grpSpPr>
        <p:sp>
          <p:nvSpPr>
            <p:cNvPr id="28" name="Google Shape;1489;p66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" name="Google Shape;1490;p66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" name="Google Shape;1491;p66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" name="Google Shape;1492;p66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" name="Google Shape;1493;p66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" name="Google Shape;1494;p66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" name="Google Shape;1495;p66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" name="Google Shape;1496;p66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" name="Google Shape;1497;p66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" name="Google Shape;1498;p66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" name="Google Shape;1499;p66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" name="Google Shape;1500;p66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" name="Google Shape;1501;p66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" name="Google Shape;1502;p66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" name="Google Shape;1503;p66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" name="Google Shape;1504;p66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" name="Google Shape;1505;p66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" name="Google Shape;1506;p66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" name="Google Shape;1507;p66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" name="Google Shape;1508;p66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" name="Google Shape;1509;p66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" name="Google Shape;1510;p66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" name="Google Shape;1511;p66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" name="Google Shape;1512;p66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" name="Google Shape;1513;p66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" name="Google Shape;1514;p66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" name="Google Shape;1515;p66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" name="Google Shape;1516;p66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" name="Google Shape;1517;p66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" name="Google Shape;1518;p66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" name="Google Shape;1519;p66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" name="Google Shape;1520;p66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" name="Google Shape;1521;p66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" name="Google Shape;1522;p66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" name="Google Shape;1523;p66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" name="Google Shape;1524;p66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" name="Google Shape;1525;p66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" name="Google Shape;1526;p66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" name="Google Shape;1527;p66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" name="Google Shape;1528;p66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" name="Google Shape;1529;p66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" name="Google Shape;1530;p66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" name="Google Shape;1531;p66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" name="Google Shape;1532;p66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" name="Google Shape;1533;p66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" name="Google Shape;1534;p66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" name="Google Shape;1535;p66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" name="Google Shape;1536;p66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6" name="Google Shape;1537;p66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7" name="Google Shape;1538;p66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" name="Google Shape;1539;p66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" name="Google Shape;1540;p66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" name="Google Shape;1541;p66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" name="Google Shape;1542;p66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" name="Google Shape;1543;p66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" name="Google Shape;1544;p66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" name="Google Shape;1545;p66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" name="Google Shape;1546;p66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" name="Google Shape;1547;p66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" name="Google Shape;1548;p66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" name="Google Shape;1549;p66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" name="Google Shape;1550;p66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" name="Google Shape;1551;p66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" name="Google Shape;1552;p66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" name="Google Shape;1553;p66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" name="Google Shape;1554;p66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" name="Google Shape;1555;p66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" name="Google Shape;1556;p66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" name="Google Shape;1557;p66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" name="Google Shape;1558;p66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" name="Google Shape;1559;p66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" name="Google Shape;1560;p66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" name="Google Shape;1561;p66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" name="Google Shape;1562;p66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" name="Google Shape;1563;p66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" name="Google Shape;1564;p66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" name="Google Shape;1565;p66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" name="Google Shape;1566;p66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" name="Google Shape;1567;p66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" name="Google Shape;1568;p66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" name="Google Shape;1569;p66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" name="Google Shape;1570;p66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" name="Google Shape;1571;p66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" name="Google Shape;1572;p66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" name="Google Shape;1573;p66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" name="Google Shape;1574;p66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" name="Google Shape;1575;p66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" name="Google Shape;1576;p66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" name="Google Shape;1577;p66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" name="Google Shape;1578;p66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" name="Google Shape;1579;p66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" name="Google Shape;1580;p66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" name="Google Shape;1581;p66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" name="Google Shape;1582;p66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" name="Google Shape;1583;p66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" name="Google Shape;1584;p66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" name="Google Shape;1585;p66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" name="Google Shape;1586;p66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" name="Google Shape;1587;p66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" name="Google Shape;1588;p66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" name="Google Shape;1589;p66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" name="Google Shape;1590;p66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" name="Google Shape;1591;p66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" name="Google Shape;1592;p66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" name="Google Shape;1593;p66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" name="Google Shape;1594;p66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" name="Google Shape;1595;p66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" name="Google Shape;1596;p66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" name="Google Shape;1597;p66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" name="Google Shape;1598;p66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" name="Google Shape;1599;p66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" name="Google Shape;1600;p66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" name="Google Shape;1601;p66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" name="Google Shape;1602;p66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" name="Google Shape;1603;p66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" name="Google Shape;1604;p66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" name="Google Shape;1605;p66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" name="Google Shape;1606;p66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" name="Google Shape;1607;p66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" name="Google Shape;1608;p66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" name="Google Shape;1609;p66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" name="Google Shape;1610;p66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" name="Google Shape;1611;p66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" name="Google Shape;1612;p66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" name="Google Shape;1613;p66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" name="Google Shape;1614;p66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" name="Google Shape;1615;p66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" name="Google Shape;1616;p66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" name="Google Shape;1617;p66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" name="Google Shape;1618;p66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" name="Google Shape;1619;p66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" name="Google Shape;1620;p66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" name="Google Shape;1621;p66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" name="Google Shape;1622;p66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2" name="Google Shape;1623;p66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3" name="Google Shape;1624;p66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4" name="Google Shape;1625;p66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5" name="Google Shape;1626;p66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6" name="Google Shape;1627;p66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7" name="Google Shape;1628;p66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8" name="Google Shape;1629;p66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9" name="Google Shape;1630;p66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0" name="Google Shape;1631;p66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1" name="Google Shape;1632;p66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2" name="Google Shape;1633;p66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3" name="Google Shape;1634;p66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4" name="Google Shape;1635;p66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5" name="Google Shape;1636;p66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6" name="Google Shape;1637;p66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7" name="Google Shape;1638;p66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8" name="Google Shape;1639;p66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79" name="Google Shape;1640;p66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0" name="Google Shape;1641;p66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1" name="Google Shape;1642;p66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2" name="Google Shape;1643;p66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3" name="Google Shape;1644;p66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4" name="Google Shape;1645;p66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5" name="Google Shape;1646;p66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6" name="Google Shape;1647;p66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7" name="Google Shape;1648;p66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8" name="Google Shape;1649;p66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89" name="Google Shape;1650;p66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0" name="Google Shape;1651;p66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1" name="Google Shape;1652;p66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2" name="Google Shape;1653;p66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3" name="Google Shape;1654;p66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4" name="Google Shape;1655;p66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5" name="Google Shape;1656;p66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6" name="Google Shape;1657;p66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7" name="Google Shape;1658;p66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8" name="Google Shape;1659;p66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99" name="Google Shape;1660;p66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0" name="Google Shape;1661;p66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1" name="Google Shape;1662;p66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2" name="Google Shape;1663;p66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3" name="Google Shape;1664;p66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4" name="Google Shape;1665;p66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5" name="Google Shape;1666;p66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6" name="Google Shape;1667;p66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7" name="Google Shape;1668;p66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8" name="Google Shape;1669;p66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09" name="Google Shape;1670;p66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0" name="Google Shape;1671;p66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1" name="Google Shape;1672;p66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2" name="Google Shape;1673;p66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3" name="Google Shape;1674;p66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4" name="Google Shape;1675;p66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5" name="Google Shape;1676;p66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6" name="Google Shape;1677;p66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7" name="Google Shape;1678;p66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8" name="Google Shape;1679;p66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19" name="Google Shape;1680;p66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0" name="Google Shape;1681;p66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1" name="Google Shape;1682;p66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2" name="Google Shape;1683;p66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3" name="Google Shape;1684;p66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4" name="Google Shape;1685;p66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5" name="Google Shape;1686;p66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6" name="Google Shape;1687;p66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7" name="Google Shape;1688;p66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8" name="Google Shape;1689;p66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29" name="Google Shape;1690;p66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0" name="Google Shape;1691;p66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1" name="Google Shape;1692;p66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2" name="Google Shape;1693;p66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3" name="Google Shape;1694;p66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4" name="Google Shape;1695;p66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5" name="Google Shape;1696;p66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6" name="Google Shape;1697;p66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7" name="Google Shape;1698;p66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8" name="Google Shape;1699;p66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39" name="Google Shape;1700;p66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0" name="Google Shape;1701;p66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1" name="Google Shape;1702;p66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2" name="Google Shape;1703;p66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3" name="Google Shape;1704;p66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4" name="Google Shape;1705;p66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5" name="Google Shape;1706;p66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6" name="Google Shape;1707;p66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7" name="Google Shape;1708;p66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8" name="Google Shape;1709;p66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49" name="Google Shape;1710;p66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0" name="Google Shape;1711;p66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1" name="Google Shape;1712;p66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2" name="Google Shape;1713;p66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3" name="Google Shape;1714;p66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4" name="Google Shape;1715;p66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5" name="Google Shape;1716;p66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6" name="Google Shape;1717;p66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7" name="Google Shape;1718;p66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8" name="Google Shape;1719;p66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59" name="Google Shape;1720;p66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0" name="Google Shape;1721;p66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1" name="Google Shape;1722;p66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2" name="Google Shape;1723;p66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3" name="Google Shape;1724;p66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4" name="Google Shape;1725;p66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5" name="Google Shape;1726;p66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6" name="Google Shape;1727;p66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7" name="Google Shape;1728;p66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8" name="Google Shape;1729;p66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69" name="Google Shape;1730;p66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0" name="Google Shape;1731;p66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1" name="Google Shape;1732;p66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2" name="Google Shape;1733;p66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3" name="Google Shape;1734;p66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4" name="Google Shape;1735;p66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5" name="Google Shape;1736;p66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6" name="Google Shape;1737;p66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7" name="Google Shape;1738;p66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8" name="Google Shape;1739;p66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79" name="Google Shape;1740;p66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0" name="Google Shape;1741;p66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1" name="Google Shape;1742;p66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2" name="Google Shape;1743;p66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3" name="Google Shape;1744;p66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4" name="Google Shape;1745;p66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5" name="Google Shape;1746;p66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6" name="Google Shape;1747;p66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7" name="Google Shape;1748;p66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8" name="Google Shape;1749;p66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89" name="Google Shape;1750;p66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0" name="Google Shape;1751;p66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1" name="Google Shape;1752;p66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2" name="Google Shape;1753;p66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3" name="Google Shape;1754;p66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4" name="Google Shape;1755;p66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5" name="Google Shape;1756;p66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6" name="Google Shape;1757;p66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7" name="Google Shape;1758;p66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8" name="Google Shape;1759;p66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299" name="Google Shape;1760;p66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0" name="Google Shape;1761;p66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1" name="Google Shape;1762;p66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2" name="Google Shape;1763;p66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3" name="Google Shape;1764;p66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4" name="Google Shape;1765;p66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5" name="Google Shape;1766;p66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6" name="Google Shape;1767;p66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7" name="Google Shape;1768;p66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8" name="Google Shape;1769;p66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09" name="Google Shape;1770;p66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0" name="Google Shape;1771;p66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1" name="Google Shape;1772;p66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2" name="Google Shape;1773;p66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3" name="Google Shape;1774;p66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4" name="Google Shape;1775;p66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5" name="Google Shape;1776;p66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6" name="Google Shape;1777;p66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7" name="Google Shape;1778;p66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8" name="Google Shape;1779;p66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19" name="Google Shape;1780;p66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0" name="Google Shape;1781;p66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1" name="Google Shape;1782;p66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2" name="Google Shape;1783;p66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3" name="Google Shape;1784;p66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4" name="Google Shape;1785;p66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5" name="Google Shape;1786;p66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6" name="Google Shape;1787;p66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7" name="Google Shape;1788;p66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8" name="Google Shape;1789;p66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29" name="Google Shape;1790;p66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0" name="Google Shape;1791;p66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1" name="Google Shape;1792;p66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2" name="Google Shape;1793;p66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3" name="Google Shape;1794;p66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4" name="Google Shape;1795;p66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5" name="Google Shape;1796;p66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6" name="Google Shape;1797;p66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7" name="Google Shape;1798;p66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8" name="Google Shape;1799;p66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39" name="Google Shape;1800;p66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0" name="Google Shape;1801;p66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1" name="Google Shape;1802;p66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2" name="Google Shape;1803;p66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3" name="Google Shape;1804;p66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4" name="Google Shape;1805;p66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5" name="Google Shape;1806;p66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6" name="Google Shape;1807;p66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7" name="Google Shape;1808;p66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8" name="Google Shape;1809;p66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49" name="Google Shape;1810;p66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0" name="Google Shape;1811;p66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1" name="Google Shape;1812;p66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2" name="Google Shape;1813;p66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3" name="Google Shape;1814;p66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4" name="Google Shape;1815;p66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5" name="Google Shape;1816;p66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6" name="Google Shape;1817;p66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7" name="Google Shape;1818;p66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8" name="Google Shape;1819;p66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59" name="Google Shape;1820;p66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0" name="Google Shape;1821;p66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1" name="Google Shape;1822;p66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2" name="Google Shape;1823;p66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3" name="Google Shape;1824;p66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4" name="Google Shape;1825;p66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5" name="Google Shape;1826;p66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6" name="Google Shape;1827;p66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7" name="Google Shape;1828;p66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8" name="Google Shape;1829;p66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69" name="Google Shape;1830;p66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0" name="Google Shape;1831;p66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1" name="Google Shape;1832;p66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2" name="Google Shape;1833;p66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3" name="Google Shape;1834;p66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4" name="Google Shape;1835;p66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5" name="Google Shape;1836;p66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6" name="Google Shape;1837;p66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7" name="Google Shape;1838;p66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8" name="Google Shape;1839;p66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79" name="Google Shape;1840;p66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0" name="Google Shape;1841;p66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1" name="Google Shape;1842;p66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2" name="Google Shape;1843;p66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3" name="Google Shape;1844;p66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4" name="Google Shape;1845;p66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5" name="Google Shape;1846;p66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6" name="Google Shape;1847;p66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7" name="Google Shape;1848;p66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8" name="Google Shape;1849;p66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89" name="Google Shape;1850;p66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0" name="Google Shape;1851;p66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1" name="Google Shape;1852;p66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2" name="Google Shape;1853;p66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3" name="Google Shape;1854;p66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4" name="Google Shape;1855;p66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5" name="Google Shape;1856;p66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6" name="Google Shape;1857;p66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7" name="Google Shape;1858;p66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8" name="Google Shape;1859;p66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399" name="Google Shape;1860;p66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0" name="Google Shape;1861;p66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1" name="Google Shape;1862;p66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2" name="Google Shape;1863;p66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3" name="Google Shape;1864;p66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4" name="Google Shape;1865;p66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5" name="Google Shape;1866;p66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6" name="Google Shape;1867;p66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7" name="Google Shape;1868;p66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8" name="Google Shape;1869;p66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09" name="Google Shape;1870;p66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0" name="Google Shape;1871;p66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1" name="Google Shape;1872;p66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2" name="Google Shape;1873;p66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3" name="Google Shape;1874;p66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4" name="Google Shape;1875;p66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5" name="Google Shape;1876;p66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6" name="Google Shape;1877;p66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7" name="Google Shape;1878;p66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8" name="Google Shape;1879;p66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19" name="Google Shape;1880;p66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0" name="Google Shape;1881;p66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1" name="Google Shape;1882;p66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2" name="Google Shape;1883;p66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3" name="Google Shape;1884;p66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4" name="Google Shape;1885;p66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5" name="Google Shape;1886;p66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6" name="Google Shape;1887;p66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7" name="Google Shape;1888;p66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8" name="Google Shape;1889;p66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29" name="Google Shape;1890;p66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0" name="Google Shape;1891;p66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1" name="Google Shape;1892;p66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2" name="Google Shape;1893;p66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3" name="Google Shape;1894;p66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4" name="Google Shape;1895;p66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5" name="Google Shape;1896;p66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6" name="Google Shape;1897;p66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7" name="Google Shape;1898;p66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8" name="Google Shape;1899;p66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39" name="Google Shape;1900;p66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0" name="Google Shape;1901;p66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1" name="Google Shape;1902;p66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2" name="Google Shape;1903;p66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3" name="Google Shape;1904;p66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4" name="Google Shape;1905;p66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5" name="Google Shape;1906;p66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6" name="Google Shape;1907;p66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7" name="Google Shape;1908;p66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8" name="Google Shape;1909;p66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49" name="Google Shape;1910;p66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0" name="Google Shape;1911;p66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1" name="Google Shape;1912;p66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2" name="Google Shape;1913;p66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3" name="Google Shape;1914;p66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4" name="Google Shape;1915;p66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5" name="Google Shape;1916;p66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6" name="Google Shape;1917;p66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7" name="Google Shape;1918;p66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8" name="Google Shape;1919;p66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59" name="Google Shape;1920;p66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0" name="Google Shape;1921;p66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1" name="Google Shape;1922;p66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2" name="Google Shape;1923;p66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3" name="Google Shape;1924;p66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4" name="Google Shape;1925;p66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5" name="Google Shape;1926;p66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6" name="Google Shape;1927;p66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7" name="Google Shape;1928;p66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DE3513"/>
                </a:solidFill>
                <a:latin typeface="Marianne" panose="02000000000000000000" pitchFamily="50" charset="0"/>
              </a:endParaRPr>
            </a:p>
          </p:txBody>
        </p:sp>
        <p:sp>
          <p:nvSpPr>
            <p:cNvPr id="468" name="Google Shape;1929;p66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9" name="Google Shape;1930;p66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0" name="Google Shape;1931;p66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1" name="Google Shape;1932;p66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2" name="Google Shape;1933;p66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3" name="Google Shape;1934;p66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4" name="Google Shape;1935;p66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5" name="Google Shape;1936;p66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6" name="Google Shape;1937;p66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7" name="Google Shape;1938;p66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8" name="Google Shape;1939;p66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79" name="Google Shape;1940;p66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0" name="Google Shape;1941;p66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1" name="Google Shape;1942;p66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2" name="Google Shape;1943;p66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3" name="Google Shape;1944;p66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4" name="Google Shape;1945;p66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5" name="Google Shape;1946;p66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6" name="Google Shape;1947;p66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7" name="Google Shape;1948;p66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8" name="Google Shape;1949;p66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89" name="Google Shape;1950;p66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0" name="Google Shape;1951;p66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1" name="Google Shape;1952;p66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2" name="Google Shape;1953;p66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3" name="Google Shape;1954;p66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4" name="Google Shape;1955;p66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5" name="Google Shape;1956;p66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6" name="Google Shape;1957;p66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7" name="Google Shape;1958;p66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8" name="Google Shape;1959;p66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99" name="Google Shape;1960;p66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0" name="Google Shape;1961;p66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1" name="Google Shape;1962;p66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2" name="Google Shape;1963;p66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3" name="Google Shape;1964;p66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4" name="Google Shape;1965;p66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5" name="Google Shape;1966;p66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6" name="Google Shape;1967;p66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7" name="Google Shape;1968;p66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8" name="Google Shape;1969;p66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09" name="Google Shape;1970;p66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0" name="Google Shape;1971;p66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1" name="Google Shape;1972;p66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2" name="Google Shape;1973;p66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3" name="Google Shape;1974;p66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4" name="Google Shape;1975;p66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5" name="Google Shape;1976;p66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6" name="Google Shape;1977;p66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7" name="Google Shape;1978;p66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8" name="Google Shape;1979;p66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19" name="Google Shape;1980;p66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0" name="Google Shape;1981;p66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1" name="Google Shape;1982;p66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2" name="Google Shape;1983;p66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3" name="Google Shape;1984;p66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4" name="Google Shape;1985;p66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5" name="Google Shape;1986;p66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6" name="Google Shape;1987;p66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7" name="Google Shape;1988;p66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8" name="Google Shape;1989;p66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29" name="Google Shape;1990;p66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0" name="Google Shape;1991;p66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1" name="Google Shape;1992;p66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2" name="Google Shape;1993;p66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3" name="Google Shape;1994;p66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4" name="Google Shape;1995;p66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5" name="Google Shape;1996;p66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6" name="Google Shape;1997;p66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7" name="Google Shape;1998;p66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8" name="Google Shape;1999;p66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39" name="Google Shape;2000;p66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0" name="Google Shape;2001;p66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1" name="Google Shape;2002;p66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2" name="Google Shape;2003;p66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3" name="Google Shape;2004;p66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4" name="Google Shape;2005;p66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5" name="Google Shape;2006;p66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6" name="Google Shape;2007;p66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7" name="Google Shape;2008;p66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8" name="Google Shape;2009;p66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49" name="Google Shape;2010;p66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0" name="Google Shape;2011;p66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1" name="Google Shape;2012;p66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2" name="Google Shape;2013;p66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3" name="Google Shape;2014;p66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4" name="Google Shape;2015;p66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5" name="Google Shape;2016;p66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6" name="Google Shape;2017;p66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7" name="Google Shape;2018;p66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8" name="Google Shape;2019;p66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59" name="Google Shape;2020;p66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0" name="Google Shape;2021;p66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1" name="Google Shape;2022;p66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2" name="Google Shape;2023;p66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3" name="Google Shape;2024;p66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4" name="Google Shape;2025;p66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5" name="Google Shape;2026;p66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6" name="Google Shape;2027;p66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7" name="Google Shape;2028;p66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8" name="Google Shape;2029;p66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69" name="Google Shape;2030;p66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0" name="Google Shape;2031;p66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1" name="Google Shape;2032;p66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2" name="Google Shape;2033;p66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3" name="Google Shape;2034;p66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4" name="Google Shape;2035;p66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5" name="Google Shape;2036;p66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6" name="Google Shape;2037;p66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7" name="Google Shape;2038;p66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8" name="Google Shape;2039;p66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79" name="Google Shape;2040;p66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0" name="Google Shape;2041;p66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1" name="Google Shape;2042;p66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2" name="Google Shape;2043;p66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3" name="Google Shape;2044;p66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4" name="Google Shape;2045;p66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5" name="Google Shape;2046;p66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6" name="Google Shape;2047;p66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7" name="Google Shape;2048;p66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8" name="Google Shape;2049;p66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89" name="Google Shape;2050;p66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0" name="Google Shape;2051;p66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1" name="Google Shape;2052;p66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2" name="Google Shape;2053;p66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3" name="Google Shape;2054;p66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4" name="Google Shape;2055;p66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5" name="Google Shape;2056;p66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6" name="Google Shape;2057;p66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7" name="Google Shape;2058;p66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8" name="Google Shape;2059;p66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599" name="Google Shape;2060;p66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0" name="Google Shape;2061;p66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1" name="Google Shape;2062;p66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2" name="Google Shape;2063;p66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3" name="Google Shape;2064;p66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4" name="Google Shape;2065;p66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5" name="Google Shape;2066;p66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6" name="Google Shape;2067;p66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7" name="Google Shape;2068;p66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8" name="Google Shape;2069;p66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09" name="Google Shape;2070;p66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0" name="Google Shape;2071;p66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1" name="Google Shape;2072;p66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2" name="Google Shape;2073;p66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3" name="Google Shape;2074;p66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4" name="Google Shape;2075;p66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5" name="Google Shape;2076;p66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6" name="Google Shape;2077;p66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7" name="Google Shape;2078;p66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8" name="Google Shape;2079;p66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19" name="Google Shape;2080;p66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0" name="Google Shape;2081;p66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1" name="Google Shape;2082;p66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2" name="Google Shape;2083;p66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3" name="Google Shape;2084;p66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4" name="Google Shape;2085;p66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5" name="Google Shape;2086;p66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6" name="Google Shape;2087;p66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7" name="Google Shape;2088;p66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8" name="Google Shape;2089;p66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29" name="Google Shape;2090;p66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0" name="Google Shape;2091;p66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1" name="Google Shape;2092;p66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2" name="Google Shape;2093;p66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3" name="Google Shape;2094;p66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4" name="Google Shape;2095;p66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5" name="Google Shape;2096;p66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6" name="Google Shape;2097;p66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7" name="Google Shape;2098;p66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8" name="Google Shape;2099;p66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39" name="Google Shape;2100;p66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0" name="Google Shape;2101;p66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1" name="Google Shape;2102;p66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2" name="Google Shape;2103;p66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3" name="Google Shape;2104;p66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4" name="Google Shape;2105;p66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5" name="Google Shape;2106;p66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6" name="Google Shape;2107;p66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7" name="Google Shape;2108;p66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8" name="Google Shape;2109;p66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49" name="Google Shape;2110;p66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0" name="Google Shape;2111;p66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1" name="Google Shape;2112;p66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2" name="Google Shape;2113;p66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3" name="Google Shape;2114;p66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4" name="Google Shape;2115;p66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5" name="Google Shape;2116;p66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6" name="Google Shape;2117;p66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7" name="Google Shape;2118;p66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8" name="Google Shape;2119;p66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59" name="Google Shape;2120;p66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0" name="Google Shape;2121;p66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1" name="Google Shape;2122;p66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2" name="Google Shape;2123;p66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3" name="Google Shape;2124;p66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4" name="Google Shape;2125;p66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5" name="Google Shape;2126;p66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6" name="Google Shape;2127;p66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7" name="Google Shape;2128;p66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8" name="Google Shape;2129;p66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69" name="Google Shape;2130;p66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0" name="Google Shape;2131;p66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1" name="Google Shape;2132;p66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2" name="Google Shape;2133;p66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3" name="Google Shape;2134;p66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4" name="Google Shape;2135;p66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5" name="Google Shape;2136;p66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6" name="Google Shape;2137;p66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7" name="Google Shape;2138;p66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8" name="Google Shape;2139;p66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79" name="Google Shape;2140;p66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0" name="Google Shape;2141;p66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1" name="Google Shape;2142;p66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2" name="Google Shape;2143;p66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3" name="Google Shape;2144;p66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4" name="Google Shape;2145;p66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5" name="Google Shape;2146;p66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6" name="Google Shape;2147;p66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7" name="Google Shape;2148;p66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8" name="Google Shape;2149;p66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89" name="Google Shape;2150;p66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0" name="Google Shape;2151;p66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1" name="Google Shape;2152;p66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2" name="Google Shape;2153;p66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3" name="Google Shape;2154;p66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4" name="Google Shape;2155;p66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5" name="Google Shape;2156;p66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6" name="Google Shape;2157;p66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7" name="Google Shape;2158;p66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8" name="Google Shape;2159;p66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699" name="Google Shape;2160;p66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0" name="Google Shape;2161;p66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1" name="Google Shape;2162;p66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2" name="Google Shape;2163;p66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3" name="Google Shape;2164;p66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4" name="Google Shape;2165;p66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5" name="Google Shape;2166;p66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6" name="Google Shape;2167;p66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7" name="Google Shape;2168;p66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8" name="Google Shape;2169;p66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09" name="Google Shape;2170;p66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0" name="Google Shape;2171;p66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1" name="Google Shape;2172;p66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2" name="Google Shape;2173;p66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3" name="Google Shape;2174;p66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4" name="Google Shape;2175;p66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5" name="Google Shape;2176;p66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6" name="Google Shape;2177;p66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7" name="Google Shape;2178;p66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8" name="Google Shape;2179;p66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19" name="Google Shape;2180;p66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0" name="Google Shape;2181;p66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1" name="Google Shape;2182;p66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2" name="Google Shape;2183;p66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3" name="Google Shape;2184;p66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4" name="Google Shape;2185;p66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5" name="Google Shape;2186;p66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6" name="Google Shape;2187;p66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7" name="Google Shape;2188;p66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8" name="Google Shape;2189;p66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29" name="Google Shape;2190;p66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0" name="Google Shape;2191;p66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1" name="Google Shape;2192;p66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2" name="Google Shape;2193;p66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3" name="Google Shape;2194;p66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4" name="Google Shape;2195;p66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5" name="Google Shape;2196;p66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6" name="Google Shape;2197;p66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7" name="Google Shape;2198;p66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8" name="Google Shape;2199;p66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39" name="Google Shape;2200;p66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0" name="Google Shape;2201;p66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1" name="Google Shape;2202;p66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2" name="Google Shape;2203;p66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3" name="Google Shape;2204;p66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4" name="Google Shape;2205;p66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5" name="Google Shape;2206;p66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6" name="Google Shape;2207;p66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7" name="Google Shape;2208;p66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8" name="Google Shape;2209;p66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49" name="Google Shape;2210;p66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0" name="Google Shape;2211;p66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1" name="Google Shape;2212;p66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2" name="Google Shape;2213;p66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3" name="Google Shape;2214;p66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4" name="Google Shape;2215;p66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5" name="Google Shape;2216;p66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6" name="Google Shape;2217;p66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7" name="Google Shape;2218;p66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8" name="Google Shape;2219;p66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59" name="Google Shape;2220;p66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60" name="Google Shape;2221;p66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5" name="Google Shape;2222;p66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6" name="Google Shape;2223;p66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7" name="Google Shape;2224;p66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8" name="Google Shape;2225;p66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9" name="Google Shape;2226;p66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0" name="Google Shape;2227;p66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1" name="Google Shape;2228;p66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2" name="Google Shape;2229;p66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3" name="Google Shape;2230;p66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4" name="Google Shape;2231;p66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5" name="Google Shape;2232;p66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6" name="Google Shape;2233;p66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7" name="Google Shape;2234;p66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8" name="Google Shape;2235;p66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99" name="Google Shape;2236;p66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0" name="Google Shape;2237;p66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1" name="Google Shape;2238;p66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2" name="Google Shape;2239;p66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3" name="Google Shape;2240;p66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4" name="Google Shape;2241;p66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5" name="Google Shape;2242;p66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6" name="Google Shape;2243;p66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7" name="Google Shape;2244;p66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8" name="Google Shape;2245;p66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9" name="Google Shape;2246;p66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0" name="Google Shape;2247;p66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1" name="Google Shape;2248;p66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2" name="Google Shape;2249;p66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3" name="Google Shape;2250;p66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4" name="Google Shape;2251;p66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5" name="Google Shape;2252;p66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6" name="Google Shape;2253;p66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7" name="Google Shape;2254;p66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8" name="Google Shape;2255;p66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9" name="Google Shape;2256;p66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0" name="Google Shape;2257;p66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1" name="Google Shape;2258;p66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2" name="Google Shape;2259;p66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3" name="Google Shape;2260;p66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4" name="Google Shape;2261;p66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5" name="Google Shape;2262;p66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6" name="Google Shape;2263;p66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7" name="Google Shape;2264;p66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8" name="Google Shape;2265;p66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9" name="Google Shape;2266;p66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0" name="Google Shape;2267;p66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1" name="Google Shape;2268;p66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2" name="Google Shape;2269;p66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3" name="Google Shape;2270;p66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4" name="Google Shape;2271;p66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5" name="Google Shape;2272;p66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6" name="Google Shape;2273;p66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7" name="Google Shape;2274;p66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8" name="Google Shape;2275;p66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39" name="Google Shape;2276;p66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0" name="Google Shape;2277;p66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1" name="Google Shape;2278;p66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2" name="Google Shape;2279;p66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3" name="Google Shape;2280;p66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4" name="Google Shape;2281;p66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5" name="Google Shape;2282;p66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6" name="Google Shape;2283;p66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7" name="Google Shape;2284;p66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8" name="Google Shape;2285;p66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49" name="Google Shape;2286;p66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0" name="Google Shape;2287;p66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1" name="Google Shape;2288;p66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2" name="Google Shape;2289;p66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3" name="Google Shape;2290;p66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4" name="Google Shape;2291;p66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5" name="Google Shape;2292;p66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6" name="Google Shape;2293;p66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7" name="Google Shape;2294;p66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8" name="Google Shape;2295;p66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59" name="Google Shape;2296;p66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0" name="Google Shape;2297;p66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1" name="Google Shape;2298;p66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2" name="Google Shape;2299;p66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3" name="Google Shape;2300;p66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4" name="Google Shape;2301;p66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5" name="Google Shape;2302;p66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6" name="Google Shape;2303;p66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7" name="Google Shape;2304;p66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8" name="Google Shape;2305;p66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69" name="Google Shape;2306;p66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0" name="Google Shape;2307;p66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1" name="Google Shape;2308;p66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2" name="Google Shape;2309;p66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3" name="Google Shape;2310;p66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4" name="Google Shape;2311;p66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5" name="Google Shape;2312;p66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6" name="Google Shape;2313;p66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7" name="Google Shape;2314;p66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8" name="Google Shape;2315;p66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79" name="Google Shape;2316;p66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0" name="Google Shape;2317;p66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1" name="Google Shape;2318;p66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2" name="Google Shape;2319;p66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3" name="Google Shape;2320;p66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4" name="Google Shape;2321;p66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5" name="Google Shape;2322;p66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6" name="Google Shape;2323;p66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7" name="Google Shape;2324;p66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8" name="Google Shape;2325;p66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89" name="Google Shape;2326;p66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0" name="Google Shape;2327;p66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1" name="Google Shape;2328;p66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2" name="Google Shape;2329;p66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3" name="Google Shape;2330;p66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4" name="Google Shape;2331;p66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5" name="Google Shape;2332;p66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6" name="Google Shape;2333;p66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7" name="Google Shape;2334;p66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8" name="Google Shape;2335;p66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9" name="Google Shape;2336;p66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0" name="Google Shape;2337;p66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1" name="Google Shape;2338;p66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2" name="Google Shape;2339;p66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3" name="Google Shape;2340;p66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4" name="Google Shape;2341;p66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5" name="Google Shape;2342;p66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6" name="Google Shape;2343;p66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7" name="Google Shape;2344;p66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8" name="Google Shape;2345;p66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9" name="Google Shape;2346;p66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0" name="Google Shape;2347;p66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1" name="Google Shape;2348;p66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2" name="Google Shape;2349;p66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3" name="Google Shape;2350;p66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4" name="Google Shape;2351;p66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5" name="Google Shape;2352;p66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6" name="Google Shape;2353;p66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7" name="Google Shape;2354;p66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8" name="Google Shape;2355;p66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9" name="Google Shape;2356;p66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0" name="Google Shape;2357;p66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1" name="Google Shape;2358;p66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2" name="Google Shape;2359;p66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3" name="Google Shape;2360;p66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4" name="Google Shape;2361;p66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5" name="Google Shape;2362;p66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6" name="Google Shape;2363;p66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7" name="Google Shape;2364;p66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8" name="Google Shape;2365;p66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9" name="Google Shape;2366;p66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0" name="Google Shape;2367;p66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1" name="Google Shape;2368;p66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2" name="Google Shape;2369;p66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3" name="Google Shape;2370;p66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4" name="Google Shape;2371;p66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5" name="Google Shape;2372;p66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6" name="Google Shape;2373;p66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7" name="Google Shape;2374;p66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8" name="Google Shape;2375;p66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39" name="Google Shape;2376;p66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0" name="Google Shape;2377;p66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1" name="Google Shape;2378;p66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2" name="Google Shape;2379;p66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3" name="Google Shape;2380;p66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4" name="Google Shape;2381;p66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5" name="Google Shape;2382;p66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6" name="Google Shape;2383;p66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7" name="Google Shape;2384;p66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8" name="Google Shape;2385;p66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9" name="Google Shape;2386;p66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0" name="Google Shape;2387;p66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1" name="Google Shape;2388;p66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2" name="Google Shape;2389;p66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3" name="Google Shape;2390;p66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4" name="Google Shape;2391;p66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5" name="Google Shape;2392;p66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6" name="Google Shape;2393;p66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7" name="Google Shape;2394;p66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8" name="Google Shape;2395;p66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9" name="Google Shape;2396;p66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0" name="Google Shape;2397;p66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1" name="Google Shape;2398;p66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2" name="Google Shape;2399;p66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3" name="Google Shape;2400;p66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4" name="Google Shape;2401;p66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5" name="Google Shape;2402;p66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6" name="Google Shape;2403;p66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7" name="Google Shape;2404;p66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8" name="Google Shape;2405;p66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9" name="Google Shape;2406;p66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0" name="Google Shape;2407;p66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1" name="Google Shape;2408;p66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2" name="Google Shape;2409;p66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3" name="Google Shape;2410;p66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4" name="Google Shape;2411;p66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5" name="Google Shape;2412;p66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6" name="Google Shape;2413;p66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7" name="Google Shape;2414;p66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8" name="Google Shape;2415;p66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9" name="Google Shape;2416;p66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0" name="Google Shape;2417;p66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1" name="Google Shape;2418;p66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2" name="Google Shape;2419;p66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3" name="Google Shape;2420;p66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4" name="Google Shape;2421;p66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5" name="Google Shape;2422;p66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6" name="Google Shape;2423;p66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7" name="Google Shape;2424;p66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8" name="Google Shape;2425;p66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9" name="Google Shape;2426;p66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0" name="Google Shape;2427;p66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1" name="Google Shape;2428;p66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2" name="Google Shape;2429;p66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3" name="Google Shape;2430;p66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4" name="Google Shape;2431;p66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5" name="Google Shape;2432;p66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6" name="Google Shape;2433;p66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7" name="Google Shape;2434;p66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8" name="Google Shape;2435;p66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9" name="Google Shape;2436;p66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0" name="Google Shape;2437;p66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1" name="Google Shape;2438;p66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2" name="Google Shape;2439;p66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3" name="Google Shape;2440;p66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4" name="Google Shape;2441;p66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5" name="Google Shape;2442;p66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6" name="Google Shape;2443;p66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7" name="Google Shape;2444;p66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8" name="Google Shape;2445;p66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9" name="Google Shape;2446;p66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0" name="Google Shape;2447;p66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1" name="Google Shape;2448;p66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2" name="Google Shape;2449;p66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3" name="Google Shape;2450;p66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4" name="Google Shape;2451;p66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5" name="Google Shape;2452;p66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6" name="Google Shape;2453;p66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7" name="Google Shape;2454;p66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8" name="Google Shape;2455;p66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19" name="Google Shape;2456;p66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0" name="Google Shape;2457;p66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1" name="Google Shape;2458;p66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2" name="Google Shape;2459;p66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3" name="Google Shape;2460;p66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4" name="Google Shape;2461;p66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5" name="Google Shape;2462;p66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6" name="Google Shape;2463;p66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7" name="Google Shape;2464;p66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8" name="Google Shape;2465;p66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9" name="Google Shape;2466;p66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0" name="Google Shape;2467;p66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1" name="Google Shape;2468;p66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2" name="Google Shape;2469;p66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3" name="Google Shape;2470;p66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4" name="Google Shape;2471;p66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5" name="Google Shape;2472;p66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6" name="Google Shape;2473;p66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7" name="Google Shape;2474;p66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8" name="Google Shape;2475;p66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9" name="Google Shape;2476;p66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0" name="Google Shape;2477;p66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1" name="Google Shape;2478;p66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2" name="Google Shape;2479;p66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3" name="Google Shape;2480;p66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4" name="Google Shape;2481;p66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5" name="Google Shape;2482;p66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6" name="Google Shape;2483;p66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7" name="Google Shape;2484;p66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8" name="Google Shape;2485;p66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9" name="Google Shape;2486;p66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0" name="Google Shape;2487;p66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1" name="Google Shape;2488;p66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2" name="Google Shape;2489;p66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3" name="Google Shape;2490;p66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4" name="Google Shape;2491;p66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5" name="Google Shape;2492;p66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6" name="Google Shape;2493;p66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7" name="Google Shape;2494;p66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8" name="Google Shape;2495;p66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59" name="Google Shape;2496;p66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0" name="Google Shape;2497;p66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1" name="Google Shape;2498;p66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2" name="Google Shape;2499;p66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3" name="Google Shape;2500;p66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4" name="Google Shape;2501;p66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5" name="Google Shape;2502;p66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6" name="Google Shape;2503;p66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7" name="Google Shape;2504;p66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8" name="Google Shape;2505;p66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69" name="Google Shape;2506;p66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0" name="Google Shape;2507;p66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1" name="Google Shape;2508;p66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2" name="Google Shape;2509;p66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3" name="Google Shape;2510;p66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4" name="Google Shape;2511;p66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5" name="Google Shape;2512;p66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6" name="Google Shape;2513;p66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7" name="Google Shape;2514;p66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8" name="Google Shape;2515;p66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79" name="Google Shape;2516;p66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0" name="Google Shape;2517;p66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1" name="Google Shape;2518;p66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2" name="Google Shape;2519;p66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3" name="Google Shape;2520;p66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4" name="Google Shape;2521;p66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5" name="Google Shape;2522;p66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6" name="Google Shape;2523;p66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7" name="Google Shape;2524;p66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8" name="Google Shape;2525;p66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89" name="Google Shape;2526;p66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0" name="Google Shape;2527;p66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1" name="Google Shape;2528;p66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2" name="Google Shape;2529;p66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3" name="Google Shape;2530;p66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4" name="Google Shape;2531;p66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5" name="Google Shape;2532;p66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6" name="Google Shape;2533;p66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7" name="Google Shape;2534;p66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8" name="Google Shape;2535;p66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99" name="Google Shape;2536;p66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0" name="Google Shape;2537;p66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1" name="Google Shape;2538;p66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2" name="Google Shape;2539;p66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3" name="Google Shape;2540;p66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4" name="Google Shape;2541;p66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5" name="Google Shape;2542;p66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6" name="Google Shape;2543;p66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7" name="Google Shape;2544;p66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8" name="Google Shape;2545;p66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09" name="Google Shape;2546;p66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0" name="Google Shape;2547;p66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1" name="Google Shape;2548;p66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2" name="Google Shape;2549;p66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3" name="Google Shape;2550;p66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4" name="Google Shape;2551;p66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5" name="Google Shape;2552;p66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6" name="Google Shape;2553;p66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7" name="Google Shape;2554;p66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8" name="Google Shape;2555;p66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19" name="Google Shape;2556;p66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0" name="Google Shape;2557;p66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1" name="Google Shape;2558;p66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2" name="Google Shape;2559;p66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3" name="Google Shape;2560;p66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4" name="Google Shape;2561;p66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5" name="Google Shape;2562;p66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6" name="Google Shape;2563;p66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7" name="Google Shape;2564;p66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8" name="Google Shape;2565;p66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29" name="Google Shape;2566;p66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0" name="Google Shape;2567;p66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1" name="Google Shape;2568;p66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2" name="Google Shape;2569;p66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3" name="Google Shape;2570;p66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4" name="Google Shape;2571;p66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5" name="Google Shape;2572;p66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6" name="Google Shape;2573;p66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7" name="Google Shape;2574;p66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8" name="Google Shape;2575;p66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39" name="Google Shape;2576;p66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0" name="Google Shape;2577;p66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1" name="Google Shape;2578;p66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2" name="Google Shape;2579;p66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3" name="Google Shape;2580;p66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4" name="Google Shape;2581;p66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5" name="Google Shape;2582;p66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6" name="Google Shape;2583;p66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7" name="Google Shape;2584;p66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8" name="Google Shape;2585;p66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49" name="Google Shape;2586;p66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0" name="Google Shape;2587;p66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1" name="Google Shape;2588;p66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2" name="Google Shape;2589;p66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3" name="Google Shape;2590;p66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4" name="Google Shape;2591;p66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5" name="Google Shape;2592;p66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6" name="Google Shape;2593;p66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7" name="Google Shape;2594;p66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8" name="Google Shape;2595;p66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59" name="Google Shape;2596;p66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0" name="Google Shape;2597;p66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1" name="Google Shape;2598;p66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2" name="Google Shape;2599;p66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3" name="Google Shape;2600;p66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4" name="Google Shape;2601;p66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5" name="Google Shape;2602;p66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6" name="Google Shape;2603;p66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7" name="Google Shape;2604;p66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8" name="Google Shape;2605;p66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69" name="Google Shape;2606;p66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0" name="Google Shape;2607;p66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1" name="Google Shape;2608;p66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2" name="Google Shape;2609;p66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3" name="Google Shape;2610;p66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4" name="Google Shape;2611;p66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5" name="Google Shape;2612;p66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6" name="Google Shape;2613;p66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7" name="Google Shape;2614;p66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8" name="Google Shape;2615;p66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79" name="Google Shape;2616;p66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0" name="Google Shape;2617;p66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1" name="Google Shape;2618;p66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2" name="Google Shape;2619;p66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3" name="Google Shape;2620;p66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4" name="Google Shape;2621;p66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5" name="Google Shape;2622;p66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6" name="Google Shape;2623;p66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7" name="Google Shape;2624;p66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8" name="Google Shape;2625;p66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89" name="Google Shape;2626;p66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0" name="Google Shape;2627;p66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1" name="Google Shape;2628;p66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2" name="Google Shape;2629;p66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3" name="Google Shape;2630;p66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4" name="Google Shape;2631;p66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5" name="Google Shape;2632;p66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6" name="Google Shape;2633;p66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7" name="Google Shape;2634;p66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8" name="Google Shape;2635;p66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199" name="Google Shape;2636;p66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0" name="Google Shape;2637;p66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1" name="Google Shape;2638;p66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2" name="Google Shape;2639;p66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3" name="Google Shape;2640;p66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4" name="Google Shape;2641;p66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5" name="Google Shape;2642;p66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6" name="Google Shape;2643;p66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7" name="Google Shape;2644;p66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8" name="Google Shape;2645;p66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09" name="Google Shape;2646;p66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0" name="Google Shape;2647;p66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1" name="Google Shape;2648;p66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2" name="Google Shape;2649;p66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3" name="Google Shape;2650;p66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4" name="Google Shape;2651;p66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5" name="Google Shape;2652;p66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6" name="Google Shape;2653;p66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7" name="Google Shape;2654;p66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8" name="Google Shape;2655;p66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19" name="Google Shape;2656;p66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0" name="Google Shape;2657;p66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1" name="Google Shape;2658;p66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2" name="Google Shape;2659;p66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3" name="Google Shape;2660;p66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4" name="Google Shape;2661;p66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5" name="Google Shape;2662;p66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6" name="Google Shape;2663;p66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7" name="Google Shape;2664;p66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8" name="Google Shape;2665;p66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29" name="Google Shape;2666;p66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0" name="Google Shape;2667;p66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1" name="Google Shape;2668;p66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2" name="Google Shape;2669;p66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3" name="Google Shape;2670;p66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4" name="Google Shape;2671;p66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5" name="Google Shape;2672;p66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6" name="Google Shape;2673;p66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7" name="Google Shape;2674;p66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8" name="Google Shape;2675;p66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39" name="Google Shape;2676;p66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0" name="Google Shape;2677;p66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1" name="Google Shape;2678;p66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2" name="Google Shape;2679;p66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3" name="Google Shape;2680;p66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4" name="Google Shape;2681;p66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5" name="Google Shape;2682;p66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6" name="Google Shape;2683;p66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7" name="Google Shape;2684;p66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8" name="Google Shape;2685;p66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49" name="Google Shape;2686;p66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0" name="Google Shape;2687;p66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1" name="Google Shape;2688;p66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2" name="Google Shape;2689;p66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3" name="Google Shape;2690;p66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4" name="Google Shape;2691;p66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5" name="Google Shape;2692;p66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6" name="Google Shape;2693;p66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7" name="Google Shape;2694;p66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8" name="Google Shape;2695;p66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59" name="Google Shape;2696;p66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0" name="Google Shape;2697;p66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1" name="Google Shape;2698;p66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2" name="Google Shape;2699;p66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3" name="Google Shape;2700;p66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4" name="Google Shape;2701;p66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5" name="Google Shape;2702;p66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6" name="Google Shape;2703;p66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7" name="Google Shape;2704;p66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8" name="Google Shape;2705;p66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69" name="Google Shape;2706;p66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0" name="Google Shape;2707;p66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1" name="Google Shape;2708;p66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2" name="Google Shape;2709;p66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3" name="Google Shape;2710;p66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4" name="Google Shape;2711;p66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5" name="Google Shape;2712;p66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6" name="Google Shape;2713;p66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7" name="Google Shape;2714;p66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8" name="Google Shape;2715;p66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79" name="Google Shape;2716;p66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0" name="Google Shape;2717;p66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1" name="Google Shape;2718;p66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2" name="Google Shape;2719;p66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3" name="Google Shape;2720;p66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4" name="Google Shape;2721;p66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5" name="Google Shape;2722;p66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6" name="Google Shape;2723;p66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7" name="Google Shape;2724;p66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8" name="Google Shape;2725;p66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89" name="Google Shape;2726;p66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0" name="Google Shape;2727;p66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1" name="Google Shape;2728;p66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2" name="Google Shape;2729;p66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3" name="Google Shape;2730;p66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4" name="Google Shape;2731;p66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5" name="Google Shape;2732;p66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6" name="Google Shape;2733;p66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7" name="Google Shape;2734;p66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8" name="Google Shape;2735;p66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299" name="Google Shape;2736;p66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0" name="Google Shape;2737;p66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1" name="Google Shape;2738;p66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2" name="Google Shape;2739;p66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3" name="Google Shape;2740;p66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4" name="Google Shape;2741;p66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5" name="Google Shape;2742;p66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6" name="Google Shape;2743;p66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7" name="Google Shape;2744;p66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8" name="Google Shape;2745;p66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09" name="Google Shape;2746;p66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0" name="Google Shape;2747;p66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1" name="Google Shape;2748;p66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2" name="Google Shape;2749;p66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3" name="Google Shape;2750;p66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4" name="Google Shape;2751;p66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5" name="Google Shape;2752;p66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6" name="Google Shape;2753;p66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7" name="Google Shape;2754;p66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8" name="Google Shape;2755;p66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19" name="Google Shape;2756;p66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0" name="Google Shape;2757;p66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1" name="Google Shape;2758;p66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2" name="Google Shape;2759;p66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3" name="Google Shape;2760;p66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4" name="Google Shape;2761;p66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5" name="Google Shape;2762;p66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6" name="Google Shape;2763;p66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7" name="Google Shape;2764;p66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8" name="Google Shape;2765;p66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29" name="Google Shape;2766;p66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0" name="Google Shape;2767;p66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1" name="Google Shape;2768;p66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2" name="Google Shape;2769;p66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3" name="Google Shape;2770;p66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4" name="Google Shape;2771;p66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5" name="Google Shape;2772;p66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6" name="Google Shape;2773;p66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7" name="Google Shape;2774;p66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8" name="Google Shape;2775;p66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39" name="Google Shape;2776;p66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0" name="Google Shape;2777;p66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1" name="Google Shape;2778;p66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2" name="Google Shape;2779;p66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3" name="Google Shape;2780;p66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4" name="Google Shape;2781;p66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5" name="Google Shape;2782;p66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6" name="Google Shape;2783;p66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7" name="Google Shape;2784;p66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8" name="Google Shape;2785;p66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49" name="Google Shape;2786;p66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0" name="Google Shape;2787;p66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1" name="Google Shape;2788;p66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2" name="Google Shape;2789;p66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3" name="Google Shape;2790;p66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4" name="Google Shape;2791;p66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5" name="Google Shape;2792;p66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6" name="Google Shape;2793;p66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7" name="Google Shape;2794;p66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8" name="Google Shape;2795;p66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59" name="Google Shape;2796;p66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0" name="Google Shape;2797;p66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1" name="Google Shape;2798;p66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2" name="Google Shape;2799;p66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3" name="Google Shape;2800;p66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4" name="Google Shape;2801;p66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5" name="Google Shape;2802;p66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6" name="Google Shape;2803;p66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7" name="Google Shape;2804;p66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8" name="Google Shape;2805;p66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69" name="Google Shape;2806;p66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0" name="Google Shape;2807;p66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1" name="Google Shape;2808;p66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2" name="Google Shape;2809;p66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3" name="Google Shape;2810;p66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4" name="Google Shape;2811;p66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5" name="Google Shape;2812;p66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6" name="Google Shape;2813;p66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7" name="Google Shape;2814;p66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8" name="Google Shape;2815;p66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79" name="Google Shape;2816;p66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0" name="Google Shape;2817;p66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1" name="Google Shape;2818;p66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2" name="Google Shape;2819;p66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3" name="Google Shape;2820;p66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4" name="Google Shape;2821;p66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5" name="Google Shape;2822;p66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6" name="Google Shape;2823;p66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7" name="Google Shape;2824;p66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8" name="Google Shape;2825;p66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89" name="Google Shape;2826;p66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0" name="Google Shape;2827;p66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1" name="Google Shape;2828;p66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2" name="Google Shape;2829;p66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3" name="Google Shape;2830;p66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4" name="Google Shape;2831;p66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5" name="Google Shape;2832;p66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6" name="Google Shape;2833;p66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7" name="Google Shape;2834;p66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8" name="Google Shape;2835;p66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399" name="Google Shape;2836;p66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0" name="Google Shape;2837;p66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1" name="Google Shape;2838;p66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2" name="Google Shape;2839;p66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3" name="Google Shape;2840;p66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4" name="Google Shape;2841;p66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5" name="Google Shape;2842;p66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6" name="Google Shape;2843;p66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7" name="Google Shape;2844;p66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8" name="Google Shape;2845;p66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09" name="Google Shape;2846;p66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0" name="Google Shape;2847;p66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1" name="Google Shape;2848;p66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2" name="Google Shape;2849;p66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3" name="Google Shape;2850;p66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4" name="Google Shape;2851;p66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5" name="Google Shape;2852;p66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6" name="Google Shape;2853;p66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7" name="Google Shape;2854;p66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8" name="Google Shape;2855;p66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19" name="Google Shape;2856;p66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0" name="Google Shape;2857;p66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1" name="Google Shape;2858;p66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2" name="Google Shape;2859;p66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3" name="Google Shape;2860;p66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4" name="Google Shape;2861;p66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5" name="Google Shape;2862;p66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6" name="Google Shape;2863;p66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7" name="Google Shape;2864;p66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8" name="Google Shape;2865;p66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29" name="Google Shape;2866;p66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0" name="Google Shape;2867;p66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1" name="Google Shape;2868;p66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2" name="Google Shape;2869;p66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3" name="Google Shape;2870;p66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4" name="Google Shape;2871;p66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5" name="Google Shape;2872;p66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6" name="Google Shape;2873;p66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7" name="Google Shape;2874;p66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8" name="Google Shape;2875;p66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39" name="Google Shape;2876;p66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0" name="Google Shape;2877;p66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1" name="Google Shape;2878;p66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2" name="Google Shape;2879;p66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3" name="Google Shape;2880;p66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4" name="Google Shape;2881;p66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5" name="Google Shape;2882;p66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6" name="Google Shape;2883;p66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7" name="Google Shape;2884;p66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8" name="Google Shape;2885;p66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49" name="Google Shape;2886;p66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0" name="Google Shape;2887;p66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1" name="Google Shape;2888;p66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2" name="Google Shape;2889;p66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3" name="Google Shape;2890;p66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4" name="Google Shape;2891;p66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5" name="Google Shape;2892;p66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6" name="Google Shape;2893;p66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7" name="Google Shape;2894;p66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8" name="Google Shape;2895;p66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59" name="Google Shape;2896;p66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0" name="Google Shape;2897;p66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1" name="Google Shape;2898;p66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2" name="Google Shape;2899;p66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3" name="Google Shape;2900;p66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4" name="Google Shape;2901;p66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5" name="Google Shape;2902;p66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6" name="Google Shape;2903;p66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7" name="Google Shape;2904;p66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8" name="Google Shape;2905;p66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69" name="Google Shape;2906;p66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0" name="Google Shape;2907;p66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1" name="Google Shape;2908;p66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2" name="Google Shape;2909;p66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3" name="Google Shape;2910;p66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4" name="Google Shape;2911;p66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5" name="Google Shape;2912;p66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6" name="Google Shape;2913;p66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7" name="Google Shape;2914;p66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8" name="Google Shape;2915;p66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79" name="Google Shape;2916;p66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0" name="Google Shape;2917;p66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1" name="Google Shape;2918;p66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2" name="Google Shape;2919;p66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3" name="Google Shape;2920;p66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4" name="Google Shape;2921;p66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5" name="Google Shape;2922;p66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6" name="Google Shape;2923;p66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7" name="Google Shape;2924;p66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8" name="Google Shape;2925;p66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89" name="Google Shape;2926;p66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0" name="Google Shape;2927;p66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1" name="Google Shape;2928;p66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2" name="Google Shape;2929;p66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3" name="Google Shape;2930;p66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4" name="Google Shape;2931;p66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5" name="Google Shape;2932;p66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6" name="Google Shape;2933;p66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7" name="Google Shape;2934;p66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8" name="Google Shape;2935;p66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499" name="Google Shape;2936;p66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0" name="Google Shape;2937;p66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1" name="Google Shape;2938;p66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2" name="Google Shape;2939;p66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3" name="Google Shape;2940;p66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4" name="Google Shape;2941;p66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5" name="Google Shape;2942;p66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6" name="Google Shape;2943;p66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7" name="Google Shape;2944;p66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8" name="Google Shape;2945;p66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09" name="Google Shape;2946;p66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0" name="Google Shape;2947;p66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1" name="Google Shape;2948;p66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2" name="Google Shape;2949;p66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3" name="Google Shape;2950;p66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4" name="Google Shape;2951;p66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5" name="Google Shape;2952;p66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6" name="Google Shape;2953;p66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7" name="Google Shape;2954;p66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8" name="Google Shape;2955;p66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19" name="Google Shape;2956;p66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0" name="Google Shape;2957;p66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1" name="Google Shape;2958;p66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2" name="Google Shape;2959;p66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3" name="Google Shape;2960;p66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4" name="Google Shape;2961;p66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5" name="Google Shape;2962;p66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6" name="Google Shape;2963;p66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7" name="Google Shape;2964;p66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8" name="Google Shape;2965;p66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29" name="Google Shape;2966;p66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0" name="Google Shape;2967;p66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1" name="Google Shape;2968;p66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2" name="Google Shape;2969;p66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3" name="Google Shape;2970;p66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4" name="Google Shape;2971;p66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5" name="Google Shape;2972;p66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6" name="Google Shape;2973;p66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7" name="Google Shape;2974;p66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8" name="Google Shape;2975;p66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39" name="Google Shape;2976;p66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0" name="Google Shape;2977;p66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1" name="Google Shape;2978;p66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2" name="Google Shape;2979;p66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3" name="Google Shape;2980;p66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4" name="Google Shape;2981;p66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5" name="Google Shape;2982;p66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6" name="Google Shape;2983;p66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7" name="Google Shape;2984;p66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8" name="Google Shape;2985;p66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49" name="Google Shape;2986;p66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0" name="Google Shape;2987;p66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1" name="Google Shape;2988;p66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2" name="Google Shape;2989;p66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3" name="Google Shape;2990;p66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4" name="Google Shape;2991;p66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5" name="Google Shape;2992;p66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6" name="Google Shape;2993;p66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7" name="Google Shape;2994;p66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8" name="Google Shape;2995;p66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59" name="Google Shape;2996;p66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0" name="Google Shape;2997;p66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1" name="Google Shape;2998;p66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2" name="Google Shape;2999;p66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3" name="Google Shape;3000;p66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4" name="Google Shape;3001;p66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5" name="Google Shape;3002;p66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6" name="Google Shape;3003;p66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7" name="Google Shape;3004;p66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8" name="Google Shape;3005;p66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69" name="Google Shape;3006;p66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0" name="Google Shape;3007;p66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1" name="Google Shape;3008;p66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2" name="Google Shape;3009;p66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3" name="Google Shape;3010;p66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4" name="Google Shape;3011;p66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5" name="Google Shape;3012;p66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6" name="Google Shape;3013;p66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7" name="Google Shape;3014;p66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8" name="Google Shape;3015;p66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79" name="Google Shape;3016;p66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0" name="Google Shape;3017;p66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1" name="Google Shape;3018;p66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2" name="Google Shape;3019;p66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3" name="Google Shape;3020;p66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4" name="Google Shape;3021;p66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5" name="Google Shape;3022;p66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6" name="Google Shape;3023;p66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7" name="Google Shape;3024;p66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8" name="Google Shape;3025;p66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89" name="Google Shape;3026;p66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0" name="Google Shape;3027;p66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1" name="Google Shape;3028;p66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2" name="Google Shape;3029;p66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3" name="Google Shape;3030;p66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4" name="Google Shape;3031;p66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5" name="Google Shape;3032;p66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6" name="Google Shape;3033;p66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7" name="Google Shape;3034;p66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8" name="Google Shape;3035;p66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599" name="Google Shape;3036;p66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0" name="Google Shape;3037;p66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1" name="Google Shape;3038;p66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2" name="Google Shape;3039;p66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3" name="Google Shape;3040;p66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4" name="Google Shape;3041;p66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5" name="Google Shape;3042;p66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6" name="Google Shape;3043;p66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7" name="Google Shape;3044;p66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8" name="Google Shape;3045;p66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09" name="Google Shape;3046;p66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0" name="Google Shape;3047;p66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1" name="Google Shape;3048;p66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2" name="Google Shape;3049;p66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3" name="Google Shape;3050;p66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4" name="Google Shape;3051;p66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5" name="Google Shape;3052;p66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6" name="Google Shape;3053;p66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7" name="Google Shape;3054;p66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8" name="Google Shape;3055;p66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19" name="Google Shape;3056;p66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20" name="Google Shape;3057;p66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21" name="Google Shape;3058;p66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22" name="Google Shape;3059;p66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623" name="Google Shape;3060;p66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74" name="Google Shape;774;p47"/>
          <p:cNvGrpSpPr/>
          <p:nvPr/>
        </p:nvGrpSpPr>
        <p:grpSpPr>
          <a:xfrm>
            <a:off x="3290096" y="719133"/>
            <a:ext cx="7950789" cy="2686291"/>
            <a:chOff x="722275" y="1619641"/>
            <a:chExt cx="3044102" cy="1218309"/>
          </a:xfrm>
        </p:grpSpPr>
        <p:sp>
          <p:nvSpPr>
            <p:cNvPr id="775" name="Google Shape;775;p47"/>
            <p:cNvSpPr/>
            <p:nvPr/>
          </p:nvSpPr>
          <p:spPr>
            <a:xfrm>
              <a:off x="722277" y="1619641"/>
              <a:ext cx="30441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76" name="Google Shape;776;p47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777" name="Google Shape;777;p47"/>
          <p:cNvSpPr txBox="1">
            <a:spLocks noGrp="1"/>
          </p:cNvSpPr>
          <p:nvPr>
            <p:ph type="title"/>
          </p:nvPr>
        </p:nvSpPr>
        <p:spPr>
          <a:xfrm>
            <a:off x="4271797" y="1124744"/>
            <a:ext cx="5646744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r>
              <a:rPr lang="fr-FR" sz="9600" dirty="0">
                <a:cs typeface="Marianne Bold"/>
              </a:rPr>
              <a:t>390 000</a:t>
            </a:r>
            <a:endParaRPr sz="9600" dirty="0">
              <a:cs typeface="Marianne Bold"/>
            </a:endParaRPr>
          </a:p>
        </p:txBody>
      </p:sp>
      <p:sp>
        <p:nvSpPr>
          <p:cNvPr id="778" name="Google Shape;778;p47"/>
          <p:cNvSpPr txBox="1">
            <a:spLocks noGrp="1"/>
          </p:cNvSpPr>
          <p:nvPr>
            <p:ph type="subTitle" idx="1"/>
          </p:nvPr>
        </p:nvSpPr>
        <p:spPr>
          <a:xfrm>
            <a:off x="4272859" y="2372883"/>
            <a:ext cx="5951600" cy="5748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sz="2667" dirty="0">
                <a:cs typeface="Marianne Bold"/>
              </a:rPr>
              <a:t>élèves dans 138 pays</a:t>
            </a:r>
            <a:endParaRPr sz="2667" dirty="0">
              <a:cs typeface="Marianne Bold"/>
            </a:endParaRPr>
          </a:p>
        </p:txBody>
      </p:sp>
      <p:grpSp>
        <p:nvGrpSpPr>
          <p:cNvPr id="779" name="Google Shape;779;p47"/>
          <p:cNvGrpSpPr/>
          <p:nvPr/>
        </p:nvGrpSpPr>
        <p:grpSpPr>
          <a:xfrm>
            <a:off x="9552385" y="3170893"/>
            <a:ext cx="4114716" cy="2049857"/>
            <a:chOff x="4027125" y="4359300"/>
            <a:chExt cx="491392" cy="244800"/>
          </a:xfrm>
        </p:grpSpPr>
        <p:sp>
          <p:nvSpPr>
            <p:cNvPr id="780" name="Google Shape;780;p47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1" name="Google Shape;781;p47"/>
            <p:cNvSpPr/>
            <p:nvPr/>
          </p:nvSpPr>
          <p:spPr>
            <a:xfrm>
              <a:off x="4248517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782" name="Google Shape;782;p47"/>
          <p:cNvGrpSpPr/>
          <p:nvPr/>
        </p:nvGrpSpPr>
        <p:grpSpPr>
          <a:xfrm>
            <a:off x="-528735" y="1975050"/>
            <a:ext cx="1597153" cy="795665"/>
            <a:chOff x="4027125" y="4359300"/>
            <a:chExt cx="491392" cy="244800"/>
          </a:xfrm>
        </p:grpSpPr>
        <p:sp>
          <p:nvSpPr>
            <p:cNvPr id="783" name="Google Shape;783;p47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784" name="Google Shape;784;p47"/>
            <p:cNvSpPr/>
            <p:nvPr/>
          </p:nvSpPr>
          <p:spPr>
            <a:xfrm>
              <a:off x="4248517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p48"/>
          <p:cNvSpPr/>
          <p:nvPr/>
        </p:nvSpPr>
        <p:spPr>
          <a:xfrm>
            <a:off x="1432099" y="1905252"/>
            <a:ext cx="9256800" cy="424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latin typeface="Marianne" panose="02000000000000000000" pitchFamily="50" charset="0"/>
            </a:endParaRPr>
          </a:p>
        </p:txBody>
      </p:sp>
      <p:sp>
        <p:nvSpPr>
          <p:cNvPr id="790" name="Google Shape;790;p48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cs typeface="Marianne Bold"/>
              </a:rPr>
              <a:t>Intertitre</a:t>
            </a:r>
            <a:endParaRPr dirty="0">
              <a:cs typeface="Marianne Bold"/>
            </a:endParaRPr>
          </a:p>
        </p:txBody>
      </p:sp>
      <p:sp>
        <p:nvSpPr>
          <p:cNvPr id="792" name="Google Shape;792;p48"/>
          <p:cNvSpPr txBox="1">
            <a:spLocks noGrp="1"/>
          </p:cNvSpPr>
          <p:nvPr>
            <p:ph type="title" idx="2"/>
          </p:nvPr>
        </p:nvSpPr>
        <p:spPr>
          <a:xfrm>
            <a:off x="3012184" y="2114284"/>
            <a:ext cx="28196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  <a:cs typeface="Marianne Bold"/>
              </a:rPr>
              <a:t>Budget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3" name="Google Shape;793;p48"/>
          <p:cNvSpPr txBox="1">
            <a:spLocks noGrp="1"/>
          </p:cNvSpPr>
          <p:nvPr>
            <p:ph type="subTitle" idx="1"/>
          </p:nvPr>
        </p:nvSpPr>
        <p:spPr>
          <a:xfrm>
            <a:off x="3012184" y="2683704"/>
            <a:ext cx="2819600" cy="887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  <a:cs typeface="Marianne Bold"/>
              </a:rPr>
              <a:t>Texte à personnaliser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4" name="Google Shape;794;p48"/>
          <p:cNvSpPr txBox="1">
            <a:spLocks noGrp="1"/>
          </p:cNvSpPr>
          <p:nvPr>
            <p:ph type="title" idx="3"/>
          </p:nvPr>
        </p:nvSpPr>
        <p:spPr>
          <a:xfrm>
            <a:off x="7521736" y="2114284"/>
            <a:ext cx="3950861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  <a:cs typeface="Marianne Bold"/>
              </a:rPr>
              <a:t>Administration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5" name="Google Shape;795;p48"/>
          <p:cNvSpPr txBox="1">
            <a:spLocks noGrp="1"/>
          </p:cNvSpPr>
          <p:nvPr>
            <p:ph type="subTitle" idx="4"/>
          </p:nvPr>
        </p:nvSpPr>
        <p:spPr>
          <a:xfrm>
            <a:off x="7521736" y="2683704"/>
            <a:ext cx="2819600" cy="887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  <a:cs typeface="Marianne Bold"/>
              </a:rPr>
              <a:t>Texte à personnaliser</a:t>
            </a:r>
          </a:p>
          <a:p>
            <a:pPr marL="0" indent="0"/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6" name="Google Shape;796;p48"/>
          <p:cNvSpPr txBox="1">
            <a:spLocks noGrp="1"/>
          </p:cNvSpPr>
          <p:nvPr>
            <p:ph type="title" idx="5"/>
          </p:nvPr>
        </p:nvSpPr>
        <p:spPr>
          <a:xfrm>
            <a:off x="3012184" y="4463897"/>
            <a:ext cx="28196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  <a:cs typeface="Marianne Bold"/>
              </a:rPr>
              <a:t>Architecte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1" name="Google Shape;791;p48"/>
          <p:cNvSpPr txBox="1">
            <a:spLocks noGrp="1"/>
          </p:cNvSpPr>
          <p:nvPr>
            <p:ph type="subTitle" idx="6"/>
          </p:nvPr>
        </p:nvSpPr>
        <p:spPr>
          <a:xfrm>
            <a:off x="3012184" y="5033319"/>
            <a:ext cx="2819600" cy="887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  <a:cs typeface="Marianne Bold"/>
              </a:rPr>
              <a:t>Texte à personnaliser</a:t>
            </a:r>
          </a:p>
          <a:p>
            <a:pPr marL="0" indent="0"/>
            <a:endParaRPr lang="en"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7" name="Google Shape;797;p48"/>
          <p:cNvSpPr txBox="1">
            <a:spLocks noGrp="1"/>
          </p:cNvSpPr>
          <p:nvPr>
            <p:ph type="title" idx="7"/>
          </p:nvPr>
        </p:nvSpPr>
        <p:spPr>
          <a:xfrm>
            <a:off x="7521736" y="4463897"/>
            <a:ext cx="3470808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  <a:cs typeface="Marianne Bold"/>
              </a:rPr>
              <a:t>Personnel</a:t>
            </a:r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8" name="Google Shape;798;p48"/>
          <p:cNvSpPr txBox="1">
            <a:spLocks noGrp="1"/>
          </p:cNvSpPr>
          <p:nvPr>
            <p:ph type="subTitle" idx="8"/>
          </p:nvPr>
        </p:nvSpPr>
        <p:spPr>
          <a:xfrm>
            <a:off x="7521736" y="5033319"/>
            <a:ext cx="2819600" cy="887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  <a:cs typeface="Marianne Bold"/>
              </a:rPr>
              <a:t>Texte à personnaliser</a:t>
            </a:r>
          </a:p>
          <a:p>
            <a:pPr marL="0" indent="0"/>
            <a:endParaRPr dirty="0"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799" name="Google Shape;799;p48"/>
          <p:cNvSpPr/>
          <p:nvPr/>
        </p:nvSpPr>
        <p:spPr>
          <a:xfrm>
            <a:off x="1850651" y="2389384"/>
            <a:ext cx="964000" cy="964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00" name="Google Shape;800;p48"/>
          <p:cNvSpPr/>
          <p:nvPr/>
        </p:nvSpPr>
        <p:spPr>
          <a:xfrm>
            <a:off x="1850651" y="4731851"/>
            <a:ext cx="964000" cy="964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01" name="Google Shape;801;p48"/>
          <p:cNvSpPr/>
          <p:nvPr/>
        </p:nvSpPr>
        <p:spPr>
          <a:xfrm>
            <a:off x="6360203" y="2389384"/>
            <a:ext cx="964000" cy="964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02" name="Google Shape;802;p48"/>
          <p:cNvSpPr/>
          <p:nvPr/>
        </p:nvSpPr>
        <p:spPr>
          <a:xfrm>
            <a:off x="6360203" y="4731851"/>
            <a:ext cx="964000" cy="9640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endParaRPr sz="32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803" name="Google Shape;803;p48"/>
          <p:cNvGrpSpPr/>
          <p:nvPr/>
        </p:nvGrpSpPr>
        <p:grpSpPr>
          <a:xfrm>
            <a:off x="2086653" y="4967468"/>
            <a:ext cx="491983" cy="492755"/>
            <a:chOff x="-59502375" y="1904375"/>
            <a:chExt cx="319000" cy="319500"/>
          </a:xfrm>
        </p:grpSpPr>
        <p:sp>
          <p:nvSpPr>
            <p:cNvPr id="804" name="Google Shape;804;p48"/>
            <p:cNvSpPr/>
            <p:nvPr/>
          </p:nvSpPr>
          <p:spPr>
            <a:xfrm>
              <a:off x="-59455125" y="2097050"/>
              <a:ext cx="227650" cy="62225"/>
            </a:xfrm>
            <a:custGeom>
              <a:avLst/>
              <a:gdLst/>
              <a:ahLst/>
              <a:cxnLst/>
              <a:rect l="l" t="t" r="r" b="b"/>
              <a:pathLst>
                <a:path w="9106" h="2489" extrusionOk="0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5" name="Google Shape;805;p48"/>
            <p:cNvSpPr/>
            <p:nvPr/>
          </p:nvSpPr>
          <p:spPr>
            <a:xfrm>
              <a:off x="-59502375" y="1966300"/>
              <a:ext cx="319000" cy="257575"/>
            </a:xfrm>
            <a:custGeom>
              <a:avLst/>
              <a:gdLst/>
              <a:ahLst/>
              <a:cxnLst/>
              <a:rect l="l" t="t" r="r" b="b"/>
              <a:pathLst>
                <a:path w="12760" h="10303" extrusionOk="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6" name="Google Shape;806;p48"/>
            <p:cNvSpPr/>
            <p:nvPr/>
          </p:nvSpPr>
          <p:spPr>
            <a:xfrm>
              <a:off x="-59322800" y="1904375"/>
              <a:ext cx="106350" cy="41175"/>
            </a:xfrm>
            <a:custGeom>
              <a:avLst/>
              <a:gdLst/>
              <a:ahLst/>
              <a:cxnLst/>
              <a:rect l="l" t="t" r="r" b="b"/>
              <a:pathLst>
                <a:path w="4254" h="1647" extrusionOk="0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807" name="Google Shape;807;p48"/>
          <p:cNvGrpSpPr/>
          <p:nvPr/>
        </p:nvGrpSpPr>
        <p:grpSpPr>
          <a:xfrm>
            <a:off x="2087259" y="2648434"/>
            <a:ext cx="490788" cy="445869"/>
            <a:chOff x="-62518200" y="2692475"/>
            <a:chExt cx="318225" cy="289100"/>
          </a:xfrm>
        </p:grpSpPr>
        <p:sp>
          <p:nvSpPr>
            <p:cNvPr id="808" name="Google Shape;808;p48"/>
            <p:cNvSpPr/>
            <p:nvPr/>
          </p:nvSpPr>
          <p:spPr>
            <a:xfrm>
              <a:off x="-62518200" y="2692475"/>
              <a:ext cx="318225" cy="289100"/>
            </a:xfrm>
            <a:custGeom>
              <a:avLst/>
              <a:gdLst/>
              <a:ahLst/>
              <a:cxnLst/>
              <a:rect l="l" t="t" r="r" b="b"/>
              <a:pathLst>
                <a:path w="12729" h="11564" extrusionOk="0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09" name="Google Shape;809;p48"/>
            <p:cNvSpPr/>
            <p:nvPr/>
          </p:nvSpPr>
          <p:spPr>
            <a:xfrm>
              <a:off x="-62335475" y="2804325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810" name="Google Shape;810;p48"/>
          <p:cNvSpPr/>
          <p:nvPr/>
        </p:nvSpPr>
        <p:spPr>
          <a:xfrm>
            <a:off x="6608009" y="4980906"/>
            <a:ext cx="468420" cy="465903"/>
          </a:xfrm>
          <a:custGeom>
            <a:avLst/>
            <a:gdLst/>
            <a:ahLst/>
            <a:cxnLst/>
            <a:rect l="l" t="t" r="r" b="b"/>
            <a:pathLst>
              <a:path w="11910" h="11846" extrusionOk="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grpSp>
        <p:nvGrpSpPr>
          <p:cNvPr id="811" name="Google Shape;811;p48"/>
          <p:cNvGrpSpPr/>
          <p:nvPr/>
        </p:nvGrpSpPr>
        <p:grpSpPr>
          <a:xfrm>
            <a:off x="6609249" y="2639017"/>
            <a:ext cx="465943" cy="464723"/>
            <a:chOff x="3599700" y="1954475"/>
            <a:chExt cx="296175" cy="295400"/>
          </a:xfrm>
        </p:grpSpPr>
        <p:sp>
          <p:nvSpPr>
            <p:cNvPr id="812" name="Google Shape;812;p48"/>
            <p:cNvSpPr/>
            <p:nvPr/>
          </p:nvSpPr>
          <p:spPr>
            <a:xfrm>
              <a:off x="3599700" y="195447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3" name="Google Shape;813;p48"/>
            <p:cNvSpPr/>
            <p:nvPr/>
          </p:nvSpPr>
          <p:spPr>
            <a:xfrm>
              <a:off x="3825750" y="20757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14" name="Google Shape;814;p48"/>
            <p:cNvSpPr/>
            <p:nvPr/>
          </p:nvSpPr>
          <p:spPr>
            <a:xfrm>
              <a:off x="3633550" y="20757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821" name="Google Shape;821;p48"/>
          <p:cNvGrpSpPr/>
          <p:nvPr/>
        </p:nvGrpSpPr>
        <p:grpSpPr>
          <a:xfrm>
            <a:off x="185385" y="1391184"/>
            <a:ext cx="1849367" cy="963989"/>
            <a:chOff x="4027125" y="4359300"/>
            <a:chExt cx="469605" cy="244800"/>
          </a:xfrm>
        </p:grpSpPr>
        <p:sp>
          <p:nvSpPr>
            <p:cNvPr id="822" name="Google Shape;822;p48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3" name="Google Shape;823;p48"/>
            <p:cNvSpPr/>
            <p:nvPr/>
          </p:nvSpPr>
          <p:spPr>
            <a:xfrm>
              <a:off x="422673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824" name="Google Shape;824;p48"/>
          <p:cNvGrpSpPr/>
          <p:nvPr/>
        </p:nvGrpSpPr>
        <p:grpSpPr>
          <a:xfrm>
            <a:off x="10157251" y="5694431"/>
            <a:ext cx="1849367" cy="963989"/>
            <a:chOff x="4027125" y="4359300"/>
            <a:chExt cx="469605" cy="244800"/>
          </a:xfrm>
        </p:grpSpPr>
        <p:sp>
          <p:nvSpPr>
            <p:cNvPr id="825" name="Google Shape;825;p48"/>
            <p:cNvSpPr/>
            <p:nvPr/>
          </p:nvSpPr>
          <p:spPr>
            <a:xfrm>
              <a:off x="4027125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26" name="Google Shape;826;p48"/>
            <p:cNvSpPr/>
            <p:nvPr/>
          </p:nvSpPr>
          <p:spPr>
            <a:xfrm>
              <a:off x="422673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p4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  <a:cs typeface="Marianne Bold"/>
              </a:rPr>
              <a:t>Profil des élèves</a:t>
            </a:r>
            <a:endParaRPr dirty="0">
              <a:latin typeface="Marianne ExtraBold" panose="02000000000000000000" pitchFamily="50" charset="0"/>
              <a:cs typeface="Marianne Bold"/>
            </a:endParaRPr>
          </a:p>
        </p:txBody>
      </p:sp>
      <p:sp>
        <p:nvSpPr>
          <p:cNvPr id="832" name="Google Shape;832;p49"/>
          <p:cNvSpPr/>
          <p:nvPr/>
        </p:nvSpPr>
        <p:spPr>
          <a:xfrm>
            <a:off x="862400" y="3935484"/>
            <a:ext cx="10290400" cy="2056000"/>
          </a:xfrm>
          <a:prstGeom prst="roundRect">
            <a:avLst>
              <a:gd name="adj" fmla="val 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33" name="Google Shape;833;p49"/>
          <p:cNvSpPr/>
          <p:nvPr/>
        </p:nvSpPr>
        <p:spPr>
          <a:xfrm>
            <a:off x="4085667" y="4510900"/>
            <a:ext cx="6676800" cy="371600"/>
          </a:xfrm>
          <a:prstGeom prst="roundRect">
            <a:avLst>
              <a:gd name="adj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34" name="Google Shape;834;p49"/>
          <p:cNvSpPr/>
          <p:nvPr/>
        </p:nvSpPr>
        <p:spPr>
          <a:xfrm>
            <a:off x="4085667" y="5338900"/>
            <a:ext cx="6676800" cy="371600"/>
          </a:xfrm>
          <a:prstGeom prst="roundRect">
            <a:avLst>
              <a:gd name="adj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35" name="Google Shape;835;p49"/>
          <p:cNvSpPr/>
          <p:nvPr/>
        </p:nvSpPr>
        <p:spPr>
          <a:xfrm>
            <a:off x="6180300" y="1829933"/>
            <a:ext cx="5056800" cy="2056000"/>
          </a:xfrm>
          <a:prstGeom prst="roundRect">
            <a:avLst>
              <a:gd name="adj" fmla="val 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36" name="Google Shape;836;p49"/>
          <p:cNvSpPr/>
          <p:nvPr/>
        </p:nvSpPr>
        <p:spPr>
          <a:xfrm>
            <a:off x="950800" y="1829933"/>
            <a:ext cx="5056800" cy="2056000"/>
          </a:xfrm>
          <a:prstGeom prst="roundRect">
            <a:avLst>
              <a:gd name="adj" fmla="val 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grpSp>
        <p:nvGrpSpPr>
          <p:cNvPr id="837" name="Google Shape;837;p49"/>
          <p:cNvGrpSpPr/>
          <p:nvPr/>
        </p:nvGrpSpPr>
        <p:grpSpPr>
          <a:xfrm flipH="1">
            <a:off x="4113254" y="2075139"/>
            <a:ext cx="1565604" cy="1565603"/>
            <a:chOff x="4049800" y="640400"/>
            <a:chExt cx="858901" cy="858900"/>
          </a:xfrm>
        </p:grpSpPr>
        <p:sp>
          <p:nvSpPr>
            <p:cNvPr id="838" name="Google Shape;838;p4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839" name="Google Shape;839;p49"/>
            <p:cNvSpPr/>
            <p:nvPr/>
          </p:nvSpPr>
          <p:spPr>
            <a:xfrm>
              <a:off x="4049801" y="640400"/>
              <a:ext cx="858900" cy="858900"/>
            </a:xfrm>
            <a:prstGeom prst="blockArc">
              <a:avLst>
                <a:gd name="adj1" fmla="val 3968337"/>
                <a:gd name="adj2" fmla="val 15993113"/>
                <a:gd name="adj3" fmla="val 24958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highlight>
                  <a:srgbClr val="A558A0"/>
                </a:highlight>
                <a:latin typeface="Marianne" panose="02000000000000000000" pitchFamily="50" charset="0"/>
              </a:endParaRPr>
            </a:p>
          </p:txBody>
        </p:sp>
      </p:grpSp>
      <p:sp>
        <p:nvSpPr>
          <p:cNvPr id="840" name="Google Shape;840;p49"/>
          <p:cNvSpPr txBox="1"/>
          <p:nvPr/>
        </p:nvSpPr>
        <p:spPr>
          <a:xfrm flipH="1">
            <a:off x="1130367" y="1829933"/>
            <a:ext cx="21360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rPr>
              <a:t>Sexe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Marianne Bold"/>
              <a:sym typeface="Inter"/>
            </a:endParaRPr>
          </a:p>
        </p:txBody>
      </p:sp>
      <p:sp>
        <p:nvSpPr>
          <p:cNvPr id="841" name="Google Shape;841;p49"/>
          <p:cNvSpPr txBox="1"/>
          <p:nvPr/>
        </p:nvSpPr>
        <p:spPr>
          <a:xfrm flipH="1">
            <a:off x="2631728" y="3193484"/>
            <a:ext cx="1142000" cy="5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Filles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42" name="Google Shape;842;p49"/>
          <p:cNvSpPr txBox="1"/>
          <p:nvPr/>
        </p:nvSpPr>
        <p:spPr>
          <a:xfrm flipH="1">
            <a:off x="1309100" y="3193484"/>
            <a:ext cx="1142000" cy="5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spc="-4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Garçon</a:t>
            </a:r>
            <a:endParaRPr sz="2000" spc="-4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43" name="Google Shape;843;p49"/>
          <p:cNvSpPr txBox="1"/>
          <p:nvPr/>
        </p:nvSpPr>
        <p:spPr>
          <a:xfrm>
            <a:off x="1130367" y="4741233"/>
            <a:ext cx="15656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en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rPr>
              <a:t>Âge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Marianne Bold"/>
              <a:sym typeface="Inter"/>
            </a:endParaRPr>
          </a:p>
        </p:txBody>
      </p:sp>
      <p:sp>
        <p:nvSpPr>
          <p:cNvPr id="844" name="Google Shape;844;p49"/>
          <p:cNvSpPr/>
          <p:nvPr/>
        </p:nvSpPr>
        <p:spPr>
          <a:xfrm>
            <a:off x="1309100" y="2743700"/>
            <a:ext cx="1142000" cy="533600"/>
          </a:xfrm>
          <a:prstGeom prst="roundRect">
            <a:avLst>
              <a:gd name="adj" fmla="val 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45 %</a:t>
            </a:r>
            <a:endParaRPr sz="2667" b="1" dirty="0">
              <a:solidFill>
                <a:schemeClr val="accent5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45" name="Google Shape;845;p49"/>
          <p:cNvSpPr/>
          <p:nvPr/>
        </p:nvSpPr>
        <p:spPr>
          <a:xfrm>
            <a:off x="2631733" y="2743700"/>
            <a:ext cx="1142000" cy="533600"/>
          </a:xfrm>
          <a:prstGeom prst="roundRect">
            <a:avLst>
              <a:gd name="adj" fmla="val 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55 %</a:t>
            </a:r>
            <a:endParaRPr sz="2667" b="1" dirty="0">
              <a:solidFill>
                <a:schemeClr val="accent5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46" name="Google Shape;846;p49"/>
          <p:cNvSpPr txBox="1"/>
          <p:nvPr/>
        </p:nvSpPr>
        <p:spPr>
          <a:xfrm flipH="1">
            <a:off x="2255574" y="5118556"/>
            <a:ext cx="1642260" cy="5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Plus de</a:t>
            </a:r>
            <a:b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</a:br>
            <a: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15 ans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47" name="Google Shape;847;p49"/>
          <p:cNvSpPr txBox="1"/>
          <p:nvPr/>
        </p:nvSpPr>
        <p:spPr>
          <a:xfrm flipH="1">
            <a:off x="2255574" y="4290540"/>
            <a:ext cx="1642369" cy="5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M</a:t>
            </a:r>
            <a: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oins de 15 ans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48" name="Google Shape;848;p49"/>
          <p:cNvSpPr/>
          <p:nvPr/>
        </p:nvSpPr>
        <p:spPr>
          <a:xfrm>
            <a:off x="4085667" y="4510900"/>
            <a:ext cx="3854400" cy="371600"/>
          </a:xfrm>
          <a:prstGeom prst="roundRect">
            <a:avLst>
              <a:gd name="adj" fmla="val 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49" name="Google Shape;849;p49"/>
          <p:cNvSpPr/>
          <p:nvPr/>
        </p:nvSpPr>
        <p:spPr>
          <a:xfrm>
            <a:off x="4085667" y="5338900"/>
            <a:ext cx="3058000" cy="371600"/>
          </a:xfrm>
          <a:prstGeom prst="roundRect">
            <a:avLst>
              <a:gd name="adj" fmla="val 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850" name="Google Shape;850;p49"/>
          <p:cNvSpPr txBox="1"/>
          <p:nvPr/>
        </p:nvSpPr>
        <p:spPr>
          <a:xfrm flipH="1">
            <a:off x="6356067" y="1829933"/>
            <a:ext cx="21360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rPr>
              <a:t>Intérêts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Marianne Bold"/>
              <a:sym typeface="Inter"/>
            </a:endParaRPr>
          </a:p>
        </p:txBody>
      </p:sp>
      <p:sp>
        <p:nvSpPr>
          <p:cNvPr id="851" name="Google Shape;851;p49"/>
          <p:cNvSpPr txBox="1"/>
          <p:nvPr/>
        </p:nvSpPr>
        <p:spPr>
          <a:xfrm flipH="1">
            <a:off x="6356067" y="2390467"/>
            <a:ext cx="4622400" cy="139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609585" indent="-431789">
              <a:buClr>
                <a:schemeClr val="accent1"/>
              </a:buClr>
              <a:buSzPts val="1500"/>
              <a:buFont typeface="Karla"/>
              <a:buChar char="●"/>
            </a:pPr>
            <a: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Langues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  <a:p>
            <a:pPr marL="609585" indent="-431789">
              <a:buClr>
                <a:schemeClr val="accent1"/>
              </a:buClr>
              <a:buSzPts val="1500"/>
              <a:buFont typeface="Karla"/>
              <a:buChar char="●"/>
            </a:pPr>
            <a:r>
              <a:rPr lang="en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Musique et sport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grpSp>
        <p:nvGrpSpPr>
          <p:cNvPr id="852" name="Google Shape;852;p49"/>
          <p:cNvGrpSpPr/>
          <p:nvPr/>
        </p:nvGrpSpPr>
        <p:grpSpPr>
          <a:xfrm>
            <a:off x="7105600" y="4429900"/>
            <a:ext cx="1307584" cy="533600"/>
            <a:chOff x="5447050" y="3322425"/>
            <a:chExt cx="980688" cy="400200"/>
          </a:xfrm>
        </p:grpSpPr>
        <p:sp>
          <p:nvSpPr>
            <p:cNvPr id="853" name="Google Shape;853;p49"/>
            <p:cNvSpPr/>
            <p:nvPr/>
          </p:nvSpPr>
          <p:spPr>
            <a:xfrm>
              <a:off x="5515438" y="3322425"/>
              <a:ext cx="912300" cy="400200"/>
            </a:xfrm>
            <a:prstGeom prst="roundRect">
              <a:avLst>
                <a:gd name="adj" fmla="val 0"/>
              </a:avLst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r>
                <a:rPr lang="en" sz="2667" b="1" dirty="0">
                  <a:solidFill>
                    <a:schemeClr val="accent5"/>
                  </a:solidFill>
                  <a:latin typeface="Marianne" panose="02000000000000000000" pitchFamily="50" charset="0"/>
                  <a:ea typeface="Inter"/>
                  <a:cs typeface="Marianne Bold"/>
                  <a:sym typeface="Inter"/>
                </a:rPr>
                <a:t>60 %</a:t>
              </a:r>
              <a:endParaRPr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endParaRPr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5447050" y="3383175"/>
              <a:ext cx="68400" cy="278700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endParaRPr>
            </a:p>
          </p:txBody>
        </p:sp>
      </p:grpSp>
      <p:grpSp>
        <p:nvGrpSpPr>
          <p:cNvPr id="855" name="Google Shape;855;p49"/>
          <p:cNvGrpSpPr/>
          <p:nvPr/>
        </p:nvGrpSpPr>
        <p:grpSpPr>
          <a:xfrm>
            <a:off x="6248767" y="5257900"/>
            <a:ext cx="1307600" cy="533600"/>
            <a:chOff x="4804425" y="3943425"/>
            <a:chExt cx="980700" cy="400200"/>
          </a:xfrm>
        </p:grpSpPr>
        <p:sp>
          <p:nvSpPr>
            <p:cNvPr id="856" name="Google Shape;856;p49"/>
            <p:cNvSpPr/>
            <p:nvPr/>
          </p:nvSpPr>
          <p:spPr>
            <a:xfrm>
              <a:off x="4872825" y="3943425"/>
              <a:ext cx="912300" cy="400200"/>
            </a:xfrm>
            <a:prstGeom prst="roundRect">
              <a:avLst>
                <a:gd name="adj" fmla="val 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r>
                <a:rPr lang="en" sz="2667" b="1" dirty="0">
                  <a:solidFill>
                    <a:schemeClr val="accent5"/>
                  </a:solidFill>
                  <a:latin typeface="Marianne" panose="02000000000000000000" pitchFamily="50" charset="0"/>
                  <a:ea typeface="Inter"/>
                  <a:cs typeface="Marianne Bold"/>
                  <a:sym typeface="Inter"/>
                </a:rPr>
                <a:t>40 %</a:t>
              </a:r>
              <a:endParaRPr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Marianne Bold"/>
                <a:sym typeface="Inter"/>
              </a:endParaRPr>
            </a:p>
          </p:txBody>
        </p:sp>
        <p:sp>
          <p:nvSpPr>
            <p:cNvPr id="857" name="Google Shape;857;p49"/>
            <p:cNvSpPr/>
            <p:nvPr/>
          </p:nvSpPr>
          <p:spPr>
            <a:xfrm>
              <a:off x="4804425" y="4004175"/>
              <a:ext cx="68400" cy="278700"/>
            </a:xfrm>
            <a:prstGeom prst="roundRect">
              <a:avLst>
                <a:gd name="adj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667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7728182" y="5349213"/>
            <a:ext cx="3890809" cy="42075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1067" dirty="0">
                <a:latin typeface="Marianne" panose="02000000000000000000" pitchFamily="50" charset="0"/>
              </a:rPr>
              <a:t>Maintenir shift enfoncé pour déplacer le curseur </a:t>
            </a:r>
          </a:p>
          <a:p>
            <a:r>
              <a:rPr lang="fr-FR" sz="1067" dirty="0">
                <a:latin typeface="Marianne" panose="02000000000000000000" pitchFamily="50" charset="0"/>
              </a:rPr>
              <a:t>À droite ou à gauche, changer les valeurs manuellement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51"/>
          <p:cNvSpPr txBox="1">
            <a:spLocks noGrp="1"/>
          </p:cNvSpPr>
          <p:nvPr>
            <p:ph type="title"/>
          </p:nvPr>
        </p:nvSpPr>
        <p:spPr>
          <a:xfrm>
            <a:off x="960000" y="384021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</a:rPr>
              <a:t>Statistiques</a:t>
            </a:r>
            <a:endParaRPr dirty="0">
              <a:latin typeface="Marianne ExtraBold" panose="02000000000000000000" pitchFamily="50" charset="0"/>
            </a:endParaRPr>
          </a:p>
        </p:txBody>
      </p:sp>
      <p:sp>
        <p:nvSpPr>
          <p:cNvPr id="883" name="Google Shape;883;p51"/>
          <p:cNvSpPr txBox="1"/>
          <p:nvPr/>
        </p:nvSpPr>
        <p:spPr>
          <a:xfrm>
            <a:off x="526775" y="3465605"/>
            <a:ext cx="3360372" cy="6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/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Établissement 1</a:t>
            </a:r>
          </a:p>
        </p:txBody>
      </p:sp>
      <p:sp>
        <p:nvSpPr>
          <p:cNvPr id="884" name="Google Shape;884;p51"/>
          <p:cNvSpPr txBox="1"/>
          <p:nvPr/>
        </p:nvSpPr>
        <p:spPr>
          <a:xfrm>
            <a:off x="1416195" y="4083533"/>
            <a:ext cx="2233600" cy="11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/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Informations, chiffres 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85" name="Google Shape;885;p51"/>
          <p:cNvSpPr txBox="1"/>
          <p:nvPr/>
        </p:nvSpPr>
        <p:spPr>
          <a:xfrm>
            <a:off x="8543297" y="3925489"/>
            <a:ext cx="3792887" cy="6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Établissement 2</a:t>
            </a:r>
            <a:endParaRPr sz="3200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86" name="Google Shape;886;p51"/>
          <p:cNvSpPr txBox="1"/>
          <p:nvPr/>
        </p:nvSpPr>
        <p:spPr>
          <a:xfrm>
            <a:off x="8574000" y="4544289"/>
            <a:ext cx="2232000" cy="11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2000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Informations, explications</a:t>
            </a:r>
            <a:endParaRPr sz="2000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87" name="Google Shape;887;p51"/>
          <p:cNvSpPr txBox="1"/>
          <p:nvPr/>
        </p:nvSpPr>
        <p:spPr>
          <a:xfrm>
            <a:off x="3407701" y="5692183"/>
            <a:ext cx="55316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fr-FR" sz="1600" b="1" dirty="0">
                <a:solidFill>
                  <a:schemeClr val="lt1"/>
                </a:solidFill>
                <a:latin typeface="Marianne" panose="02000000000000000000" pitchFamily="50" charset="0"/>
                <a:ea typeface="Karla"/>
                <a:cs typeface="Arial" panose="020B0604020202020204" pitchFamily="34" charset="0"/>
                <a:sym typeface="Karla"/>
              </a:rPr>
              <a:t>Récupérer un graphique dans la banque en fin de présentation et le coller ici/modifier les données</a:t>
            </a:r>
            <a:endParaRPr sz="1600" b="1" dirty="0">
              <a:solidFill>
                <a:schemeClr val="lt1"/>
              </a:solidFill>
              <a:latin typeface="Marianne" panose="02000000000000000000" pitchFamily="50" charset="0"/>
              <a:ea typeface="Karla"/>
              <a:cs typeface="Arial" panose="020B0604020202020204" pitchFamily="34" charset="0"/>
              <a:sym typeface="Karla"/>
            </a:endParaRPr>
          </a:p>
        </p:txBody>
      </p:sp>
      <p:sp>
        <p:nvSpPr>
          <p:cNvPr id="888" name="Google Shape;888;p51"/>
          <p:cNvSpPr/>
          <p:nvPr/>
        </p:nvSpPr>
        <p:spPr>
          <a:xfrm>
            <a:off x="7099109" y="4308156"/>
            <a:ext cx="1130000" cy="1130000"/>
          </a:xfrm>
          <a:prstGeom prst="teardrop">
            <a:avLst>
              <a:gd name="adj" fmla="val 10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2667" b="1" dirty="0">
                <a:solidFill>
                  <a:srgbClr val="00009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40 %</a:t>
            </a:r>
            <a:endParaRPr sz="2667" b="1" dirty="0">
              <a:solidFill>
                <a:srgbClr val="00009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89" name="Google Shape;889;p51"/>
          <p:cNvSpPr/>
          <p:nvPr/>
        </p:nvSpPr>
        <p:spPr>
          <a:xfrm>
            <a:off x="3692997" y="2549593"/>
            <a:ext cx="1130000" cy="1130000"/>
          </a:xfrm>
          <a:prstGeom prst="teardrop">
            <a:avLst>
              <a:gd name="adj" fmla="val 10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2667" b="1" dirty="0">
                <a:solidFill>
                  <a:srgbClr val="00009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60 %</a:t>
            </a:r>
            <a:endParaRPr sz="2667" b="1" dirty="0">
              <a:solidFill>
                <a:srgbClr val="00009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890" name="Google Shape;890;p51"/>
          <p:cNvGrpSpPr/>
          <p:nvPr/>
        </p:nvGrpSpPr>
        <p:grpSpPr>
          <a:xfrm>
            <a:off x="456076" y="1656991"/>
            <a:ext cx="4505677" cy="1160155"/>
            <a:chOff x="722275" y="1619641"/>
            <a:chExt cx="3044102" cy="1218309"/>
          </a:xfrm>
        </p:grpSpPr>
        <p:sp>
          <p:nvSpPr>
            <p:cNvPr id="891" name="Google Shape;891;p51"/>
            <p:cNvSpPr/>
            <p:nvPr/>
          </p:nvSpPr>
          <p:spPr>
            <a:xfrm>
              <a:off x="722277" y="1619641"/>
              <a:ext cx="30441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892" name="Google Shape;892;p51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</p:grpSp>
      <p:sp>
        <p:nvSpPr>
          <p:cNvPr id="893" name="Google Shape;893;p51"/>
          <p:cNvSpPr txBox="1"/>
          <p:nvPr/>
        </p:nvSpPr>
        <p:spPr>
          <a:xfrm>
            <a:off x="2449040" y="1412939"/>
            <a:ext cx="2208245" cy="106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en" sz="5333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200</a:t>
            </a:r>
            <a:r>
              <a:rPr lang="fr-FR" sz="5333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 </a:t>
            </a:r>
            <a:r>
              <a:rPr lang="en" sz="5333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K</a:t>
            </a:r>
            <a:endParaRPr sz="5333" b="1" dirty="0">
              <a:solidFill>
                <a:schemeClr val="dk1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894" name="Google Shape;894;p51"/>
          <p:cNvSpPr txBox="1"/>
          <p:nvPr/>
        </p:nvSpPr>
        <p:spPr>
          <a:xfrm>
            <a:off x="667667" y="1581644"/>
            <a:ext cx="1555093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fr-FR" sz="2133" b="1" dirty="0">
                <a:solidFill>
                  <a:schemeClr val="dk2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Bénéfices</a:t>
            </a:r>
            <a:endParaRPr sz="2133" b="1" dirty="0">
              <a:solidFill>
                <a:schemeClr val="dk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cxnSp>
        <p:nvCxnSpPr>
          <p:cNvPr id="895" name="Google Shape;895;p51"/>
          <p:cNvCxnSpPr/>
          <p:nvPr/>
        </p:nvCxnSpPr>
        <p:spPr>
          <a:xfrm>
            <a:off x="2351584" y="1674844"/>
            <a:ext cx="0" cy="79880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96" name="Google Shape;896;p51"/>
          <p:cNvGrpSpPr/>
          <p:nvPr/>
        </p:nvGrpSpPr>
        <p:grpSpPr>
          <a:xfrm flipH="1">
            <a:off x="9568000" y="3679593"/>
            <a:ext cx="2624000" cy="68000"/>
            <a:chOff x="0" y="238125"/>
            <a:chExt cx="1968000" cy="51000"/>
          </a:xfrm>
        </p:grpSpPr>
        <p:cxnSp>
          <p:nvCxnSpPr>
            <p:cNvPr id="897" name="Google Shape;897;p51"/>
            <p:cNvCxnSpPr/>
            <p:nvPr/>
          </p:nvCxnSpPr>
          <p:spPr>
            <a:xfrm>
              <a:off x="0" y="238125"/>
              <a:ext cx="16581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98" name="Google Shape;898;p51"/>
            <p:cNvSpPr/>
            <p:nvPr/>
          </p:nvSpPr>
          <p:spPr>
            <a:xfrm>
              <a:off x="891900" y="23812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  <p:sp>
          <p:nvSpPr>
            <p:cNvPr id="899" name="Google Shape;899;p51"/>
            <p:cNvSpPr/>
            <p:nvPr/>
          </p:nvSpPr>
          <p:spPr>
            <a:xfrm>
              <a:off x="1785000" y="238125"/>
              <a:ext cx="1830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34" name="Google Shape;1245;p65">
            <a:extLst>
              <a:ext uri="{FF2B5EF4-FFF2-40B4-BE49-F238E27FC236}">
                <a16:creationId xmlns:a16="http://schemas.microsoft.com/office/drawing/2014/main" id="{27B370CB-83A7-44DB-988D-1E6338E8DFD6}"/>
              </a:ext>
            </a:extLst>
          </p:cNvPr>
          <p:cNvGrpSpPr/>
          <p:nvPr/>
        </p:nvGrpSpPr>
        <p:grpSpPr>
          <a:xfrm>
            <a:off x="4846419" y="1888053"/>
            <a:ext cx="2969663" cy="2969663"/>
            <a:chOff x="4049800" y="640400"/>
            <a:chExt cx="858900" cy="858900"/>
          </a:xfrm>
        </p:grpSpPr>
        <p:sp>
          <p:nvSpPr>
            <p:cNvPr id="35" name="Google Shape;1246;p65">
              <a:extLst>
                <a:ext uri="{FF2B5EF4-FFF2-40B4-BE49-F238E27FC236}">
                  <a16:creationId xmlns:a16="http://schemas.microsoft.com/office/drawing/2014/main" id="{0F487BEB-B11B-462A-ACE1-D40FBE83E362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chemeClr val="accent1">
                <a:lumMod val="60000"/>
                <a:lumOff val="40000"/>
              </a:schemeClr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  <p:sp>
          <p:nvSpPr>
            <p:cNvPr id="36" name="Google Shape;1247;p65">
              <a:extLst>
                <a:ext uri="{FF2B5EF4-FFF2-40B4-BE49-F238E27FC236}">
                  <a16:creationId xmlns:a16="http://schemas.microsoft.com/office/drawing/2014/main" id="{C0105391-3938-4478-8A4E-8223196EAC20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000091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-1" y="1872805"/>
            <a:ext cx="12192001" cy="4436516"/>
          </a:xfrm>
          <a:prstGeom prst="rect">
            <a:avLst/>
          </a:prstGeom>
          <a:solidFill>
            <a:schemeClr val="accent5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2400">
              <a:latin typeface="Marianne" panose="02000000000000000000" pitchFamily="50" charset="0"/>
            </a:endParaRPr>
          </a:p>
        </p:txBody>
      </p:sp>
      <p:grpSp>
        <p:nvGrpSpPr>
          <p:cNvPr id="907" name="Google Shape;907;p52"/>
          <p:cNvGrpSpPr/>
          <p:nvPr/>
        </p:nvGrpSpPr>
        <p:grpSpPr>
          <a:xfrm>
            <a:off x="1551720" y="1307739"/>
            <a:ext cx="9088549" cy="4242779"/>
            <a:chOff x="722275" y="1619647"/>
            <a:chExt cx="3764102" cy="1218303"/>
          </a:xfrm>
          <a:solidFill>
            <a:schemeClr val="accent6"/>
          </a:solidFill>
        </p:grpSpPr>
        <p:sp>
          <p:nvSpPr>
            <p:cNvPr id="908" name="Google Shape;908;p52"/>
            <p:cNvSpPr/>
            <p:nvPr/>
          </p:nvSpPr>
          <p:spPr>
            <a:xfrm>
              <a:off x="722277" y="1619647"/>
              <a:ext cx="3764100" cy="12183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09" name="Google Shape;909;p52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910" name="Google Shape;910;p5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sz="4800" dirty="0"/>
              <a:t>Citation-verbatim</a:t>
            </a:r>
            <a:endParaRPr sz="4800" dirty="0"/>
          </a:p>
        </p:txBody>
      </p:sp>
      <p:grpSp>
        <p:nvGrpSpPr>
          <p:cNvPr id="911" name="Google Shape;911;p52"/>
          <p:cNvGrpSpPr/>
          <p:nvPr/>
        </p:nvGrpSpPr>
        <p:grpSpPr>
          <a:xfrm>
            <a:off x="11376587" y="2774693"/>
            <a:ext cx="978253" cy="210411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912" name="Google Shape;912;p52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3" name="Google Shape;913;p52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4" name="Google Shape;914;p52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915" name="Google Shape;915;p52"/>
          <p:cNvGrpSpPr/>
          <p:nvPr/>
        </p:nvGrpSpPr>
        <p:grpSpPr>
          <a:xfrm>
            <a:off x="-1513553" y="2168524"/>
            <a:ext cx="2499784" cy="1212283"/>
            <a:chOff x="4044061" y="4359300"/>
            <a:chExt cx="504789" cy="244800"/>
          </a:xfrm>
        </p:grpSpPr>
        <p:sp>
          <p:nvSpPr>
            <p:cNvPr id="916" name="Google Shape;916;p52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17" name="Google Shape;917;p52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5327915" y="740702"/>
            <a:ext cx="153663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1200" dirty="0">
                <a:latin typeface="Marianne" panose="02000000000000000000" pitchFamily="50" charset="0"/>
              </a:rPr>
              <a:t>Vignette verbatim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p5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 ExtraBold" panose="02000000000000000000" pitchFamily="50" charset="0"/>
              </a:rPr>
              <a:t>Projections, tableau</a:t>
            </a:r>
            <a:endParaRPr dirty="0">
              <a:latin typeface="Marianne ExtraBold" panose="02000000000000000000" pitchFamily="50" charset="0"/>
            </a:endParaRPr>
          </a:p>
        </p:txBody>
      </p:sp>
      <p:graphicFrame>
        <p:nvGraphicFramePr>
          <p:cNvPr id="923" name="Google Shape;923;p53"/>
          <p:cNvGraphicFramePr/>
          <p:nvPr>
            <p:extLst>
              <p:ext uri="{D42A27DB-BD31-4B8C-83A1-F6EECF244321}">
                <p14:modId xmlns:p14="http://schemas.microsoft.com/office/powerpoint/2010/main" val="2630421646"/>
              </p:ext>
            </p:extLst>
          </p:nvPr>
        </p:nvGraphicFramePr>
        <p:xfrm>
          <a:off x="1129334" y="2447734"/>
          <a:ext cx="9933335" cy="31829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98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66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866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866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8666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007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400" b="1" dirty="0">
                        <a:solidFill>
                          <a:schemeClr val="accent5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009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accent5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Projet 1</a:t>
                      </a:r>
                      <a:endParaRPr sz="2400" b="1" dirty="0">
                        <a:solidFill>
                          <a:schemeClr val="accent5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009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accent5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Projet 2</a:t>
                      </a:r>
                      <a:endParaRPr sz="2400" b="1" dirty="0">
                        <a:solidFill>
                          <a:schemeClr val="accent5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009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accent5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Projet 3</a:t>
                      </a:r>
                      <a:endParaRPr sz="2400" b="1" dirty="0">
                        <a:solidFill>
                          <a:schemeClr val="accent5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009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accent5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Projet 4</a:t>
                      </a:r>
                      <a:endParaRPr sz="2400" b="1" dirty="0">
                        <a:solidFill>
                          <a:schemeClr val="accent5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009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74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2400" b="1" dirty="0">
                          <a:solidFill>
                            <a:schemeClr val="dk1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Lieu</a:t>
                      </a:r>
                      <a:endParaRPr sz="2400" b="1" dirty="0">
                        <a:solidFill>
                          <a:schemeClr val="dk1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Kyoto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Liverpool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Madrid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Singapo</a:t>
                      </a:r>
                      <a:r>
                        <a:rPr lang="fr-FR" sz="2000" dirty="0" err="1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ur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274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dk1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Budget</a:t>
                      </a:r>
                      <a:endParaRPr sz="2400" b="1" dirty="0">
                        <a:solidFill>
                          <a:schemeClr val="dk1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1700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3600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2000 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1400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274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2400" b="1" dirty="0">
                          <a:solidFill>
                            <a:schemeClr val="dk1"/>
                          </a:solidFill>
                          <a:latin typeface="Marianne" panose="02000000000000000000" pitchFamily="50" charset="0"/>
                          <a:ea typeface="Inter"/>
                          <a:cs typeface="Arial" panose="020B0604020202020204" pitchFamily="34" charset="0"/>
                          <a:sym typeface="Inter"/>
                        </a:rPr>
                        <a:t>Lancement</a:t>
                      </a:r>
                      <a:endParaRPr sz="2400" b="1" dirty="0">
                        <a:solidFill>
                          <a:schemeClr val="dk1"/>
                        </a:solidFill>
                        <a:latin typeface="Marianne" panose="02000000000000000000" pitchFamily="50" charset="0"/>
                        <a:ea typeface="Inter"/>
                        <a:cs typeface="Arial" panose="020B0604020202020204" pitchFamily="34" charset="0"/>
                        <a:sym typeface="Inter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2020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2022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2030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chemeClr val="lt1"/>
                          </a:solidFill>
                          <a:latin typeface="Marianne" panose="02000000000000000000" pitchFamily="50" charset="0"/>
                          <a:ea typeface="Karla"/>
                          <a:cs typeface="Arial" panose="020B0604020202020204" pitchFamily="34" charset="0"/>
                          <a:sym typeface="Karla"/>
                        </a:rPr>
                        <a:t>2035</a:t>
                      </a:r>
                      <a:endParaRPr sz="2000" dirty="0">
                        <a:solidFill>
                          <a:schemeClr val="lt1"/>
                        </a:solidFill>
                        <a:latin typeface="Marianne" panose="02000000000000000000" pitchFamily="50" charset="0"/>
                        <a:ea typeface="Karla"/>
                        <a:cs typeface="Arial" panose="020B0604020202020204" pitchFamily="34" charset="0"/>
                        <a:sym typeface="Karla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924" name="Google Shape;924;p53"/>
          <p:cNvGrpSpPr/>
          <p:nvPr/>
        </p:nvGrpSpPr>
        <p:grpSpPr>
          <a:xfrm>
            <a:off x="1129350" y="1687561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925" name="Google Shape;925;p53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6" name="Google Shape;926;p53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27" name="Google Shape;927;p53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3407701" y="1700809"/>
            <a:ext cx="672074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1400" dirty="0">
                <a:latin typeface="Marianne" panose="02000000000000000000" pitchFamily="50" charset="0"/>
              </a:rPr>
              <a:t>Clic droit sur le tableau/Insérer/colonnes ou lignes 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" name="Google Shape;932;p54"/>
          <p:cNvGrpSpPr/>
          <p:nvPr/>
        </p:nvGrpSpPr>
        <p:grpSpPr>
          <a:xfrm>
            <a:off x="6550204" y="2171798"/>
            <a:ext cx="4011641" cy="2837348"/>
            <a:chOff x="722274" y="1619646"/>
            <a:chExt cx="2646900" cy="1218304"/>
          </a:xfrm>
        </p:grpSpPr>
        <p:sp>
          <p:nvSpPr>
            <p:cNvPr id="933" name="Google Shape;933;p54"/>
            <p:cNvSpPr/>
            <p:nvPr/>
          </p:nvSpPr>
          <p:spPr>
            <a:xfrm>
              <a:off x="722274" y="1619646"/>
              <a:ext cx="26469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934" name="Google Shape;934;p54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AD4847"/>
                </a:solidFill>
                <a:latin typeface="Marianne" panose="02000000000000000000" pitchFamily="50" charset="0"/>
              </a:endParaRPr>
            </a:p>
          </p:txBody>
        </p:sp>
      </p:grpSp>
      <p:sp>
        <p:nvSpPr>
          <p:cNvPr id="935" name="Google Shape;935;p54"/>
          <p:cNvSpPr/>
          <p:nvPr/>
        </p:nvSpPr>
        <p:spPr>
          <a:xfrm rot="313">
            <a:off x="7020705" y="2453703"/>
            <a:ext cx="561868" cy="404175"/>
          </a:xfrm>
          <a:custGeom>
            <a:avLst/>
            <a:gdLst/>
            <a:ahLst/>
            <a:cxnLst/>
            <a:rect l="l" t="t" r="r" b="b"/>
            <a:pathLst>
              <a:path w="15353" h="11040" extrusionOk="0">
                <a:moveTo>
                  <a:pt x="4069" y="1"/>
                </a:moveTo>
                <a:lnTo>
                  <a:pt x="976" y="4693"/>
                </a:lnTo>
                <a:cubicBezTo>
                  <a:pt x="380" y="5561"/>
                  <a:pt x="0" y="6483"/>
                  <a:pt x="0" y="7568"/>
                </a:cubicBezTo>
                <a:cubicBezTo>
                  <a:pt x="0" y="9738"/>
                  <a:pt x="1600" y="11013"/>
                  <a:pt x="3336" y="11013"/>
                </a:cubicBezTo>
                <a:cubicBezTo>
                  <a:pt x="5262" y="11013"/>
                  <a:pt x="6673" y="9575"/>
                  <a:pt x="6673" y="7568"/>
                </a:cubicBezTo>
                <a:cubicBezTo>
                  <a:pt x="6673" y="6456"/>
                  <a:pt x="6211" y="5398"/>
                  <a:pt x="5235" y="4747"/>
                </a:cubicBezTo>
                <a:lnTo>
                  <a:pt x="7296" y="28"/>
                </a:lnTo>
                <a:lnTo>
                  <a:pt x="7296" y="1"/>
                </a:lnTo>
                <a:close/>
                <a:moveTo>
                  <a:pt x="12179" y="1"/>
                </a:moveTo>
                <a:lnTo>
                  <a:pt x="9087" y="4693"/>
                </a:lnTo>
                <a:cubicBezTo>
                  <a:pt x="8490" y="5561"/>
                  <a:pt x="8110" y="6483"/>
                  <a:pt x="8110" y="7568"/>
                </a:cubicBezTo>
                <a:cubicBezTo>
                  <a:pt x="8110" y="9738"/>
                  <a:pt x="9710" y="11040"/>
                  <a:pt x="11419" y="11040"/>
                </a:cubicBezTo>
                <a:cubicBezTo>
                  <a:pt x="13372" y="11040"/>
                  <a:pt x="14783" y="9575"/>
                  <a:pt x="14783" y="7568"/>
                </a:cubicBezTo>
                <a:cubicBezTo>
                  <a:pt x="14783" y="6456"/>
                  <a:pt x="14321" y="5398"/>
                  <a:pt x="13291" y="4720"/>
                </a:cubicBezTo>
                <a:lnTo>
                  <a:pt x="15352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36" name="Google Shape;936;p54"/>
          <p:cNvSpPr/>
          <p:nvPr/>
        </p:nvSpPr>
        <p:spPr>
          <a:xfrm>
            <a:off x="9962928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94979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37" name="Google Shape;937;p54"/>
          <p:cNvSpPr/>
          <p:nvPr/>
        </p:nvSpPr>
        <p:spPr>
          <a:xfrm>
            <a:off x="9659691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38" name="Google Shape;938;p54"/>
          <p:cNvSpPr/>
          <p:nvPr/>
        </p:nvSpPr>
        <p:spPr>
          <a:xfrm>
            <a:off x="9356453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39" name="Google Shape;939;p54"/>
          <p:cNvSpPr/>
          <p:nvPr/>
        </p:nvSpPr>
        <p:spPr>
          <a:xfrm>
            <a:off x="9053217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40" name="Google Shape;940;p54"/>
          <p:cNvSpPr/>
          <p:nvPr/>
        </p:nvSpPr>
        <p:spPr>
          <a:xfrm>
            <a:off x="8749980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cxnSp>
        <p:nvCxnSpPr>
          <p:cNvPr id="941" name="Google Shape;941;p54"/>
          <p:cNvCxnSpPr/>
          <p:nvPr/>
        </p:nvCxnSpPr>
        <p:spPr>
          <a:xfrm rot="10800000">
            <a:off x="6930833" y="3113633"/>
            <a:ext cx="3287600" cy="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48" name="Google Shape;948;p54"/>
          <p:cNvSpPr txBox="1">
            <a:spLocks noGrp="1"/>
          </p:cNvSpPr>
          <p:nvPr>
            <p:ph type="title"/>
          </p:nvPr>
        </p:nvSpPr>
        <p:spPr>
          <a:xfrm>
            <a:off x="2010767" y="3160635"/>
            <a:ext cx="3341600" cy="745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Julia 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943" name="Google Shape;943;p54"/>
          <p:cNvSpPr txBox="1">
            <a:spLocks noGrp="1"/>
          </p:cNvSpPr>
          <p:nvPr>
            <p:ph type="title" idx="2"/>
          </p:nvPr>
        </p:nvSpPr>
        <p:spPr>
          <a:xfrm>
            <a:off x="6930833" y="3160652"/>
            <a:ext cx="3340800" cy="745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en" dirty="0">
                <a:latin typeface="Marianne" panose="02000000000000000000" pitchFamily="50" charset="0"/>
              </a:rPr>
              <a:t>Théodore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944" name="Google Shape;944;p54"/>
          <p:cNvSpPr txBox="1">
            <a:spLocks noGrp="1"/>
          </p:cNvSpPr>
          <p:nvPr>
            <p:ph type="subTitle" idx="1"/>
          </p:nvPr>
        </p:nvSpPr>
        <p:spPr>
          <a:xfrm>
            <a:off x="6930833" y="3754373"/>
            <a:ext cx="3340800" cy="1169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Tout était parfait !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949" name="Google Shape;949;p54"/>
          <p:cNvSpPr txBox="1">
            <a:spLocks noGrp="1"/>
          </p:cNvSpPr>
          <p:nvPr>
            <p:ph type="subTitle" idx="3"/>
          </p:nvPr>
        </p:nvSpPr>
        <p:spPr>
          <a:xfrm>
            <a:off x="2011367" y="3754353"/>
            <a:ext cx="3340800" cy="1169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Expérience particulièrement intéressante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942" name="Google Shape;942;p54"/>
          <p:cNvSpPr txBox="1">
            <a:spLocks noGrp="1"/>
          </p:cNvSpPr>
          <p:nvPr>
            <p:ph type="title" idx="4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cs typeface="Marianne Bold"/>
              </a:rPr>
              <a:t>Verbatims et ou avis</a:t>
            </a:r>
            <a:endParaRPr dirty="0">
              <a:cs typeface="Marianne Bold"/>
            </a:endParaRPr>
          </a:p>
        </p:txBody>
      </p:sp>
      <p:grpSp>
        <p:nvGrpSpPr>
          <p:cNvPr id="945" name="Google Shape;945;p54"/>
          <p:cNvGrpSpPr/>
          <p:nvPr/>
        </p:nvGrpSpPr>
        <p:grpSpPr>
          <a:xfrm>
            <a:off x="1630137" y="2171798"/>
            <a:ext cx="4011641" cy="2837348"/>
            <a:chOff x="722274" y="1619646"/>
            <a:chExt cx="2646900" cy="1218304"/>
          </a:xfrm>
        </p:grpSpPr>
        <p:sp>
          <p:nvSpPr>
            <p:cNvPr id="946" name="Google Shape;946;p54"/>
            <p:cNvSpPr/>
            <p:nvPr/>
          </p:nvSpPr>
          <p:spPr>
            <a:xfrm>
              <a:off x="722274" y="1619646"/>
              <a:ext cx="26469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47" name="Google Shape;947;p54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0091"/>
                </a:solidFill>
                <a:latin typeface="Marianne" panose="02000000000000000000" pitchFamily="50" charset="0"/>
              </a:endParaRPr>
            </a:p>
          </p:txBody>
        </p:sp>
      </p:grpSp>
      <p:sp>
        <p:nvSpPr>
          <p:cNvPr id="950" name="Google Shape;950;p54"/>
          <p:cNvSpPr/>
          <p:nvPr/>
        </p:nvSpPr>
        <p:spPr>
          <a:xfrm rot="313">
            <a:off x="2100638" y="2453703"/>
            <a:ext cx="561868" cy="404175"/>
          </a:xfrm>
          <a:custGeom>
            <a:avLst/>
            <a:gdLst/>
            <a:ahLst/>
            <a:cxnLst/>
            <a:rect l="l" t="t" r="r" b="b"/>
            <a:pathLst>
              <a:path w="15353" h="11040" extrusionOk="0">
                <a:moveTo>
                  <a:pt x="4069" y="1"/>
                </a:moveTo>
                <a:lnTo>
                  <a:pt x="976" y="4693"/>
                </a:lnTo>
                <a:cubicBezTo>
                  <a:pt x="380" y="5561"/>
                  <a:pt x="0" y="6483"/>
                  <a:pt x="0" y="7568"/>
                </a:cubicBezTo>
                <a:cubicBezTo>
                  <a:pt x="0" y="9738"/>
                  <a:pt x="1600" y="11013"/>
                  <a:pt x="3336" y="11013"/>
                </a:cubicBezTo>
                <a:cubicBezTo>
                  <a:pt x="5262" y="11013"/>
                  <a:pt x="6673" y="9575"/>
                  <a:pt x="6673" y="7568"/>
                </a:cubicBezTo>
                <a:cubicBezTo>
                  <a:pt x="6673" y="6456"/>
                  <a:pt x="6211" y="5398"/>
                  <a:pt x="5235" y="4747"/>
                </a:cubicBezTo>
                <a:lnTo>
                  <a:pt x="7296" y="28"/>
                </a:lnTo>
                <a:lnTo>
                  <a:pt x="7296" y="1"/>
                </a:lnTo>
                <a:close/>
                <a:moveTo>
                  <a:pt x="12179" y="1"/>
                </a:moveTo>
                <a:lnTo>
                  <a:pt x="9087" y="4693"/>
                </a:lnTo>
                <a:cubicBezTo>
                  <a:pt x="8490" y="5561"/>
                  <a:pt x="8110" y="6483"/>
                  <a:pt x="8110" y="7568"/>
                </a:cubicBezTo>
                <a:cubicBezTo>
                  <a:pt x="8110" y="9738"/>
                  <a:pt x="9710" y="11040"/>
                  <a:pt x="11419" y="11040"/>
                </a:cubicBezTo>
                <a:cubicBezTo>
                  <a:pt x="13372" y="11040"/>
                  <a:pt x="14783" y="9575"/>
                  <a:pt x="14783" y="7568"/>
                </a:cubicBezTo>
                <a:cubicBezTo>
                  <a:pt x="14783" y="6456"/>
                  <a:pt x="14321" y="5398"/>
                  <a:pt x="13291" y="4720"/>
                </a:cubicBezTo>
                <a:lnTo>
                  <a:pt x="15352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51" name="Google Shape;951;p54"/>
          <p:cNvSpPr/>
          <p:nvPr/>
        </p:nvSpPr>
        <p:spPr>
          <a:xfrm>
            <a:off x="5042861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52" name="Google Shape;952;p54"/>
          <p:cNvSpPr/>
          <p:nvPr/>
        </p:nvSpPr>
        <p:spPr>
          <a:xfrm>
            <a:off x="4739624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53" name="Google Shape;953;p54"/>
          <p:cNvSpPr/>
          <p:nvPr/>
        </p:nvSpPr>
        <p:spPr>
          <a:xfrm>
            <a:off x="4436387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54" name="Google Shape;954;p54"/>
          <p:cNvSpPr/>
          <p:nvPr/>
        </p:nvSpPr>
        <p:spPr>
          <a:xfrm>
            <a:off x="4133151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sp>
        <p:nvSpPr>
          <p:cNvPr id="955" name="Google Shape;955;p54"/>
          <p:cNvSpPr/>
          <p:nvPr/>
        </p:nvSpPr>
        <p:spPr>
          <a:xfrm>
            <a:off x="3829913" y="2537381"/>
            <a:ext cx="248800" cy="236800"/>
          </a:xfrm>
          <a:prstGeom prst="star5">
            <a:avLst>
              <a:gd name="adj" fmla="val 22789"/>
              <a:gd name="hf" fmla="val 105146"/>
              <a:gd name="vf" fmla="val 110557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cxnSp>
        <p:nvCxnSpPr>
          <p:cNvPr id="956" name="Google Shape;956;p54"/>
          <p:cNvCxnSpPr/>
          <p:nvPr/>
        </p:nvCxnSpPr>
        <p:spPr>
          <a:xfrm rot="10800000">
            <a:off x="2010767" y="3113633"/>
            <a:ext cx="3287600" cy="0"/>
          </a:xfrm>
          <a:prstGeom prst="straightConnector1">
            <a:avLst/>
          </a:prstGeom>
          <a:noFill/>
          <a:ln w="9525" cap="flat" cmpd="sng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7" name="Google Shape;957;p54"/>
          <p:cNvGrpSpPr/>
          <p:nvPr/>
        </p:nvGrpSpPr>
        <p:grpSpPr>
          <a:xfrm rot="5400000">
            <a:off x="5821923" y="3519872"/>
            <a:ext cx="548133" cy="141200"/>
            <a:chOff x="3033900" y="2321275"/>
            <a:chExt cx="411100" cy="105900"/>
          </a:xfrm>
        </p:grpSpPr>
        <p:sp>
          <p:nvSpPr>
            <p:cNvPr id="958" name="Google Shape;958;p54"/>
            <p:cNvSpPr/>
            <p:nvPr/>
          </p:nvSpPr>
          <p:spPr>
            <a:xfrm>
              <a:off x="30339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59" name="Google Shape;959;p54"/>
            <p:cNvSpPr/>
            <p:nvPr/>
          </p:nvSpPr>
          <p:spPr>
            <a:xfrm>
              <a:off x="3339100" y="2321275"/>
              <a:ext cx="105900" cy="105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960" name="Google Shape;960;p54"/>
          <p:cNvGrpSpPr/>
          <p:nvPr/>
        </p:nvGrpSpPr>
        <p:grpSpPr>
          <a:xfrm>
            <a:off x="960017" y="5823951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961" name="Google Shape;961;p54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2" name="Google Shape;962;p54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3" name="Google Shape;963;p54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964" name="Google Shape;964;p54"/>
          <p:cNvGrpSpPr/>
          <p:nvPr/>
        </p:nvGrpSpPr>
        <p:grpSpPr>
          <a:xfrm>
            <a:off x="9301995" y="4803603"/>
            <a:ext cx="2499784" cy="1212283"/>
            <a:chOff x="4044061" y="4359300"/>
            <a:chExt cx="504789" cy="244800"/>
          </a:xfrm>
        </p:grpSpPr>
        <p:sp>
          <p:nvSpPr>
            <p:cNvPr id="965" name="Google Shape;965;p54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66" name="Google Shape;966;p54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967" name="Google Shape;967;p54"/>
          <p:cNvSpPr/>
          <p:nvPr/>
        </p:nvSpPr>
        <p:spPr>
          <a:xfrm>
            <a:off x="451735" y="1559795"/>
            <a:ext cx="886000" cy="803200"/>
          </a:xfrm>
          <a:prstGeom prst="parallelogram">
            <a:avLst>
              <a:gd name="adj" fmla="val 56628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grpSp>
        <p:nvGrpSpPr>
          <p:cNvPr id="968" name="Google Shape;968;p54"/>
          <p:cNvGrpSpPr/>
          <p:nvPr/>
        </p:nvGrpSpPr>
        <p:grpSpPr>
          <a:xfrm>
            <a:off x="9752841" y="2054397"/>
            <a:ext cx="1463735" cy="314832"/>
            <a:chOff x="-145925" y="-62768"/>
            <a:chExt cx="3906764" cy="840300"/>
          </a:xfrm>
          <a:solidFill>
            <a:srgbClr val="000091"/>
          </a:solidFill>
        </p:grpSpPr>
        <p:sp>
          <p:nvSpPr>
            <p:cNvPr id="969" name="Google Shape;969;p54"/>
            <p:cNvSpPr/>
            <p:nvPr/>
          </p:nvSpPr>
          <p:spPr>
            <a:xfrm>
              <a:off x="-145925" y="-62768"/>
              <a:ext cx="21789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0" name="Google Shape;970;p54"/>
            <p:cNvSpPr/>
            <p:nvPr/>
          </p:nvSpPr>
          <p:spPr>
            <a:xfrm>
              <a:off x="1970152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71" name="Google Shape;971;p54"/>
            <p:cNvSpPr/>
            <p:nvPr/>
          </p:nvSpPr>
          <p:spPr>
            <a:xfrm>
              <a:off x="2834139" y="-62768"/>
              <a:ext cx="926700" cy="840300"/>
            </a:xfrm>
            <a:prstGeom prst="parallelogram">
              <a:avLst>
                <a:gd name="adj" fmla="val 56628"/>
              </a:avLst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p55"/>
          <p:cNvSpPr/>
          <p:nvPr/>
        </p:nvSpPr>
        <p:spPr>
          <a:xfrm>
            <a:off x="1524000" y="1882100"/>
            <a:ext cx="4139200" cy="41392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977" name="Google Shape;977;p55"/>
          <p:cNvSpPr/>
          <p:nvPr/>
        </p:nvSpPr>
        <p:spPr>
          <a:xfrm>
            <a:off x="6528733" y="1882100"/>
            <a:ext cx="4139200" cy="41392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979" name="Google Shape;979;p5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Récompenses </a:t>
            </a:r>
            <a:endParaRPr dirty="0"/>
          </a:p>
        </p:txBody>
      </p:sp>
      <p:sp>
        <p:nvSpPr>
          <p:cNvPr id="978" name="Google Shape;978;p55"/>
          <p:cNvSpPr txBox="1">
            <a:spLocks noGrp="1"/>
          </p:cNvSpPr>
          <p:nvPr>
            <p:ph type="title" idx="2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en" dirty="0">
                <a:solidFill>
                  <a:schemeClr val="lt2"/>
                </a:solidFill>
                <a:latin typeface="Marianne" panose="02000000000000000000" pitchFamily="50" charset="0"/>
              </a:rPr>
              <a:t>1</a:t>
            </a:r>
            <a:r>
              <a:rPr lang="en" baseline="30000" dirty="0">
                <a:solidFill>
                  <a:schemeClr val="lt2"/>
                </a:solidFill>
                <a:latin typeface="Marianne" panose="02000000000000000000" pitchFamily="50" charset="0"/>
              </a:rPr>
              <a:t>er</a:t>
            </a:r>
            <a:r>
              <a:rPr lang="en" dirty="0">
                <a:solidFill>
                  <a:schemeClr val="lt2"/>
                </a:solidFill>
                <a:latin typeface="Marianne" panose="02000000000000000000" pitchFamily="50" charset="0"/>
              </a:rPr>
              <a:t> prix dans la catégorie ecole</a:t>
            </a:r>
            <a:endParaRPr dirty="0">
              <a:solidFill>
                <a:schemeClr val="lt2"/>
              </a:solidFill>
              <a:latin typeface="Marianne" panose="02000000000000000000" pitchFamily="50" charset="0"/>
            </a:endParaRPr>
          </a:p>
        </p:txBody>
      </p:sp>
      <p:sp>
        <p:nvSpPr>
          <p:cNvPr id="982" name="Google Shape;982;p55"/>
          <p:cNvSpPr txBox="1">
            <a:spLocks noGrp="1"/>
          </p:cNvSpPr>
          <p:nvPr>
            <p:ph type="title" idx="3"/>
          </p:nvPr>
        </p:nvSpPr>
        <p:spPr>
          <a:xfrm>
            <a:off x="7152117" y="2564904"/>
            <a:ext cx="3340800" cy="1231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solidFill>
                  <a:schemeClr val="lt2"/>
                </a:solidFill>
                <a:latin typeface="Marianne" panose="02000000000000000000" pitchFamily="50" charset="0"/>
              </a:rPr>
              <a:t>Prix coup de pouce du jury</a:t>
            </a:r>
            <a:endParaRPr dirty="0">
              <a:solidFill>
                <a:schemeClr val="lt2"/>
              </a:solidFill>
              <a:latin typeface="Marianne" panose="02000000000000000000" pitchFamily="50" charset="0"/>
            </a:endParaRPr>
          </a:p>
        </p:txBody>
      </p:sp>
      <p:sp>
        <p:nvSpPr>
          <p:cNvPr id="980" name="Google Shape;980;p55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 err="1">
                <a:solidFill>
                  <a:schemeClr val="lt2"/>
                </a:solidFill>
                <a:latin typeface="Marianne" panose="02000000000000000000" pitchFamily="50" charset="0"/>
              </a:rPr>
              <a:t>Abaji</a:t>
            </a:r>
            <a:r>
              <a:rPr lang="fr-FR" dirty="0">
                <a:solidFill>
                  <a:schemeClr val="lt2"/>
                </a:solidFill>
                <a:latin typeface="Marianne" panose="02000000000000000000" pitchFamily="50" charset="0"/>
              </a:rPr>
              <a:t>, portrait de musicien francophone</a:t>
            </a:r>
            <a:endParaRPr dirty="0">
              <a:solidFill>
                <a:schemeClr val="lt2"/>
              </a:solidFill>
              <a:latin typeface="Marianne" panose="02000000000000000000" pitchFamily="50" charset="0"/>
            </a:endParaRPr>
          </a:p>
        </p:txBody>
      </p:sp>
      <p:sp>
        <p:nvSpPr>
          <p:cNvPr id="981" name="Google Shape;981;p55"/>
          <p:cNvSpPr txBox="1">
            <a:spLocks noGrp="1"/>
          </p:cNvSpPr>
          <p:nvPr>
            <p:ph type="subTitle" idx="4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solidFill>
                  <a:schemeClr val="lt2"/>
                </a:solidFill>
                <a:latin typeface="Marianne" panose="02000000000000000000" pitchFamily="50" charset="0"/>
              </a:rPr>
              <a:t>L’ascension de Manuel </a:t>
            </a:r>
            <a:r>
              <a:rPr lang="fr-FR" dirty="0" err="1">
                <a:solidFill>
                  <a:schemeClr val="lt2"/>
                </a:solidFill>
                <a:latin typeface="Marianne" panose="02000000000000000000" pitchFamily="50" charset="0"/>
              </a:rPr>
              <a:t>Seonane</a:t>
            </a:r>
            <a:r>
              <a:rPr lang="fr-FR" dirty="0">
                <a:solidFill>
                  <a:schemeClr val="lt2"/>
                </a:solidFill>
                <a:latin typeface="Marianne" panose="02000000000000000000" pitchFamily="50" charset="0"/>
              </a:rPr>
              <a:t>, photographe bolivien</a:t>
            </a:r>
            <a:endParaRPr dirty="0">
              <a:solidFill>
                <a:schemeClr val="lt2"/>
              </a:solidFill>
              <a:latin typeface="Marianne" panose="02000000000000000000" pitchFamily="50" charset="0"/>
            </a:endParaRPr>
          </a:p>
        </p:txBody>
      </p:sp>
      <p:sp>
        <p:nvSpPr>
          <p:cNvPr id="983" name="Google Shape;983;p55"/>
          <p:cNvSpPr/>
          <p:nvPr/>
        </p:nvSpPr>
        <p:spPr>
          <a:xfrm>
            <a:off x="1843867" y="1825033"/>
            <a:ext cx="1110000" cy="111000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dirty="0">
              <a:highlight>
                <a:srgbClr val="AD4847"/>
              </a:highlight>
              <a:latin typeface="Marianne" panose="02000000000000000000" pitchFamily="50" charset="0"/>
            </a:endParaRPr>
          </a:p>
        </p:txBody>
      </p:sp>
      <p:grpSp>
        <p:nvGrpSpPr>
          <p:cNvPr id="984" name="Google Shape;984;p55"/>
          <p:cNvGrpSpPr/>
          <p:nvPr/>
        </p:nvGrpSpPr>
        <p:grpSpPr>
          <a:xfrm>
            <a:off x="2160163" y="2133426"/>
            <a:ext cx="477408" cy="493217"/>
            <a:chOff x="-62148000" y="1930075"/>
            <a:chExt cx="309550" cy="319800"/>
          </a:xfrm>
        </p:grpSpPr>
        <p:sp>
          <p:nvSpPr>
            <p:cNvPr id="985" name="Google Shape;985;p55"/>
            <p:cNvSpPr/>
            <p:nvPr/>
          </p:nvSpPr>
          <p:spPr>
            <a:xfrm>
              <a:off x="-62148000" y="1930075"/>
              <a:ext cx="309550" cy="319800"/>
            </a:xfrm>
            <a:custGeom>
              <a:avLst/>
              <a:gdLst/>
              <a:ahLst/>
              <a:cxnLst/>
              <a:rect l="l" t="t" r="r" b="b"/>
              <a:pathLst>
                <a:path w="12382" h="12792" extrusionOk="0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86" name="Google Shape;986;p55"/>
            <p:cNvSpPr/>
            <p:nvPr/>
          </p:nvSpPr>
          <p:spPr>
            <a:xfrm>
              <a:off x="-62044825" y="1972200"/>
              <a:ext cx="107125" cy="97700"/>
            </a:xfrm>
            <a:custGeom>
              <a:avLst/>
              <a:gdLst/>
              <a:ahLst/>
              <a:cxnLst/>
              <a:rect l="l" t="t" r="r" b="b"/>
              <a:pathLst>
                <a:path w="4285" h="3908" extrusionOk="0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987" name="Google Shape;987;p55"/>
          <p:cNvSpPr/>
          <p:nvPr/>
        </p:nvSpPr>
        <p:spPr>
          <a:xfrm>
            <a:off x="6763967" y="1825033"/>
            <a:ext cx="1110000" cy="111000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latin typeface="Marianne" panose="02000000000000000000" pitchFamily="50" charset="0"/>
            </a:endParaRPr>
          </a:p>
        </p:txBody>
      </p:sp>
      <p:grpSp>
        <p:nvGrpSpPr>
          <p:cNvPr id="988" name="Google Shape;988;p55"/>
          <p:cNvGrpSpPr/>
          <p:nvPr/>
        </p:nvGrpSpPr>
        <p:grpSpPr>
          <a:xfrm>
            <a:off x="7080263" y="2133426"/>
            <a:ext cx="477408" cy="493217"/>
            <a:chOff x="-62148000" y="1930075"/>
            <a:chExt cx="309550" cy="319800"/>
          </a:xfrm>
        </p:grpSpPr>
        <p:sp>
          <p:nvSpPr>
            <p:cNvPr id="989" name="Google Shape;989;p55"/>
            <p:cNvSpPr/>
            <p:nvPr/>
          </p:nvSpPr>
          <p:spPr>
            <a:xfrm>
              <a:off x="-62148000" y="1930075"/>
              <a:ext cx="309550" cy="319800"/>
            </a:xfrm>
            <a:custGeom>
              <a:avLst/>
              <a:gdLst/>
              <a:ahLst/>
              <a:cxnLst/>
              <a:rect l="l" t="t" r="r" b="b"/>
              <a:pathLst>
                <a:path w="12382" h="12792" extrusionOk="0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990" name="Google Shape;990;p55"/>
            <p:cNvSpPr/>
            <p:nvPr/>
          </p:nvSpPr>
          <p:spPr>
            <a:xfrm>
              <a:off x="-62044825" y="1972200"/>
              <a:ext cx="107125" cy="97700"/>
            </a:xfrm>
            <a:custGeom>
              <a:avLst/>
              <a:gdLst/>
              <a:ahLst/>
              <a:cxnLst/>
              <a:rect l="l" t="t" r="r" b="b"/>
              <a:pathLst>
                <a:path w="4285" h="3908" extrusionOk="0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5" name="Google Shape;995;p56"/>
          <p:cNvGrpSpPr/>
          <p:nvPr/>
        </p:nvGrpSpPr>
        <p:grpSpPr>
          <a:xfrm rot="5400000">
            <a:off x="415613" y="2279346"/>
            <a:ext cx="4384336" cy="3334580"/>
            <a:chOff x="722275" y="1619646"/>
            <a:chExt cx="2551208" cy="1218304"/>
          </a:xfrm>
        </p:grpSpPr>
        <p:sp>
          <p:nvSpPr>
            <p:cNvPr id="996" name="Google Shape;996;p56"/>
            <p:cNvSpPr/>
            <p:nvPr/>
          </p:nvSpPr>
          <p:spPr>
            <a:xfrm>
              <a:off x="722283" y="1619646"/>
              <a:ext cx="25512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997" name="Google Shape;997;p56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rgbClr val="00009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998" name="Google Shape;998;p56"/>
          <p:cNvGrpSpPr/>
          <p:nvPr/>
        </p:nvGrpSpPr>
        <p:grpSpPr>
          <a:xfrm rot="5400000">
            <a:off x="3898549" y="2279346"/>
            <a:ext cx="4384336" cy="3334580"/>
            <a:chOff x="722275" y="1619646"/>
            <a:chExt cx="2551208" cy="1218304"/>
          </a:xfrm>
        </p:grpSpPr>
        <p:sp>
          <p:nvSpPr>
            <p:cNvPr id="999" name="Google Shape;999;p56"/>
            <p:cNvSpPr/>
            <p:nvPr/>
          </p:nvSpPr>
          <p:spPr>
            <a:xfrm>
              <a:off x="722283" y="1619646"/>
              <a:ext cx="25512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0" name="Google Shape;1000;p56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grpSp>
        <p:nvGrpSpPr>
          <p:cNvPr id="1001" name="Google Shape;1001;p56"/>
          <p:cNvGrpSpPr/>
          <p:nvPr/>
        </p:nvGrpSpPr>
        <p:grpSpPr>
          <a:xfrm rot="5400000">
            <a:off x="7381485" y="2279346"/>
            <a:ext cx="4384336" cy="3334580"/>
            <a:chOff x="722275" y="1619646"/>
            <a:chExt cx="2551208" cy="1218304"/>
          </a:xfrm>
        </p:grpSpPr>
        <p:sp>
          <p:nvSpPr>
            <p:cNvPr id="1002" name="Google Shape;1002;p56"/>
            <p:cNvSpPr/>
            <p:nvPr/>
          </p:nvSpPr>
          <p:spPr>
            <a:xfrm>
              <a:off x="722283" y="1619646"/>
              <a:ext cx="2551200" cy="1218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03" name="Google Shape;1003;p56"/>
            <p:cNvSpPr/>
            <p:nvPr/>
          </p:nvSpPr>
          <p:spPr>
            <a:xfrm>
              <a:off x="722275" y="1619650"/>
              <a:ext cx="65700" cy="12183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1005" name="Google Shape;1005;p5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/>
              <a:t>Présentation de l’équipe !</a:t>
            </a:r>
            <a:endParaRPr dirty="0"/>
          </a:p>
        </p:txBody>
      </p:sp>
      <p:sp>
        <p:nvSpPr>
          <p:cNvPr id="1006" name="Google Shape;1006;p56"/>
          <p:cNvSpPr txBox="1">
            <a:spLocks noGrp="1"/>
          </p:cNvSpPr>
          <p:nvPr>
            <p:ph type="title" idx="2"/>
          </p:nvPr>
        </p:nvSpPr>
        <p:spPr>
          <a:xfrm>
            <a:off x="1173181" y="4407767"/>
            <a:ext cx="2869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Nom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07" name="Google Shape;1007;p56"/>
          <p:cNvSpPr txBox="1">
            <a:spLocks noGrp="1"/>
          </p:cNvSpPr>
          <p:nvPr>
            <p:ph type="subTitle" idx="1"/>
          </p:nvPr>
        </p:nvSpPr>
        <p:spPr>
          <a:xfrm>
            <a:off x="1173181" y="4987899"/>
            <a:ext cx="2869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Infos, titre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08" name="Google Shape;1008;p56"/>
          <p:cNvSpPr txBox="1">
            <a:spLocks noGrp="1"/>
          </p:cNvSpPr>
          <p:nvPr>
            <p:ph type="title" idx="3"/>
          </p:nvPr>
        </p:nvSpPr>
        <p:spPr>
          <a:xfrm>
            <a:off x="4656117" y="4407767"/>
            <a:ext cx="2869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Nom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09" name="Google Shape;1009;p56"/>
          <p:cNvSpPr txBox="1">
            <a:spLocks noGrp="1"/>
          </p:cNvSpPr>
          <p:nvPr>
            <p:ph type="subTitle" idx="4"/>
          </p:nvPr>
        </p:nvSpPr>
        <p:spPr>
          <a:xfrm>
            <a:off x="4656117" y="4987900"/>
            <a:ext cx="2869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Infos, titre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04" name="Google Shape;1004;p56"/>
          <p:cNvSpPr txBox="1">
            <a:spLocks noGrp="1"/>
          </p:cNvSpPr>
          <p:nvPr>
            <p:ph type="title" idx="5"/>
          </p:nvPr>
        </p:nvSpPr>
        <p:spPr>
          <a:xfrm>
            <a:off x="8139053" y="4407767"/>
            <a:ext cx="2869200" cy="703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fr-FR" dirty="0">
                <a:latin typeface="Marianne" panose="02000000000000000000" pitchFamily="50" charset="0"/>
              </a:rPr>
              <a:t>Nom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10" name="Google Shape;1010;p56"/>
          <p:cNvSpPr txBox="1">
            <a:spLocks noGrp="1"/>
          </p:cNvSpPr>
          <p:nvPr>
            <p:ph type="subTitle" idx="6"/>
          </p:nvPr>
        </p:nvSpPr>
        <p:spPr>
          <a:xfrm>
            <a:off x="8139053" y="4987900"/>
            <a:ext cx="2869200" cy="862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Infos, titre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1011" name="Google Shape;1011;p56"/>
          <p:cNvGrpSpPr/>
          <p:nvPr/>
        </p:nvGrpSpPr>
        <p:grpSpPr>
          <a:xfrm>
            <a:off x="1452981" y="4265167"/>
            <a:ext cx="2309600" cy="68000"/>
            <a:chOff x="1089736" y="3198875"/>
            <a:chExt cx="1732200" cy="51000"/>
          </a:xfrm>
        </p:grpSpPr>
        <p:cxnSp>
          <p:nvCxnSpPr>
            <p:cNvPr id="1012" name="Google Shape;1012;p56"/>
            <p:cNvCxnSpPr/>
            <p:nvPr/>
          </p:nvCxnSpPr>
          <p:spPr>
            <a:xfrm rot="10800000">
              <a:off x="1089736" y="3198875"/>
              <a:ext cx="1732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3" name="Google Shape;1013;p56"/>
            <p:cNvSpPr/>
            <p:nvPr/>
          </p:nvSpPr>
          <p:spPr>
            <a:xfrm flipH="1">
              <a:off x="1572736" y="319887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1014" name="Google Shape;1014;p56"/>
          <p:cNvGrpSpPr/>
          <p:nvPr/>
        </p:nvGrpSpPr>
        <p:grpSpPr>
          <a:xfrm>
            <a:off x="4935917" y="4265167"/>
            <a:ext cx="2309600" cy="68000"/>
            <a:chOff x="1089736" y="3198875"/>
            <a:chExt cx="1732200" cy="51000"/>
          </a:xfrm>
        </p:grpSpPr>
        <p:cxnSp>
          <p:nvCxnSpPr>
            <p:cNvPr id="1015" name="Google Shape;1015;p56"/>
            <p:cNvCxnSpPr/>
            <p:nvPr/>
          </p:nvCxnSpPr>
          <p:spPr>
            <a:xfrm rot="10800000">
              <a:off x="1089736" y="3198875"/>
              <a:ext cx="1732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6" name="Google Shape;1016;p56"/>
            <p:cNvSpPr/>
            <p:nvPr/>
          </p:nvSpPr>
          <p:spPr>
            <a:xfrm flipH="1">
              <a:off x="1572736" y="319887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1017" name="Google Shape;1017;p56"/>
          <p:cNvGrpSpPr/>
          <p:nvPr/>
        </p:nvGrpSpPr>
        <p:grpSpPr>
          <a:xfrm>
            <a:off x="8418853" y="4265167"/>
            <a:ext cx="2309600" cy="68000"/>
            <a:chOff x="1089736" y="3198875"/>
            <a:chExt cx="1732200" cy="51000"/>
          </a:xfrm>
        </p:grpSpPr>
        <p:cxnSp>
          <p:nvCxnSpPr>
            <p:cNvPr id="1018" name="Google Shape;1018;p56"/>
            <p:cNvCxnSpPr/>
            <p:nvPr/>
          </p:nvCxnSpPr>
          <p:spPr>
            <a:xfrm rot="10800000">
              <a:off x="1089736" y="3198875"/>
              <a:ext cx="1732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9" name="Google Shape;1019;p56"/>
            <p:cNvSpPr/>
            <p:nvPr/>
          </p:nvSpPr>
          <p:spPr>
            <a:xfrm flipH="1">
              <a:off x="1572736" y="3198875"/>
              <a:ext cx="766200" cy="51000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pic>
        <p:nvPicPr>
          <p:cNvPr id="1020" name="Google Shape;1020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700053" y="2167367"/>
            <a:ext cx="1747200" cy="1747200"/>
          </a:xfrm>
          <a:prstGeom prst="teardrop">
            <a:avLst>
              <a:gd name="adj" fmla="val 100000"/>
            </a:avLst>
          </a:prstGeom>
          <a:noFill/>
          <a:ln>
            <a:noFill/>
          </a:ln>
        </p:spPr>
      </p:pic>
      <p:pic>
        <p:nvPicPr>
          <p:cNvPr id="1021" name="Google Shape;1021;p5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222391" y="2167367"/>
            <a:ext cx="1747200" cy="1747200"/>
          </a:xfrm>
          <a:prstGeom prst="teardrop">
            <a:avLst>
              <a:gd name="adj" fmla="val 100000"/>
            </a:avLst>
          </a:prstGeom>
          <a:noFill/>
          <a:ln>
            <a:noFill/>
          </a:ln>
        </p:spPr>
      </p:pic>
      <p:pic>
        <p:nvPicPr>
          <p:cNvPr id="1022" name="Google Shape;1022;p5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34184" y="2167367"/>
            <a:ext cx="1747200" cy="1747200"/>
          </a:xfrm>
          <a:prstGeom prst="teardrop">
            <a:avLst>
              <a:gd name="adj" fmla="val 100000"/>
            </a:avLst>
          </a:prstGeom>
          <a:noFill/>
          <a:ln>
            <a:noFill/>
          </a:ln>
        </p:spPr>
      </p:pic>
      <p:grpSp>
        <p:nvGrpSpPr>
          <p:cNvPr id="1026" name="Google Shape;1026;p56"/>
          <p:cNvGrpSpPr/>
          <p:nvPr/>
        </p:nvGrpSpPr>
        <p:grpSpPr>
          <a:xfrm>
            <a:off x="10922104" y="3681251"/>
            <a:ext cx="1094384" cy="530759"/>
            <a:chOff x="4044061" y="4359300"/>
            <a:chExt cx="504789" cy="244800"/>
          </a:xfrm>
        </p:grpSpPr>
        <p:sp>
          <p:nvSpPr>
            <p:cNvPr id="1027" name="Google Shape;1027;p56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28" name="Google Shape;1028;p56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33" name="Google Shape;1007;p56"/>
          <p:cNvSpPr txBox="1">
            <a:spLocks/>
          </p:cNvSpPr>
          <p:nvPr/>
        </p:nvSpPr>
        <p:spPr>
          <a:xfrm>
            <a:off x="-172958" y="2579540"/>
            <a:ext cx="2008972" cy="2547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238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Karla"/>
              <a:buNone/>
              <a:defRPr sz="1500" b="0" i="0" u="none" strike="noStrike" cap="none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indent="0"/>
            <a:r>
              <a:rPr lang="fr-FR" sz="2000" dirty="0">
                <a:latin typeface="Marianne" panose="02000000000000000000" pitchFamily="50" charset="0"/>
                <a:cs typeface="Arial" panose="020B0604020202020204" pitchFamily="34" charset="0"/>
              </a:rPr>
              <a:t>Photos à remplacer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re 8"/>
          <p:cNvSpPr>
            <a:spLocks noGrp="1"/>
          </p:cNvSpPr>
          <p:nvPr>
            <p:ph type="title"/>
          </p:nvPr>
        </p:nvSpPr>
        <p:spPr>
          <a:xfrm>
            <a:off x="1572901" y="2803041"/>
            <a:ext cx="1465600" cy="703600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mars</a:t>
            </a:r>
          </a:p>
        </p:txBody>
      </p:sp>
      <p:sp>
        <p:nvSpPr>
          <p:cNvPr id="11" name="Titre 10"/>
          <p:cNvSpPr>
            <a:spLocks noGrp="1"/>
          </p:cNvSpPr>
          <p:nvPr>
            <p:ph type="title" idx="2"/>
          </p:nvPr>
        </p:nvSpPr>
        <p:spPr>
          <a:xfrm>
            <a:off x="4050148" y="2803041"/>
            <a:ext cx="1465600" cy="703600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avril</a:t>
            </a:r>
          </a:p>
        </p:txBody>
      </p:sp>
      <p:sp>
        <p:nvSpPr>
          <p:cNvPr id="12" name="Titre 11"/>
          <p:cNvSpPr>
            <a:spLocks noGrp="1"/>
          </p:cNvSpPr>
          <p:nvPr>
            <p:ph type="title" idx="3"/>
          </p:nvPr>
        </p:nvSpPr>
        <p:spPr>
          <a:xfrm>
            <a:off x="9334367" y="2803041"/>
            <a:ext cx="1465600" cy="703600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juin</a:t>
            </a:r>
          </a:p>
        </p:txBody>
      </p:sp>
      <p:sp>
        <p:nvSpPr>
          <p:cNvPr id="13" name="Titre 12"/>
          <p:cNvSpPr>
            <a:spLocks noGrp="1"/>
          </p:cNvSpPr>
          <p:nvPr>
            <p:ph type="title" idx="4"/>
          </p:nvPr>
        </p:nvSpPr>
        <p:spPr>
          <a:xfrm>
            <a:off x="958397" y="968091"/>
            <a:ext cx="10272000" cy="763600"/>
          </a:xfrm>
        </p:spPr>
        <p:txBody>
          <a:bodyPr/>
          <a:lstStyle/>
          <a:p>
            <a:r>
              <a:rPr lang="fr-FR" dirty="0">
                <a:cs typeface="Marianne Bold"/>
              </a:rPr>
              <a:t>Frises chronologiques</a:t>
            </a:r>
          </a:p>
        </p:txBody>
      </p:sp>
      <p:sp>
        <p:nvSpPr>
          <p:cNvPr id="10" name="Sous-titre 9"/>
          <p:cNvSpPr>
            <a:spLocks noGrp="1"/>
          </p:cNvSpPr>
          <p:nvPr>
            <p:ph type="subTitle" idx="1"/>
          </p:nvPr>
        </p:nvSpPr>
        <p:spPr>
          <a:xfrm>
            <a:off x="1597227" y="5504480"/>
            <a:ext cx="1416949" cy="516808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janvier</a:t>
            </a:r>
          </a:p>
        </p:txBody>
      </p:sp>
      <p:sp>
        <p:nvSpPr>
          <p:cNvPr id="48" name="Sous-titre 9"/>
          <p:cNvSpPr>
            <a:spLocks noGrp="1"/>
          </p:cNvSpPr>
          <p:nvPr>
            <p:ph type="subTitle" idx="7"/>
          </p:nvPr>
        </p:nvSpPr>
        <p:spPr>
          <a:xfrm>
            <a:off x="3517440" y="5504480"/>
            <a:ext cx="1416949" cy="516808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février</a:t>
            </a:r>
          </a:p>
        </p:txBody>
      </p:sp>
      <p:sp>
        <p:nvSpPr>
          <p:cNvPr id="49" name="Sous-titre 9"/>
          <p:cNvSpPr>
            <a:spLocks noGrp="1"/>
          </p:cNvSpPr>
          <p:nvPr>
            <p:ph type="subTitle" idx="9"/>
          </p:nvPr>
        </p:nvSpPr>
        <p:spPr>
          <a:xfrm>
            <a:off x="5245632" y="5504480"/>
            <a:ext cx="1416949" cy="516808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mars</a:t>
            </a:r>
          </a:p>
        </p:txBody>
      </p:sp>
      <p:sp>
        <p:nvSpPr>
          <p:cNvPr id="50" name="Sous-titre 9"/>
          <p:cNvSpPr>
            <a:spLocks noGrp="1"/>
          </p:cNvSpPr>
          <p:nvPr>
            <p:ph type="subTitle" idx="4294967295"/>
          </p:nvPr>
        </p:nvSpPr>
        <p:spPr>
          <a:xfrm>
            <a:off x="10775950" y="5503863"/>
            <a:ext cx="1416050" cy="517525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avril</a:t>
            </a:r>
          </a:p>
        </p:txBody>
      </p:sp>
      <p:sp>
        <p:nvSpPr>
          <p:cNvPr id="51" name="Sous-titre 9"/>
          <p:cNvSpPr>
            <a:spLocks noGrp="1"/>
          </p:cNvSpPr>
          <p:nvPr>
            <p:ph type="subTitle" idx="4294967295"/>
          </p:nvPr>
        </p:nvSpPr>
        <p:spPr>
          <a:xfrm>
            <a:off x="10775950" y="5467350"/>
            <a:ext cx="1416050" cy="517525"/>
          </a:xfrm>
        </p:spPr>
        <p:txBody>
          <a:bodyPr/>
          <a:lstStyle/>
          <a:p>
            <a:r>
              <a:rPr lang="fr-FR" dirty="0">
                <a:latin typeface="Marianne" panose="02000000000000000000" pitchFamily="50" charset="0"/>
              </a:rPr>
              <a:t>juin</a:t>
            </a:r>
          </a:p>
        </p:txBody>
      </p:sp>
      <p:grpSp>
        <p:nvGrpSpPr>
          <p:cNvPr id="19" name="Google Shape;8120;p67"/>
          <p:cNvGrpSpPr/>
          <p:nvPr/>
        </p:nvGrpSpPr>
        <p:grpSpPr>
          <a:xfrm>
            <a:off x="941845" y="1868419"/>
            <a:ext cx="10695203" cy="888508"/>
            <a:chOff x="803154" y="1111966"/>
            <a:chExt cx="2447684" cy="203342"/>
          </a:xfrm>
        </p:grpSpPr>
        <p:grpSp>
          <p:nvGrpSpPr>
            <p:cNvPr id="20" name="Google Shape;8121;p67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38" name="Google Shape;8122;p67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000091"/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>
                  <a:latin typeface="Marianne" panose="02000000000000000000" pitchFamily="50" charset="0"/>
                </a:endParaRPr>
              </a:p>
            </p:txBody>
          </p:sp>
          <p:grpSp>
            <p:nvGrpSpPr>
              <p:cNvPr id="39" name="Google Shape;8123;p67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0" name="Google Shape;8124;p67"/>
                <p:cNvCxnSpPr/>
                <p:nvPr/>
              </p:nvCxnSpPr>
              <p:spPr>
                <a:xfrm>
                  <a:off x="884998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41" name="Google Shape;8125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latin typeface="Marianne" panose="02000000000000000000" pitchFamily="50" charset="0"/>
                  </a:endParaRPr>
                </a:p>
              </p:txBody>
            </p:sp>
          </p:grpSp>
        </p:grpSp>
        <p:cxnSp>
          <p:nvCxnSpPr>
            <p:cNvPr id="21" name="Google Shape;8126;p67"/>
            <p:cNvCxnSpPr/>
            <p:nvPr/>
          </p:nvCxnSpPr>
          <p:spPr>
            <a:xfrm>
              <a:off x="3237251" y="1127387"/>
              <a:ext cx="0" cy="105664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22" name="Google Shape;8127;p67"/>
            <p:cNvSpPr/>
            <p:nvPr/>
          </p:nvSpPr>
          <p:spPr>
            <a:xfrm>
              <a:off x="3223663" y="1111974"/>
              <a:ext cx="27175" cy="27166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grpSp>
          <p:nvGrpSpPr>
            <p:cNvPr id="23" name="Google Shape;8128;p67"/>
            <p:cNvGrpSpPr/>
            <p:nvPr/>
          </p:nvGrpSpPr>
          <p:grpSpPr>
            <a:xfrm>
              <a:off x="803154" y="1112063"/>
              <a:ext cx="591110" cy="121411"/>
              <a:chOff x="803154" y="1112063"/>
              <a:chExt cx="591110" cy="121411"/>
            </a:xfrm>
          </p:grpSpPr>
          <p:grpSp>
            <p:nvGrpSpPr>
              <p:cNvPr id="34" name="Google Shape;8129;p67"/>
              <p:cNvGrpSpPr/>
              <p:nvPr/>
            </p:nvGrpSpPr>
            <p:grpSpPr>
              <a:xfrm>
                <a:off x="803154" y="1112063"/>
                <a:ext cx="27174" cy="121091"/>
                <a:chOff x="845575" y="2563700"/>
                <a:chExt cx="92400" cy="411825"/>
              </a:xfrm>
            </p:grpSpPr>
            <p:cxnSp>
              <p:nvCxnSpPr>
                <p:cNvPr id="36" name="Google Shape;8130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37" name="Google Shape;8131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latin typeface="Marianne" panose="02000000000000000000" pitchFamily="50" charset="0"/>
                  </a:endParaRPr>
                </a:p>
              </p:txBody>
            </p:sp>
          </p:grpSp>
          <p:sp>
            <p:nvSpPr>
              <p:cNvPr id="35" name="Google Shape;8132;p67"/>
              <p:cNvSpPr/>
              <p:nvPr/>
            </p:nvSpPr>
            <p:spPr>
              <a:xfrm>
                <a:off x="818321" y="1194220"/>
                <a:ext cx="575943" cy="39254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  <p:grpSp>
          <p:nvGrpSpPr>
            <p:cNvPr id="24" name="Google Shape;8133;p67"/>
            <p:cNvGrpSpPr/>
            <p:nvPr/>
          </p:nvGrpSpPr>
          <p:grpSpPr>
            <a:xfrm>
              <a:off x="1381934" y="1194217"/>
              <a:ext cx="588259" cy="121091"/>
              <a:chOff x="1381934" y="1194217"/>
              <a:chExt cx="588259" cy="121091"/>
            </a:xfrm>
          </p:grpSpPr>
          <p:grpSp>
            <p:nvGrpSpPr>
              <p:cNvPr id="30" name="Google Shape;8134;p67"/>
              <p:cNvGrpSpPr/>
              <p:nvPr/>
            </p:nvGrpSpPr>
            <p:grpSpPr>
              <a:xfrm rot="10800000">
                <a:off x="138193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32" name="Google Shape;8135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33" name="Google Shape;8136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latin typeface="Marianne" panose="02000000000000000000" pitchFamily="50" charset="0"/>
                  </a:endParaRPr>
                </a:p>
              </p:txBody>
            </p:sp>
          </p:grpSp>
          <p:sp>
            <p:nvSpPr>
              <p:cNvPr id="31" name="Google Shape;8137;p67"/>
              <p:cNvSpPr/>
              <p:nvPr/>
            </p:nvSpPr>
            <p:spPr>
              <a:xfrm>
                <a:off x="1394250" y="1194219"/>
                <a:ext cx="575943" cy="39254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  <p:grpSp>
          <p:nvGrpSpPr>
            <p:cNvPr id="25" name="Google Shape;8138;p67"/>
            <p:cNvGrpSpPr/>
            <p:nvPr/>
          </p:nvGrpSpPr>
          <p:grpSpPr>
            <a:xfrm>
              <a:off x="2532104" y="1194217"/>
              <a:ext cx="704905" cy="121091"/>
              <a:chOff x="2532104" y="1194217"/>
              <a:chExt cx="704905" cy="121091"/>
            </a:xfrm>
          </p:grpSpPr>
          <p:grpSp>
            <p:nvGrpSpPr>
              <p:cNvPr id="26" name="Google Shape;8139;p67"/>
              <p:cNvGrpSpPr/>
              <p:nvPr/>
            </p:nvGrpSpPr>
            <p:grpSpPr>
              <a:xfrm rot="10800000">
                <a:off x="253210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28" name="Google Shape;8140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29" name="Google Shape;8141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latin typeface="Marianne" panose="02000000000000000000" pitchFamily="50" charset="0"/>
                  </a:endParaRPr>
                </a:p>
              </p:txBody>
            </p:sp>
          </p:grpSp>
          <p:sp>
            <p:nvSpPr>
              <p:cNvPr id="27" name="Google Shape;8142;p67"/>
              <p:cNvSpPr/>
              <p:nvPr/>
            </p:nvSpPr>
            <p:spPr>
              <a:xfrm>
                <a:off x="2546107" y="1194219"/>
                <a:ext cx="690902" cy="39254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 dirty="0">
                  <a:latin typeface="Marianne" panose="02000000000000000000" pitchFamily="50" charset="0"/>
                </a:endParaRPr>
              </a:p>
            </p:txBody>
          </p:sp>
        </p:grpSp>
      </p:grpSp>
      <p:grpSp>
        <p:nvGrpSpPr>
          <p:cNvPr id="42" name="Google Shape;8090;p67"/>
          <p:cNvGrpSpPr/>
          <p:nvPr/>
        </p:nvGrpSpPr>
        <p:grpSpPr>
          <a:xfrm>
            <a:off x="1487488" y="4352357"/>
            <a:ext cx="9288789" cy="878667"/>
            <a:chOff x="238125" y="2506075"/>
            <a:chExt cx="7115411" cy="673076"/>
          </a:xfrm>
        </p:grpSpPr>
        <p:sp>
          <p:nvSpPr>
            <p:cNvPr id="43" name="Google Shape;8091;p67"/>
            <p:cNvSpPr/>
            <p:nvPr/>
          </p:nvSpPr>
          <p:spPr>
            <a:xfrm>
              <a:off x="238125" y="2506076"/>
              <a:ext cx="1643149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4" name="Google Shape;8092;p67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5" name="Google Shape;8093;p67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46" name="Google Shape;8094;p67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000091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 dirty="0">
                <a:latin typeface="Marianne" panose="02000000000000000000" pitchFamily="50" charset="0"/>
              </a:endParaRPr>
            </a:p>
          </p:txBody>
        </p:sp>
        <p:sp>
          <p:nvSpPr>
            <p:cNvPr id="47" name="Google Shape;8095;p67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52" name="Titre 10">
            <a:extLst>
              <a:ext uri="{FF2B5EF4-FFF2-40B4-BE49-F238E27FC236}">
                <a16:creationId xmlns:a16="http://schemas.microsoft.com/office/drawing/2014/main" id="{0EBF1C97-D90F-4F00-85BE-154CE23920AA}"/>
              </a:ext>
            </a:extLst>
          </p:cNvPr>
          <p:cNvSpPr txBox="1">
            <a:spLocks/>
          </p:cNvSpPr>
          <p:nvPr/>
        </p:nvSpPr>
        <p:spPr>
          <a:xfrm>
            <a:off x="6567953" y="2803041"/>
            <a:ext cx="14656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24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Inter"/>
              <a:buNone/>
              <a:defRPr sz="6000" b="1" i="0" u="none" strike="noStrike" cap="none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r>
              <a:rPr lang="fr-FR" sz="3200" dirty="0">
                <a:latin typeface="Marianne" panose="02000000000000000000" pitchFamily="50" charset="0"/>
                <a:cs typeface="Arial" panose="020B0604020202020204" pitchFamily="34" charset="0"/>
              </a:rPr>
              <a:t>mai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3" name="Google Shape;1033;p57"/>
          <p:cNvPicPr preferRelativeResize="0"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43900" y="809033"/>
            <a:ext cx="5715000" cy="3810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34" name="Google Shape;1034;p57"/>
          <p:cNvSpPr txBox="1">
            <a:spLocks noGrp="1"/>
          </p:cNvSpPr>
          <p:nvPr>
            <p:ph type="title"/>
          </p:nvPr>
        </p:nvSpPr>
        <p:spPr>
          <a:xfrm>
            <a:off x="623393" y="1220755"/>
            <a:ext cx="4074975" cy="172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b="0" dirty="0"/>
              <a:t>Ordinateur</a:t>
            </a:r>
            <a:r>
              <a:rPr lang="en" dirty="0">
                <a:latin typeface="Marianne" panose="02000000000000000000" pitchFamily="50" charset="0"/>
              </a:rPr>
              <a:t> capture</a:t>
            </a:r>
            <a:endParaRPr dirty="0">
              <a:latin typeface="Marianne" panose="02000000000000000000" pitchFamily="50" charset="0"/>
            </a:endParaRPr>
          </a:p>
        </p:txBody>
      </p:sp>
      <p:sp>
        <p:nvSpPr>
          <p:cNvPr id="1035" name="Google Shape;1035;p57"/>
          <p:cNvSpPr txBox="1">
            <a:spLocks noGrp="1"/>
          </p:cNvSpPr>
          <p:nvPr>
            <p:ph type="subTitle" idx="1"/>
          </p:nvPr>
        </p:nvSpPr>
        <p:spPr>
          <a:xfrm>
            <a:off x="1071567" y="3395667"/>
            <a:ext cx="3626800" cy="14776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/>
            <a:r>
              <a:rPr lang="fr-FR" dirty="0">
                <a:latin typeface="Marianne" panose="02000000000000000000" pitchFamily="50" charset="0"/>
              </a:rPr>
              <a:t>Ex slide pour lancement de vidéo. </a:t>
            </a:r>
            <a:r>
              <a:rPr lang="en" dirty="0">
                <a:latin typeface="Marianne" panose="02000000000000000000" pitchFamily="50" charset="0"/>
              </a:rPr>
              <a:t>Vous pouvez remplacer l’image : clic droit et s</a:t>
            </a:r>
            <a:r>
              <a:rPr lang="fr-FR" dirty="0">
                <a:latin typeface="Marianne" panose="02000000000000000000" pitchFamily="50" charset="0"/>
              </a:rPr>
              <a:t>e</a:t>
            </a:r>
            <a:r>
              <a:rPr lang="en" dirty="0">
                <a:latin typeface="Marianne" panose="02000000000000000000" pitchFamily="50" charset="0"/>
              </a:rPr>
              <a:t>lectionner “Modifier l’image”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1036" name="Google Shape;1036;p57"/>
          <p:cNvGrpSpPr/>
          <p:nvPr/>
        </p:nvGrpSpPr>
        <p:grpSpPr>
          <a:xfrm>
            <a:off x="4943873" y="816144"/>
            <a:ext cx="6048672" cy="4584451"/>
            <a:chOff x="3743170" y="539403"/>
            <a:chExt cx="4687689" cy="3552925"/>
          </a:xfrm>
        </p:grpSpPr>
        <p:sp>
          <p:nvSpPr>
            <p:cNvPr id="1037" name="Google Shape;1037;p57"/>
            <p:cNvSpPr/>
            <p:nvPr/>
          </p:nvSpPr>
          <p:spPr>
            <a:xfrm>
              <a:off x="5586923" y="3467411"/>
              <a:ext cx="1000020" cy="624895"/>
            </a:xfrm>
            <a:custGeom>
              <a:avLst/>
              <a:gdLst/>
              <a:ahLst/>
              <a:cxnLst/>
              <a:rect l="l" t="t" r="r" b="b"/>
              <a:pathLst>
                <a:path w="7199" h="4194" extrusionOk="0">
                  <a:moveTo>
                    <a:pt x="1" y="1"/>
                  </a:moveTo>
                  <a:lnTo>
                    <a:pt x="1" y="4194"/>
                  </a:lnTo>
                  <a:lnTo>
                    <a:pt x="7198" y="4194"/>
                  </a:lnTo>
                  <a:lnTo>
                    <a:pt x="71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8" name="Google Shape;1038;p57"/>
            <p:cNvSpPr/>
            <p:nvPr/>
          </p:nvSpPr>
          <p:spPr>
            <a:xfrm>
              <a:off x="5301057" y="4041070"/>
              <a:ext cx="1573028" cy="51258"/>
            </a:xfrm>
            <a:custGeom>
              <a:avLst/>
              <a:gdLst/>
              <a:ahLst/>
              <a:cxnLst/>
              <a:rect l="l" t="t" r="r" b="b"/>
              <a:pathLst>
                <a:path w="11324" h="369" extrusionOk="0">
                  <a:moveTo>
                    <a:pt x="67" y="0"/>
                  </a:moveTo>
                  <a:cubicBezTo>
                    <a:pt x="25" y="0"/>
                    <a:pt x="0" y="34"/>
                    <a:pt x="0" y="67"/>
                  </a:cubicBezTo>
                  <a:lnTo>
                    <a:pt x="0" y="293"/>
                  </a:lnTo>
                  <a:cubicBezTo>
                    <a:pt x="0" y="335"/>
                    <a:pt x="25" y="369"/>
                    <a:pt x="67" y="369"/>
                  </a:cubicBezTo>
                  <a:lnTo>
                    <a:pt x="11248" y="369"/>
                  </a:lnTo>
                  <a:cubicBezTo>
                    <a:pt x="11290" y="369"/>
                    <a:pt x="11324" y="335"/>
                    <a:pt x="11324" y="293"/>
                  </a:cubicBezTo>
                  <a:lnTo>
                    <a:pt x="11324" y="67"/>
                  </a:lnTo>
                  <a:cubicBezTo>
                    <a:pt x="11324" y="34"/>
                    <a:pt x="11290" y="0"/>
                    <a:pt x="1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3743170" y="539403"/>
              <a:ext cx="4687689" cy="2970472"/>
            </a:xfrm>
            <a:custGeom>
              <a:avLst/>
              <a:gdLst/>
              <a:ahLst/>
              <a:cxnLst/>
              <a:rect l="l" t="t" r="r" b="b"/>
              <a:pathLst>
                <a:path w="33746" h="21384" extrusionOk="0">
                  <a:moveTo>
                    <a:pt x="32548" y="1021"/>
                  </a:moveTo>
                  <a:lnTo>
                    <a:pt x="32548" y="20362"/>
                  </a:lnTo>
                  <a:lnTo>
                    <a:pt x="1197" y="20362"/>
                  </a:lnTo>
                  <a:lnTo>
                    <a:pt x="1197" y="1021"/>
                  </a:lnTo>
                  <a:close/>
                  <a:moveTo>
                    <a:pt x="477" y="0"/>
                  </a:moveTo>
                  <a:cubicBezTo>
                    <a:pt x="210" y="0"/>
                    <a:pt x="0" y="209"/>
                    <a:pt x="0" y="477"/>
                  </a:cubicBezTo>
                  <a:lnTo>
                    <a:pt x="0" y="20906"/>
                  </a:lnTo>
                  <a:cubicBezTo>
                    <a:pt x="0" y="21174"/>
                    <a:pt x="218" y="21384"/>
                    <a:pt x="477" y="21384"/>
                  </a:cubicBezTo>
                  <a:lnTo>
                    <a:pt x="33268" y="21384"/>
                  </a:lnTo>
                  <a:cubicBezTo>
                    <a:pt x="33536" y="21384"/>
                    <a:pt x="33745" y="21166"/>
                    <a:pt x="33745" y="20906"/>
                  </a:cubicBezTo>
                  <a:lnTo>
                    <a:pt x="33745" y="477"/>
                  </a:lnTo>
                  <a:cubicBezTo>
                    <a:pt x="33745" y="209"/>
                    <a:pt x="33536" y="0"/>
                    <a:pt x="33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5586925" y="3509875"/>
              <a:ext cx="999900" cy="1410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1041" name="Google Shape;1041;p57"/>
          <p:cNvSpPr/>
          <p:nvPr/>
        </p:nvSpPr>
        <p:spPr>
          <a:xfrm>
            <a:off x="4175787" y="452669"/>
            <a:ext cx="1158800" cy="11588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0" tIns="121900" rIns="0" bIns="121900" anchor="ctr" anchorCtr="0">
            <a:noAutofit/>
          </a:bodyPr>
          <a:lstStyle/>
          <a:p>
            <a:pPr algn="ctr"/>
            <a:r>
              <a:rPr lang="en" sz="4533" b="1" dirty="0">
                <a:solidFill>
                  <a:schemeClr val="accent5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P</a:t>
            </a:r>
            <a:endParaRPr sz="4533" b="1" dirty="0">
              <a:solidFill>
                <a:schemeClr val="accent5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grpSp>
        <p:nvGrpSpPr>
          <p:cNvPr id="1042" name="Google Shape;1042;p57"/>
          <p:cNvGrpSpPr/>
          <p:nvPr/>
        </p:nvGrpSpPr>
        <p:grpSpPr>
          <a:xfrm flipH="1">
            <a:off x="0" y="5632309"/>
            <a:ext cx="3546800" cy="68000"/>
            <a:chOff x="5292375" y="3295200"/>
            <a:chExt cx="2660100" cy="51000"/>
          </a:xfrm>
          <a:solidFill>
            <a:srgbClr val="000091"/>
          </a:solidFill>
        </p:grpSpPr>
        <p:cxnSp>
          <p:nvCxnSpPr>
            <p:cNvPr id="1043" name="Google Shape;1043;p57"/>
            <p:cNvCxnSpPr/>
            <p:nvPr/>
          </p:nvCxnSpPr>
          <p:spPr>
            <a:xfrm>
              <a:off x="5292375" y="3295213"/>
              <a:ext cx="2660100" cy="0"/>
            </a:xfrm>
            <a:prstGeom prst="straightConnector1">
              <a:avLst/>
            </a:prstGeom>
            <a:grp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44" name="Google Shape;1044;p57"/>
            <p:cNvSpPr/>
            <p:nvPr/>
          </p:nvSpPr>
          <p:spPr>
            <a:xfrm>
              <a:off x="5428000" y="3295200"/>
              <a:ext cx="766200" cy="510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chemeClr val="accent1"/>
                </a:solidFill>
                <a:latin typeface="Marianne" panose="02000000000000000000" pitchFamily="50" charset="0"/>
              </a:endParaRPr>
            </a:p>
          </p:txBody>
        </p:sp>
      </p:grpSp>
      <p:grpSp>
        <p:nvGrpSpPr>
          <p:cNvPr id="1045" name="Google Shape;1045;p57"/>
          <p:cNvGrpSpPr/>
          <p:nvPr/>
        </p:nvGrpSpPr>
        <p:grpSpPr>
          <a:xfrm>
            <a:off x="4052661" y="5700303"/>
            <a:ext cx="2499784" cy="1212283"/>
            <a:chOff x="4044061" y="4359300"/>
            <a:chExt cx="504789" cy="244800"/>
          </a:xfrm>
        </p:grpSpPr>
        <p:sp>
          <p:nvSpPr>
            <p:cNvPr id="1046" name="Google Shape;1046;p57"/>
            <p:cNvSpPr/>
            <p:nvPr/>
          </p:nvSpPr>
          <p:spPr>
            <a:xfrm>
              <a:off x="4044061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4278850" y="4359300"/>
              <a:ext cx="270000" cy="244800"/>
            </a:xfrm>
            <a:prstGeom prst="parallelogram">
              <a:avLst>
                <a:gd name="adj" fmla="val 56628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latin typeface="Marianne" panose="02000000000000000000" pitchFamily="50" charset="0"/>
              </a:endParaRPr>
            </a:p>
          </p:txBody>
        </p:sp>
      </p:grpSp>
      <p:sp>
        <p:nvSpPr>
          <p:cNvPr id="18" name="Google Shape;1479;p65"/>
          <p:cNvSpPr/>
          <p:nvPr/>
        </p:nvSpPr>
        <p:spPr>
          <a:xfrm>
            <a:off x="3599723" y="5349213"/>
            <a:ext cx="576064" cy="576064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 b="1">
              <a:ln w="18000">
                <a:solidFill>
                  <a:srgbClr val="FF6600"/>
                </a:solidFill>
                <a:prstDash val="solid"/>
                <a:miter lim="800000"/>
              </a:ln>
              <a:solidFill>
                <a:schemeClr val="accent2"/>
              </a:solidFill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  <a:latin typeface="Marianne" panose="02000000000000000000" pitchFamily="50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052;p58"/>
          <p:cNvSpPr/>
          <p:nvPr/>
        </p:nvSpPr>
        <p:spPr>
          <a:xfrm>
            <a:off x="949004" y="1236112"/>
            <a:ext cx="4619600" cy="4619600"/>
          </a:xfrm>
          <a:prstGeom prst="teardrop">
            <a:avLst>
              <a:gd name="adj" fmla="val 100000"/>
            </a:avLst>
          </a:prstGeom>
          <a:solidFill>
            <a:srgbClr val="00009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endParaRPr sz="2400" b="1" dirty="0">
              <a:solidFill>
                <a:schemeClr val="lt2"/>
              </a:solidFill>
              <a:latin typeface="Marianne" panose="02000000000000000000" pitchFamily="50" charset="0"/>
              <a:ea typeface="Inter"/>
              <a:cs typeface="Arial" panose="020B0604020202020204" pitchFamily="34" charset="0"/>
              <a:sym typeface="Inter"/>
            </a:endParaRPr>
          </a:p>
        </p:txBody>
      </p:sp>
      <p:sp>
        <p:nvSpPr>
          <p:cNvPr id="15" name="Google Shape;1053;p58"/>
          <p:cNvSpPr txBox="1">
            <a:spLocks noGrp="1"/>
          </p:cNvSpPr>
          <p:nvPr>
            <p:ph type="title"/>
          </p:nvPr>
        </p:nvSpPr>
        <p:spPr>
          <a:xfrm>
            <a:off x="1679510" y="2737827"/>
            <a:ext cx="3324508" cy="98316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</a:pPr>
            <a:r>
              <a:rPr lang="fr-FR" sz="5867" dirty="0">
                <a:solidFill>
                  <a:schemeClr val="accent6"/>
                </a:solidFill>
                <a:cs typeface="Marianne Bold"/>
              </a:rPr>
              <a:t>Contact</a:t>
            </a:r>
            <a:br>
              <a:rPr lang="fr-FR" sz="5867" dirty="0">
                <a:solidFill>
                  <a:schemeClr val="accent6"/>
                </a:solidFill>
                <a:cs typeface="Marianne Bold"/>
              </a:rPr>
            </a:br>
            <a:r>
              <a:rPr lang="fr-FR" sz="2133" dirty="0">
                <a:solidFill>
                  <a:schemeClr val="accent6"/>
                </a:solidFill>
                <a:latin typeface="Marianne" panose="02000000000000000000" pitchFamily="50" charset="0"/>
                <a:cs typeface="Marianne Bold"/>
              </a:rPr>
              <a:t>carte visite</a:t>
            </a:r>
            <a:endParaRPr sz="2133" dirty="0">
              <a:solidFill>
                <a:schemeClr val="accent6"/>
              </a:solidFill>
              <a:latin typeface="Marianne" panose="02000000000000000000" pitchFamily="50" charset="0"/>
              <a:cs typeface="Marianne Bold"/>
            </a:endParaRPr>
          </a:p>
        </p:txBody>
      </p:sp>
      <p:sp>
        <p:nvSpPr>
          <p:cNvPr id="16" name="Google Shape;1054;p58"/>
          <p:cNvSpPr txBox="1">
            <a:spLocks/>
          </p:cNvSpPr>
          <p:nvPr/>
        </p:nvSpPr>
        <p:spPr>
          <a:xfrm>
            <a:off x="7184922" y="1030885"/>
            <a:ext cx="4278687" cy="2709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fr-FR" sz="3200" b="1" dirty="0">
                <a:solidFill>
                  <a:schemeClr val="dk1"/>
                </a:solidFill>
                <a:latin typeface="Marianne" panose="02000000000000000000" pitchFamily="50" charset="0"/>
                <a:ea typeface="Inter"/>
                <a:cs typeface="Arial" panose="020B0604020202020204" pitchFamily="34" charset="0"/>
                <a:sym typeface="Inter"/>
              </a:rPr>
              <a:t>Une question ?</a:t>
            </a:r>
          </a:p>
          <a:p>
            <a:endParaRPr lang="fr-FR" sz="1867" dirty="0">
              <a:latin typeface="Marianne" panose="02000000000000000000" pitchFamily="50" charset="0"/>
            </a:endParaRPr>
          </a:p>
          <a:p>
            <a:r>
              <a:rPr lang="fr-FR" sz="1867" dirty="0">
                <a:latin typeface="Marianne" panose="02000000000000000000" pitchFamily="50" charset="0"/>
              </a:rPr>
              <a:t>Votre.email@diplomatie.gouv.fr </a:t>
            </a:r>
          </a:p>
          <a:p>
            <a:r>
              <a:rPr lang="fr-FR" sz="1867" dirty="0">
                <a:latin typeface="Marianne" panose="02000000000000000000" pitchFamily="50" charset="0"/>
              </a:rPr>
              <a:t>01 XX </a:t>
            </a:r>
            <a:r>
              <a:rPr lang="fr-FR" sz="1867" dirty="0" err="1">
                <a:latin typeface="Marianne" panose="02000000000000000000" pitchFamily="50" charset="0"/>
              </a:rPr>
              <a:t>XX</a:t>
            </a:r>
            <a:r>
              <a:rPr lang="fr-FR" sz="1867" dirty="0">
                <a:latin typeface="Marianne" panose="02000000000000000000" pitchFamily="50" charset="0"/>
              </a:rPr>
              <a:t> </a:t>
            </a:r>
            <a:r>
              <a:rPr lang="fr-FR" sz="1867" dirty="0" err="1">
                <a:latin typeface="Marianne" panose="02000000000000000000" pitchFamily="50" charset="0"/>
              </a:rPr>
              <a:t>XX</a:t>
            </a:r>
            <a:r>
              <a:rPr lang="fr-FR" sz="1867" dirty="0">
                <a:latin typeface="Marianne" panose="02000000000000000000" pitchFamily="50" charset="0"/>
              </a:rPr>
              <a:t> </a:t>
            </a:r>
            <a:r>
              <a:rPr lang="fr-FR" sz="1867" dirty="0" err="1">
                <a:latin typeface="Marianne" panose="02000000000000000000" pitchFamily="50" charset="0"/>
              </a:rPr>
              <a:t>XX</a:t>
            </a:r>
            <a:endParaRPr lang="fr-FR" sz="1867" dirty="0">
              <a:latin typeface="Marianne" panose="02000000000000000000" pitchFamily="50" charset="0"/>
            </a:endParaRPr>
          </a:p>
          <a:p>
            <a:r>
              <a:rPr lang="fr-FR" sz="1867" dirty="0">
                <a:latin typeface="Marianne" panose="02000000000000000000" pitchFamily="50" charset="0"/>
              </a:rPr>
              <a:t>aefe.gouv.fr</a:t>
            </a:r>
          </a:p>
        </p:txBody>
      </p:sp>
      <p:sp>
        <p:nvSpPr>
          <p:cNvPr id="3" name="Rectangle 2"/>
          <p:cNvSpPr/>
          <p:nvPr/>
        </p:nvSpPr>
        <p:spPr>
          <a:xfrm>
            <a:off x="11606408" y="0"/>
            <a:ext cx="585593" cy="6858000"/>
          </a:xfrm>
          <a:prstGeom prst="rect">
            <a:avLst/>
          </a:prstGeom>
          <a:solidFill>
            <a:srgbClr val="00009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2400">
              <a:latin typeface="Marianne" panose="02000000000000000000" pitchFamily="50" charset="0"/>
            </a:endParaRPr>
          </a:p>
        </p:txBody>
      </p:sp>
      <p:sp>
        <p:nvSpPr>
          <p:cNvPr id="2" name="ZoneTexte 1"/>
          <p:cNvSpPr txBox="1"/>
          <p:nvPr/>
        </p:nvSpPr>
        <p:spPr>
          <a:xfrm>
            <a:off x="7104929" y="4582160"/>
            <a:ext cx="3465760" cy="2974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333" dirty="0">
                <a:latin typeface="Marianne" panose="02000000000000000000" pitchFamily="50" charset="0"/>
              </a:rPr>
              <a:t>Suivez l’AEFE sur les réseaux sociaux…..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 idx="4294967295"/>
          </p:nvPr>
        </p:nvSpPr>
        <p:spPr>
          <a:xfrm>
            <a:off x="1919288" y="363538"/>
            <a:ext cx="10272712" cy="763587"/>
          </a:xfrm>
          <a:prstGeom prst="rect">
            <a:avLst/>
          </a:prstGeom>
        </p:spPr>
        <p:txBody>
          <a:bodyPr/>
          <a:lstStyle/>
          <a:p>
            <a:r>
              <a:rPr lang="fr-FR" dirty="0">
                <a:solidFill>
                  <a:schemeClr val="bg1"/>
                </a:solidFill>
                <a:latin typeface="Marianne Bold"/>
                <a:cs typeface="Marianne Bold"/>
              </a:rPr>
              <a:t>Pictogrammes à personnaliser</a:t>
            </a:r>
          </a:p>
        </p:txBody>
      </p:sp>
      <p:grpSp>
        <p:nvGrpSpPr>
          <p:cNvPr id="3" name="Google Shape;10527;p74"/>
          <p:cNvGrpSpPr/>
          <p:nvPr/>
        </p:nvGrpSpPr>
        <p:grpSpPr>
          <a:xfrm>
            <a:off x="1074843" y="2377625"/>
            <a:ext cx="673765" cy="672075"/>
            <a:chOff x="-57578225" y="1904075"/>
            <a:chExt cx="319025" cy="318225"/>
          </a:xfrm>
        </p:grpSpPr>
        <p:sp>
          <p:nvSpPr>
            <p:cNvPr id="4" name="Google Shape;10528;p74"/>
            <p:cNvSpPr/>
            <p:nvPr/>
          </p:nvSpPr>
          <p:spPr>
            <a:xfrm>
              <a:off x="-57578225" y="19040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" name="Google Shape;10529;p74"/>
            <p:cNvSpPr/>
            <p:nvPr/>
          </p:nvSpPr>
          <p:spPr>
            <a:xfrm>
              <a:off x="-57446675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" name="Google Shape;10530;p74"/>
            <p:cNvSpPr/>
            <p:nvPr/>
          </p:nvSpPr>
          <p:spPr>
            <a:xfrm>
              <a:off x="-57371850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" name="Google Shape;10531;p74"/>
            <p:cNvSpPr/>
            <p:nvPr/>
          </p:nvSpPr>
          <p:spPr>
            <a:xfrm>
              <a:off x="-57436450" y="2136625"/>
              <a:ext cx="72500" cy="29750"/>
            </a:xfrm>
            <a:custGeom>
              <a:avLst/>
              <a:gdLst/>
              <a:ahLst/>
              <a:cxnLst/>
              <a:rect l="l" t="t" r="r" b="b"/>
              <a:pathLst>
                <a:path w="2900" h="1190" extrusionOk="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" name="Google Shape;10309;p74"/>
          <p:cNvGrpSpPr/>
          <p:nvPr/>
        </p:nvGrpSpPr>
        <p:grpSpPr>
          <a:xfrm>
            <a:off x="6739620" y="1959093"/>
            <a:ext cx="473957" cy="471449"/>
            <a:chOff x="-35854750" y="2272675"/>
            <a:chExt cx="293000" cy="291450"/>
          </a:xfrm>
        </p:grpSpPr>
        <p:sp>
          <p:nvSpPr>
            <p:cNvPr id="12" name="Google Shape;10310;p74"/>
            <p:cNvSpPr/>
            <p:nvPr/>
          </p:nvSpPr>
          <p:spPr>
            <a:xfrm>
              <a:off x="-35854750" y="2272675"/>
              <a:ext cx="293000" cy="291450"/>
            </a:xfrm>
            <a:custGeom>
              <a:avLst/>
              <a:gdLst/>
              <a:ahLst/>
              <a:cxnLst/>
              <a:rect l="l" t="t" r="r" b="b"/>
              <a:pathLst>
                <a:path w="11720" h="11658" extrusionOk="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" name="Google Shape;10311;p74"/>
            <p:cNvSpPr/>
            <p:nvPr/>
          </p:nvSpPr>
          <p:spPr>
            <a:xfrm>
              <a:off x="-35733475" y="2340425"/>
              <a:ext cx="51225" cy="68550"/>
            </a:xfrm>
            <a:custGeom>
              <a:avLst/>
              <a:gdLst/>
              <a:ahLst/>
              <a:cxnLst/>
              <a:rect l="l" t="t" r="r" b="b"/>
              <a:pathLst>
                <a:path w="2049" h="2742" extrusionOk="0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" name="Google Shape;10312;p74"/>
            <p:cNvSpPr/>
            <p:nvPr/>
          </p:nvSpPr>
          <p:spPr>
            <a:xfrm>
              <a:off x="-35716925" y="2418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" name="Google Shape;10313;p74"/>
          <p:cNvGrpSpPr/>
          <p:nvPr/>
        </p:nvGrpSpPr>
        <p:grpSpPr>
          <a:xfrm>
            <a:off x="6738972" y="2565207"/>
            <a:ext cx="475251" cy="472744"/>
            <a:chOff x="-35853975" y="2631825"/>
            <a:chExt cx="293800" cy="292250"/>
          </a:xfrm>
        </p:grpSpPr>
        <p:sp>
          <p:nvSpPr>
            <p:cNvPr id="16" name="Google Shape;10314;p74"/>
            <p:cNvSpPr/>
            <p:nvPr/>
          </p:nvSpPr>
          <p:spPr>
            <a:xfrm>
              <a:off x="-35813025" y="2701825"/>
              <a:ext cx="201675" cy="171925"/>
            </a:xfrm>
            <a:custGeom>
              <a:avLst/>
              <a:gdLst/>
              <a:ahLst/>
              <a:cxnLst/>
              <a:rect l="l" t="t" r="r" b="b"/>
              <a:pathLst>
                <a:path w="8067" h="6877" extrusionOk="0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" name="Google Shape;10315;p74"/>
            <p:cNvSpPr/>
            <p:nvPr/>
          </p:nvSpPr>
          <p:spPr>
            <a:xfrm>
              <a:off x="-35853975" y="2631825"/>
              <a:ext cx="293800" cy="292250"/>
            </a:xfrm>
            <a:custGeom>
              <a:avLst/>
              <a:gdLst/>
              <a:ahLst/>
              <a:cxnLst/>
              <a:rect l="l" t="t" r="r" b="b"/>
              <a:pathLst>
                <a:path w="11752" h="11690" extrusionOk="0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" name="Google Shape;10316;p74"/>
            <p:cNvSpPr/>
            <p:nvPr/>
          </p:nvSpPr>
          <p:spPr>
            <a:xfrm>
              <a:off x="-35715350" y="2735025"/>
              <a:ext cx="49650" cy="40675"/>
            </a:xfrm>
            <a:custGeom>
              <a:avLst/>
              <a:gdLst/>
              <a:ahLst/>
              <a:cxnLst/>
              <a:rect l="l" t="t" r="r" b="b"/>
              <a:pathLst>
                <a:path w="1986" h="1627" extrusionOk="0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" name="Google Shape;10317;p74"/>
            <p:cNvSpPr/>
            <p:nvPr/>
          </p:nvSpPr>
          <p:spPr>
            <a:xfrm>
              <a:off x="-35705900" y="2667275"/>
              <a:ext cx="107925" cy="101750"/>
            </a:xfrm>
            <a:custGeom>
              <a:avLst/>
              <a:gdLst/>
              <a:ahLst/>
              <a:cxnLst/>
              <a:rect l="l" t="t" r="r" b="b"/>
              <a:pathLst>
                <a:path w="4317" h="4070" extrusionOk="0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" name="Google Shape;10318;p74"/>
            <p:cNvSpPr/>
            <p:nvPr/>
          </p:nvSpPr>
          <p:spPr>
            <a:xfrm>
              <a:off x="-35709825" y="2700350"/>
              <a:ext cx="77200" cy="68700"/>
            </a:xfrm>
            <a:custGeom>
              <a:avLst/>
              <a:gdLst/>
              <a:ahLst/>
              <a:cxnLst/>
              <a:rect l="l" t="t" r="r" b="b"/>
              <a:pathLst>
                <a:path w="3088" h="2748" extrusionOk="0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21" name="Google Shape;10324;p74"/>
          <p:cNvSpPr/>
          <p:nvPr/>
        </p:nvSpPr>
        <p:spPr>
          <a:xfrm>
            <a:off x="9719047" y="1957334"/>
            <a:ext cx="472703" cy="475493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22" name="Google Shape;10325;p74"/>
          <p:cNvGrpSpPr/>
          <p:nvPr/>
        </p:nvGrpSpPr>
        <p:grpSpPr>
          <a:xfrm>
            <a:off x="9723151" y="2565207"/>
            <a:ext cx="472703" cy="472744"/>
            <a:chOff x="-34032200" y="2634975"/>
            <a:chExt cx="292225" cy="292250"/>
          </a:xfrm>
        </p:grpSpPr>
        <p:sp>
          <p:nvSpPr>
            <p:cNvPr id="23" name="Google Shape;10326;p74"/>
            <p:cNvSpPr/>
            <p:nvPr/>
          </p:nvSpPr>
          <p:spPr>
            <a:xfrm>
              <a:off x="-34032200" y="2634975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" name="Google Shape;10327;p74"/>
            <p:cNvSpPr/>
            <p:nvPr/>
          </p:nvSpPr>
          <p:spPr>
            <a:xfrm>
              <a:off x="-33947125" y="2735800"/>
              <a:ext cx="51200" cy="86675"/>
            </a:xfrm>
            <a:custGeom>
              <a:avLst/>
              <a:gdLst/>
              <a:ahLst/>
              <a:cxnLst/>
              <a:rect l="l" t="t" r="r" b="b"/>
              <a:pathLst>
                <a:path w="2048" h="3467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" name="Google Shape;10328;p74"/>
            <p:cNvSpPr/>
            <p:nvPr/>
          </p:nvSpPr>
          <p:spPr>
            <a:xfrm>
              <a:off x="-33878600" y="2737375"/>
              <a:ext cx="52000" cy="86675"/>
            </a:xfrm>
            <a:custGeom>
              <a:avLst/>
              <a:gdLst/>
              <a:ahLst/>
              <a:cxnLst/>
              <a:rect l="l" t="t" r="r" b="b"/>
              <a:pathLst>
                <a:path w="2080" h="346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26" name="Google Shape;10329;p74"/>
          <p:cNvGrpSpPr/>
          <p:nvPr/>
        </p:nvGrpSpPr>
        <p:grpSpPr>
          <a:xfrm>
            <a:off x="7923678" y="3186871"/>
            <a:ext cx="477839" cy="472703"/>
            <a:chOff x="-32245875" y="1938725"/>
            <a:chExt cx="295400" cy="292225"/>
          </a:xfrm>
        </p:grpSpPr>
        <p:sp>
          <p:nvSpPr>
            <p:cNvPr id="27" name="Google Shape;10330;p74"/>
            <p:cNvSpPr/>
            <p:nvPr/>
          </p:nvSpPr>
          <p:spPr>
            <a:xfrm>
              <a:off x="-32156075" y="204270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" name="Google Shape;10331;p74"/>
            <p:cNvSpPr/>
            <p:nvPr/>
          </p:nvSpPr>
          <p:spPr>
            <a:xfrm>
              <a:off x="-32105675" y="2076550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" name="Google Shape;10332;p74"/>
            <p:cNvSpPr/>
            <p:nvPr/>
          </p:nvSpPr>
          <p:spPr>
            <a:xfrm>
              <a:off x="-32245875" y="1938725"/>
              <a:ext cx="295400" cy="292225"/>
            </a:xfrm>
            <a:custGeom>
              <a:avLst/>
              <a:gdLst/>
              <a:ahLst/>
              <a:cxnLst/>
              <a:rect l="l" t="t" r="r" b="b"/>
              <a:pathLst>
                <a:path w="11816" h="11689" extrusionOk="0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0" name="Google Shape;10333;p74"/>
          <p:cNvGrpSpPr/>
          <p:nvPr/>
        </p:nvGrpSpPr>
        <p:grpSpPr>
          <a:xfrm>
            <a:off x="7919228" y="3812736"/>
            <a:ext cx="486736" cy="469549"/>
            <a:chOff x="-32243500" y="2299850"/>
            <a:chExt cx="300900" cy="290275"/>
          </a:xfrm>
        </p:grpSpPr>
        <p:sp>
          <p:nvSpPr>
            <p:cNvPr id="31" name="Google Shape;10334;p74"/>
            <p:cNvSpPr/>
            <p:nvPr/>
          </p:nvSpPr>
          <p:spPr>
            <a:xfrm>
              <a:off x="-32243500" y="2299850"/>
              <a:ext cx="300900" cy="290275"/>
            </a:xfrm>
            <a:custGeom>
              <a:avLst/>
              <a:gdLst/>
              <a:ahLst/>
              <a:cxnLst/>
              <a:rect l="l" t="t" r="r" b="b"/>
              <a:pathLst>
                <a:path w="12036" h="11611" extrusionOk="0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" name="Google Shape;10335;p74"/>
            <p:cNvSpPr/>
            <p:nvPr/>
          </p:nvSpPr>
          <p:spPr>
            <a:xfrm>
              <a:off x="-32048175" y="2342775"/>
              <a:ext cx="55950" cy="51025"/>
            </a:xfrm>
            <a:custGeom>
              <a:avLst/>
              <a:gdLst/>
              <a:ahLst/>
              <a:cxnLst/>
              <a:rect l="l" t="t" r="r" b="b"/>
              <a:pathLst>
                <a:path w="2238" h="2041" extrusionOk="0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3" name="Google Shape;10336;p74"/>
          <p:cNvSpPr/>
          <p:nvPr/>
        </p:nvSpPr>
        <p:spPr>
          <a:xfrm>
            <a:off x="7921083" y="4426562"/>
            <a:ext cx="475251" cy="470156"/>
          </a:xfrm>
          <a:custGeom>
            <a:avLst/>
            <a:gdLst/>
            <a:ahLst/>
            <a:cxnLst/>
            <a:rect l="l" t="t" r="r" b="b"/>
            <a:pathLst>
              <a:path w="11752" h="11626" extrusionOk="0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34" name="Google Shape;10341;p74"/>
          <p:cNvSpPr/>
          <p:nvPr/>
        </p:nvSpPr>
        <p:spPr>
          <a:xfrm>
            <a:off x="7331383" y="1958729"/>
            <a:ext cx="475251" cy="472703"/>
          </a:xfrm>
          <a:custGeom>
            <a:avLst/>
            <a:gdLst/>
            <a:ahLst/>
            <a:cxnLst/>
            <a:rect l="l" t="t" r="r" b="b"/>
            <a:pathLst>
              <a:path w="11752" h="11689" extrusionOk="0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35" name="Google Shape;10342;p74"/>
          <p:cNvGrpSpPr/>
          <p:nvPr/>
        </p:nvGrpSpPr>
        <p:grpSpPr>
          <a:xfrm>
            <a:off x="7336938" y="2565856"/>
            <a:ext cx="472703" cy="471449"/>
            <a:chOff x="-35495600" y="2631825"/>
            <a:chExt cx="292225" cy="291450"/>
          </a:xfrm>
        </p:grpSpPr>
        <p:sp>
          <p:nvSpPr>
            <p:cNvPr id="36" name="Google Shape;10343;p74"/>
            <p:cNvSpPr/>
            <p:nvPr/>
          </p:nvSpPr>
          <p:spPr>
            <a:xfrm>
              <a:off x="-35495600" y="2735025"/>
              <a:ext cx="137075" cy="188250"/>
            </a:xfrm>
            <a:custGeom>
              <a:avLst/>
              <a:gdLst/>
              <a:ahLst/>
              <a:cxnLst/>
              <a:rect l="l" t="t" r="r" b="b"/>
              <a:pathLst>
                <a:path w="5483" h="7530" extrusionOk="0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" name="Google Shape;10344;p74"/>
            <p:cNvSpPr/>
            <p:nvPr/>
          </p:nvSpPr>
          <p:spPr>
            <a:xfrm>
              <a:off x="-35339650" y="2631825"/>
              <a:ext cx="136275" cy="188275"/>
            </a:xfrm>
            <a:custGeom>
              <a:avLst/>
              <a:gdLst/>
              <a:ahLst/>
              <a:cxnLst/>
              <a:rect l="l" t="t" r="r" b="b"/>
              <a:pathLst>
                <a:path w="5451" h="7531" extrusionOk="0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" name="Google Shape;10345;p74"/>
            <p:cNvSpPr/>
            <p:nvPr/>
          </p:nvSpPr>
          <p:spPr>
            <a:xfrm>
              <a:off x="-35341225" y="2836625"/>
              <a:ext cx="85075" cy="84500"/>
            </a:xfrm>
            <a:custGeom>
              <a:avLst/>
              <a:gdLst/>
              <a:ahLst/>
              <a:cxnLst/>
              <a:rect l="l" t="t" r="r" b="b"/>
              <a:pathLst>
                <a:path w="3403" h="3380" extrusionOk="0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" name="Google Shape;10346;p74"/>
            <p:cNvSpPr/>
            <p:nvPr/>
          </p:nvSpPr>
          <p:spPr>
            <a:xfrm>
              <a:off x="-35442050" y="26326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0" name="Google Shape;10352;p74"/>
          <p:cNvGrpSpPr/>
          <p:nvPr/>
        </p:nvGrpSpPr>
        <p:grpSpPr>
          <a:xfrm>
            <a:off x="10317295" y="1957839"/>
            <a:ext cx="477799" cy="473957"/>
            <a:chOff x="-33676975" y="2275050"/>
            <a:chExt cx="295375" cy="293000"/>
          </a:xfrm>
        </p:grpSpPr>
        <p:sp>
          <p:nvSpPr>
            <p:cNvPr id="41" name="Google Shape;10353;p74"/>
            <p:cNvSpPr/>
            <p:nvPr/>
          </p:nvSpPr>
          <p:spPr>
            <a:xfrm>
              <a:off x="-33502125" y="2309700"/>
              <a:ext cx="52800" cy="67750"/>
            </a:xfrm>
            <a:custGeom>
              <a:avLst/>
              <a:gdLst/>
              <a:ahLst/>
              <a:cxnLst/>
              <a:rect l="l" t="t" r="r" b="b"/>
              <a:pathLst>
                <a:path w="2112" h="2710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" name="Google Shape;10354;p74"/>
            <p:cNvSpPr/>
            <p:nvPr/>
          </p:nvSpPr>
          <p:spPr>
            <a:xfrm>
              <a:off x="-33484800" y="23955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" name="Google Shape;10355;p74"/>
            <p:cNvSpPr/>
            <p:nvPr/>
          </p:nvSpPr>
          <p:spPr>
            <a:xfrm>
              <a:off x="-33676975" y="2275050"/>
              <a:ext cx="295375" cy="293000"/>
            </a:xfrm>
            <a:custGeom>
              <a:avLst/>
              <a:gdLst/>
              <a:ahLst/>
              <a:cxnLst/>
              <a:rect l="l" t="t" r="r" b="b"/>
              <a:pathLst>
                <a:path w="11815" h="11720" extrusionOk="0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4" name="Google Shape;10356;p74"/>
          <p:cNvGrpSpPr/>
          <p:nvPr/>
        </p:nvGrpSpPr>
        <p:grpSpPr>
          <a:xfrm>
            <a:off x="10320470" y="2564905"/>
            <a:ext cx="471449" cy="473351"/>
            <a:chOff x="-33673825" y="2634975"/>
            <a:chExt cx="291450" cy="292625"/>
          </a:xfrm>
        </p:grpSpPr>
        <p:sp>
          <p:nvSpPr>
            <p:cNvPr id="45" name="Google Shape;10357;p74"/>
            <p:cNvSpPr/>
            <p:nvPr/>
          </p:nvSpPr>
          <p:spPr>
            <a:xfrm>
              <a:off x="-33673825" y="2634975"/>
              <a:ext cx="291450" cy="292625"/>
            </a:xfrm>
            <a:custGeom>
              <a:avLst/>
              <a:gdLst/>
              <a:ahLst/>
              <a:cxnLst/>
              <a:rect l="l" t="t" r="r" b="b"/>
              <a:pathLst>
                <a:path w="11658" h="11705" extrusionOk="0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" name="Google Shape;10358;p74"/>
            <p:cNvSpPr/>
            <p:nvPr/>
          </p:nvSpPr>
          <p:spPr>
            <a:xfrm>
              <a:off x="-33467475" y="28066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7" name="Google Shape;10359;p74"/>
          <p:cNvGrpSpPr/>
          <p:nvPr/>
        </p:nvGrpSpPr>
        <p:grpSpPr>
          <a:xfrm>
            <a:off x="8544481" y="3187457"/>
            <a:ext cx="439583" cy="471531"/>
            <a:chOff x="-31874100" y="1939525"/>
            <a:chExt cx="271750" cy="291500"/>
          </a:xfrm>
        </p:grpSpPr>
        <p:sp>
          <p:nvSpPr>
            <p:cNvPr id="48" name="Google Shape;10360;p74"/>
            <p:cNvSpPr/>
            <p:nvPr/>
          </p:nvSpPr>
          <p:spPr>
            <a:xfrm>
              <a:off x="-31874100" y="2132475"/>
              <a:ext cx="271750" cy="98550"/>
            </a:xfrm>
            <a:custGeom>
              <a:avLst/>
              <a:gdLst/>
              <a:ahLst/>
              <a:cxnLst/>
              <a:rect l="l" t="t" r="r" b="b"/>
              <a:pathLst>
                <a:path w="10870" h="3942" extrusionOk="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" name="Google Shape;10361;p74"/>
            <p:cNvSpPr/>
            <p:nvPr/>
          </p:nvSpPr>
          <p:spPr>
            <a:xfrm>
              <a:off x="-31830775" y="1939525"/>
              <a:ext cx="189050" cy="189825"/>
            </a:xfrm>
            <a:custGeom>
              <a:avLst/>
              <a:gdLst/>
              <a:ahLst/>
              <a:cxnLst/>
              <a:rect l="l" t="t" r="r" b="b"/>
              <a:pathLst>
                <a:path w="7562" h="7593" extrusionOk="0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50" name="Google Shape;10362;p74"/>
          <p:cNvSpPr/>
          <p:nvPr/>
        </p:nvSpPr>
        <p:spPr>
          <a:xfrm>
            <a:off x="8552728" y="3812053"/>
            <a:ext cx="415400" cy="471449"/>
          </a:xfrm>
          <a:custGeom>
            <a:avLst/>
            <a:gdLst/>
            <a:ahLst/>
            <a:cxnLst/>
            <a:rect l="l" t="t" r="r" b="b"/>
            <a:pathLst>
              <a:path w="10272" h="11658" extrusionOk="0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51" name="Google Shape;10363;p74"/>
          <p:cNvGrpSpPr/>
          <p:nvPr/>
        </p:nvGrpSpPr>
        <p:grpSpPr>
          <a:xfrm>
            <a:off x="8519630" y="4426154"/>
            <a:ext cx="489284" cy="470357"/>
            <a:chOff x="-31889075" y="2658950"/>
            <a:chExt cx="302475" cy="290775"/>
          </a:xfrm>
        </p:grpSpPr>
        <p:sp>
          <p:nvSpPr>
            <p:cNvPr id="52" name="Google Shape;10364;p74"/>
            <p:cNvSpPr/>
            <p:nvPr/>
          </p:nvSpPr>
          <p:spPr>
            <a:xfrm>
              <a:off x="-31889075" y="2658950"/>
              <a:ext cx="302475" cy="290775"/>
            </a:xfrm>
            <a:custGeom>
              <a:avLst/>
              <a:gdLst/>
              <a:ahLst/>
              <a:cxnLst/>
              <a:rect l="l" t="t" r="r" b="b"/>
              <a:pathLst>
                <a:path w="12099" h="11631" extrusionOk="0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" name="Google Shape;10365;p74"/>
            <p:cNvSpPr/>
            <p:nvPr/>
          </p:nvSpPr>
          <p:spPr>
            <a:xfrm>
              <a:off x="-31838650" y="2838200"/>
              <a:ext cx="70100" cy="68550"/>
            </a:xfrm>
            <a:custGeom>
              <a:avLst/>
              <a:gdLst/>
              <a:ahLst/>
              <a:cxnLst/>
              <a:rect l="l" t="t" r="r" b="b"/>
              <a:pathLst>
                <a:path w="2804" h="2742" extrusionOk="0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54" name="Google Shape;10366;p74"/>
          <p:cNvSpPr/>
          <p:nvPr/>
        </p:nvSpPr>
        <p:spPr>
          <a:xfrm>
            <a:off x="10903797" y="3811404"/>
            <a:ext cx="475251" cy="472744"/>
          </a:xfrm>
          <a:custGeom>
            <a:avLst/>
            <a:gdLst/>
            <a:ahLst/>
            <a:cxnLst/>
            <a:rect l="l" t="t" r="r" b="b"/>
            <a:pathLst>
              <a:path w="11752" h="11690" extrusionOk="0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55" name="Google Shape;10371;p74"/>
          <p:cNvGrpSpPr/>
          <p:nvPr/>
        </p:nvGrpSpPr>
        <p:grpSpPr>
          <a:xfrm>
            <a:off x="7934884" y="1958750"/>
            <a:ext cx="471449" cy="472137"/>
            <a:chOff x="-35134875" y="2272675"/>
            <a:chExt cx="291450" cy="291875"/>
          </a:xfrm>
        </p:grpSpPr>
        <p:sp>
          <p:nvSpPr>
            <p:cNvPr id="56" name="Google Shape;10372;p74"/>
            <p:cNvSpPr/>
            <p:nvPr/>
          </p:nvSpPr>
          <p:spPr>
            <a:xfrm>
              <a:off x="-35134875" y="2272675"/>
              <a:ext cx="291450" cy="291875"/>
            </a:xfrm>
            <a:custGeom>
              <a:avLst/>
              <a:gdLst/>
              <a:ahLst/>
              <a:cxnLst/>
              <a:rect l="l" t="t" r="r" b="b"/>
              <a:pathLst>
                <a:path w="11658" h="11675" extrusionOk="0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" name="Google Shape;10373;p74"/>
            <p:cNvSpPr/>
            <p:nvPr/>
          </p:nvSpPr>
          <p:spPr>
            <a:xfrm>
              <a:off x="-350939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" name="Google Shape;10374;p74"/>
            <p:cNvSpPr/>
            <p:nvPr/>
          </p:nvSpPr>
          <p:spPr>
            <a:xfrm>
              <a:off x="-350427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" name="Google Shape;10375;p74"/>
            <p:cNvSpPr/>
            <p:nvPr/>
          </p:nvSpPr>
          <p:spPr>
            <a:xfrm>
              <a:off x="-349915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0" name="Google Shape;10376;p74"/>
          <p:cNvGrpSpPr/>
          <p:nvPr/>
        </p:nvGrpSpPr>
        <p:grpSpPr>
          <a:xfrm>
            <a:off x="7990306" y="2565856"/>
            <a:ext cx="360604" cy="471449"/>
            <a:chOff x="-35101800" y="2631050"/>
            <a:chExt cx="222925" cy="291450"/>
          </a:xfrm>
        </p:grpSpPr>
        <p:sp>
          <p:nvSpPr>
            <p:cNvPr id="61" name="Google Shape;10377;p74"/>
            <p:cNvSpPr/>
            <p:nvPr/>
          </p:nvSpPr>
          <p:spPr>
            <a:xfrm>
              <a:off x="-34999400" y="26995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" name="Google Shape;10378;p74"/>
            <p:cNvSpPr/>
            <p:nvPr/>
          </p:nvSpPr>
          <p:spPr>
            <a:xfrm>
              <a:off x="-34999400" y="27326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" name="Google Shape;10379;p74"/>
            <p:cNvSpPr/>
            <p:nvPr/>
          </p:nvSpPr>
          <p:spPr>
            <a:xfrm>
              <a:off x="-35067125" y="2665700"/>
              <a:ext cx="153600" cy="154400"/>
            </a:xfrm>
            <a:custGeom>
              <a:avLst/>
              <a:gdLst/>
              <a:ahLst/>
              <a:cxnLst/>
              <a:rect l="l" t="t" r="r" b="b"/>
              <a:pathLst>
                <a:path w="6144" h="6176" extrusionOk="0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" name="Google Shape;10380;p74"/>
            <p:cNvSpPr/>
            <p:nvPr/>
          </p:nvSpPr>
          <p:spPr>
            <a:xfrm>
              <a:off x="-35101800" y="2631050"/>
              <a:ext cx="222925" cy="291450"/>
            </a:xfrm>
            <a:custGeom>
              <a:avLst/>
              <a:gdLst/>
              <a:ahLst/>
              <a:cxnLst/>
              <a:rect l="l" t="t" r="r" b="b"/>
              <a:pathLst>
                <a:path w="8917" h="11658" extrusionOk="0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65" name="Google Shape;10382;p74"/>
          <p:cNvGrpSpPr/>
          <p:nvPr/>
        </p:nvGrpSpPr>
        <p:grpSpPr>
          <a:xfrm>
            <a:off x="10907709" y="1957839"/>
            <a:ext cx="471449" cy="473957"/>
            <a:chOff x="-33314675" y="2275050"/>
            <a:chExt cx="291450" cy="293000"/>
          </a:xfrm>
        </p:grpSpPr>
        <p:sp>
          <p:nvSpPr>
            <p:cNvPr id="66" name="Google Shape;10383;p74"/>
            <p:cNvSpPr/>
            <p:nvPr/>
          </p:nvSpPr>
          <p:spPr>
            <a:xfrm>
              <a:off x="-33143750" y="227505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" name="Google Shape;10384;p74"/>
            <p:cNvSpPr/>
            <p:nvPr/>
          </p:nvSpPr>
          <p:spPr>
            <a:xfrm>
              <a:off x="-33093350" y="2309700"/>
              <a:ext cx="35475" cy="34675"/>
            </a:xfrm>
            <a:custGeom>
              <a:avLst/>
              <a:gdLst/>
              <a:ahLst/>
              <a:cxnLst/>
              <a:rect l="l" t="t" r="r" b="b"/>
              <a:pathLst>
                <a:path w="1419" h="1387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" name="Google Shape;10385;p74"/>
            <p:cNvSpPr/>
            <p:nvPr/>
          </p:nvSpPr>
          <p:spPr>
            <a:xfrm>
              <a:off x="-33314675" y="2328600"/>
              <a:ext cx="239475" cy="239450"/>
            </a:xfrm>
            <a:custGeom>
              <a:avLst/>
              <a:gdLst/>
              <a:ahLst/>
              <a:cxnLst/>
              <a:rect l="l" t="t" r="r" b="b"/>
              <a:pathLst>
                <a:path w="9579" h="9578" extrusionOk="0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69" name="Google Shape;10386;p74"/>
          <p:cNvSpPr/>
          <p:nvPr/>
        </p:nvSpPr>
        <p:spPr>
          <a:xfrm>
            <a:off x="10901789" y="2564237"/>
            <a:ext cx="475251" cy="475291"/>
          </a:xfrm>
          <a:custGeom>
            <a:avLst/>
            <a:gdLst/>
            <a:ahLst/>
            <a:cxnLst/>
            <a:rect l="l" t="t" r="r" b="b"/>
            <a:pathLst>
              <a:path w="11752" h="11753" extrusionOk="0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70" name="Google Shape;10387;p74"/>
          <p:cNvGrpSpPr/>
          <p:nvPr/>
        </p:nvGrpSpPr>
        <p:grpSpPr>
          <a:xfrm>
            <a:off x="9123964" y="3187520"/>
            <a:ext cx="471449" cy="471409"/>
            <a:chOff x="-31523625" y="1939525"/>
            <a:chExt cx="291450" cy="291425"/>
          </a:xfrm>
        </p:grpSpPr>
        <p:sp>
          <p:nvSpPr>
            <p:cNvPr id="71" name="Google Shape;10388;p74"/>
            <p:cNvSpPr/>
            <p:nvPr/>
          </p:nvSpPr>
          <p:spPr>
            <a:xfrm>
              <a:off x="-31523625" y="19395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" name="Google Shape;10389;p74"/>
            <p:cNvSpPr/>
            <p:nvPr/>
          </p:nvSpPr>
          <p:spPr>
            <a:xfrm>
              <a:off x="-31404675" y="2007250"/>
              <a:ext cx="138625" cy="52800"/>
            </a:xfrm>
            <a:custGeom>
              <a:avLst/>
              <a:gdLst/>
              <a:ahLst/>
              <a:cxnLst/>
              <a:rect l="l" t="t" r="r" b="b"/>
              <a:pathLst>
                <a:path w="5545" h="2112" extrusionOk="0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" name="Google Shape;10390;p74"/>
            <p:cNvSpPr/>
            <p:nvPr/>
          </p:nvSpPr>
          <p:spPr>
            <a:xfrm>
              <a:off x="-31404675" y="20773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" name="Google Shape;10391;p74"/>
            <p:cNvSpPr/>
            <p:nvPr/>
          </p:nvSpPr>
          <p:spPr>
            <a:xfrm>
              <a:off x="-31353475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" name="Google Shape;10392;p74"/>
            <p:cNvSpPr/>
            <p:nvPr/>
          </p:nvSpPr>
          <p:spPr>
            <a:xfrm>
              <a:off x="-31301500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" name="Google Shape;10393;p74"/>
            <p:cNvSpPr/>
            <p:nvPr/>
          </p:nvSpPr>
          <p:spPr>
            <a:xfrm>
              <a:off x="-31404675" y="21120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" name="Google Shape;10394;p74"/>
            <p:cNvSpPr/>
            <p:nvPr/>
          </p:nvSpPr>
          <p:spPr>
            <a:xfrm>
              <a:off x="-31353475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" name="Google Shape;10395;p74"/>
            <p:cNvSpPr/>
            <p:nvPr/>
          </p:nvSpPr>
          <p:spPr>
            <a:xfrm>
              <a:off x="-31301500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" name="Google Shape;10396;p74"/>
            <p:cNvSpPr/>
            <p:nvPr/>
          </p:nvSpPr>
          <p:spPr>
            <a:xfrm>
              <a:off x="-31404675" y="2145075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" name="Google Shape;10397;p74"/>
            <p:cNvSpPr/>
            <p:nvPr/>
          </p:nvSpPr>
          <p:spPr>
            <a:xfrm>
              <a:off x="-31353475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" name="Google Shape;10398;p74"/>
            <p:cNvSpPr/>
            <p:nvPr/>
          </p:nvSpPr>
          <p:spPr>
            <a:xfrm>
              <a:off x="-31301500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2" name="Google Shape;10399;p74"/>
          <p:cNvGrpSpPr/>
          <p:nvPr/>
        </p:nvGrpSpPr>
        <p:grpSpPr>
          <a:xfrm>
            <a:off x="9122690" y="3811786"/>
            <a:ext cx="473997" cy="471449"/>
            <a:chOff x="-31523625" y="2298675"/>
            <a:chExt cx="293025" cy="291450"/>
          </a:xfrm>
        </p:grpSpPr>
        <p:sp>
          <p:nvSpPr>
            <p:cNvPr id="83" name="Google Shape;10400;p74"/>
            <p:cNvSpPr/>
            <p:nvPr/>
          </p:nvSpPr>
          <p:spPr>
            <a:xfrm>
              <a:off x="-31523625" y="22986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" name="Google Shape;10401;p74"/>
            <p:cNvSpPr/>
            <p:nvPr/>
          </p:nvSpPr>
          <p:spPr>
            <a:xfrm>
              <a:off x="-31334575" y="2452250"/>
              <a:ext cx="67750" cy="51225"/>
            </a:xfrm>
            <a:custGeom>
              <a:avLst/>
              <a:gdLst/>
              <a:ahLst/>
              <a:cxnLst/>
              <a:rect l="l" t="t" r="r" b="b"/>
              <a:pathLst>
                <a:path w="2710" h="2049" extrusionOk="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" name="Google Shape;10402;p74"/>
            <p:cNvSpPr/>
            <p:nvPr/>
          </p:nvSpPr>
          <p:spPr>
            <a:xfrm>
              <a:off x="-31334575" y="2419175"/>
              <a:ext cx="68525" cy="17350"/>
            </a:xfrm>
            <a:custGeom>
              <a:avLst/>
              <a:gdLst/>
              <a:ahLst/>
              <a:cxnLst/>
              <a:rect l="l" t="t" r="r" b="b"/>
              <a:pathLst>
                <a:path w="2741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" name="Google Shape;10403;p74"/>
          <p:cNvSpPr/>
          <p:nvPr/>
        </p:nvSpPr>
        <p:spPr>
          <a:xfrm>
            <a:off x="9116340" y="4424013"/>
            <a:ext cx="479093" cy="475251"/>
          </a:xfrm>
          <a:custGeom>
            <a:avLst/>
            <a:gdLst/>
            <a:ahLst/>
            <a:cxnLst/>
            <a:rect l="l" t="t" r="r" b="b"/>
            <a:pathLst>
              <a:path w="11847" h="11752" extrusionOk="0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7" name="Google Shape;10404;p74"/>
          <p:cNvSpPr/>
          <p:nvPr/>
        </p:nvSpPr>
        <p:spPr>
          <a:xfrm>
            <a:off x="10905073" y="4425916"/>
            <a:ext cx="472703" cy="471449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8" name="Google Shape;10409;p74"/>
          <p:cNvGrpSpPr/>
          <p:nvPr/>
        </p:nvGrpSpPr>
        <p:grpSpPr>
          <a:xfrm>
            <a:off x="8529045" y="1957819"/>
            <a:ext cx="475251" cy="473997"/>
            <a:chOff x="-34778075" y="2272675"/>
            <a:chExt cx="293800" cy="293025"/>
          </a:xfrm>
        </p:grpSpPr>
        <p:sp>
          <p:nvSpPr>
            <p:cNvPr id="89" name="Google Shape;10410;p74"/>
            <p:cNvSpPr/>
            <p:nvPr/>
          </p:nvSpPr>
          <p:spPr>
            <a:xfrm>
              <a:off x="-34725300" y="2324675"/>
              <a:ext cx="187475" cy="188250"/>
            </a:xfrm>
            <a:custGeom>
              <a:avLst/>
              <a:gdLst/>
              <a:ahLst/>
              <a:cxnLst/>
              <a:rect l="l" t="t" r="r" b="b"/>
              <a:pathLst>
                <a:path w="7499" h="7530" extrusionOk="0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" name="Google Shape;10411;p74"/>
            <p:cNvSpPr/>
            <p:nvPr/>
          </p:nvSpPr>
          <p:spPr>
            <a:xfrm>
              <a:off x="-34673325" y="2375850"/>
              <a:ext cx="85100" cy="84300"/>
            </a:xfrm>
            <a:custGeom>
              <a:avLst/>
              <a:gdLst/>
              <a:ahLst/>
              <a:cxnLst/>
              <a:rect l="l" t="t" r="r" b="b"/>
              <a:pathLst>
                <a:path w="3404" h="3372" extrusionOk="0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" name="Google Shape;10412;p74"/>
            <p:cNvSpPr/>
            <p:nvPr/>
          </p:nvSpPr>
          <p:spPr>
            <a:xfrm>
              <a:off x="-34778075" y="2272675"/>
              <a:ext cx="293800" cy="293025"/>
            </a:xfrm>
            <a:custGeom>
              <a:avLst/>
              <a:gdLst/>
              <a:ahLst/>
              <a:cxnLst/>
              <a:rect l="l" t="t" r="r" b="b"/>
              <a:pathLst>
                <a:path w="11752" h="11721" extrusionOk="0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" name="Google Shape;10413;p74"/>
          <p:cNvGrpSpPr/>
          <p:nvPr/>
        </p:nvGrpSpPr>
        <p:grpSpPr>
          <a:xfrm>
            <a:off x="8530948" y="2565856"/>
            <a:ext cx="471449" cy="471449"/>
            <a:chOff x="-34776500" y="2631825"/>
            <a:chExt cx="291450" cy="291450"/>
          </a:xfrm>
        </p:grpSpPr>
        <p:sp>
          <p:nvSpPr>
            <p:cNvPr id="93" name="Google Shape;10414;p74"/>
            <p:cNvSpPr/>
            <p:nvPr/>
          </p:nvSpPr>
          <p:spPr>
            <a:xfrm>
              <a:off x="-34691425" y="2666500"/>
              <a:ext cx="120525" cy="154400"/>
            </a:xfrm>
            <a:custGeom>
              <a:avLst/>
              <a:gdLst/>
              <a:ahLst/>
              <a:cxnLst/>
              <a:rect l="l" t="t" r="r" b="b"/>
              <a:pathLst>
                <a:path w="4821" h="6176" extrusionOk="0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" name="Google Shape;10415;p74"/>
            <p:cNvSpPr/>
            <p:nvPr/>
          </p:nvSpPr>
          <p:spPr>
            <a:xfrm>
              <a:off x="-34656775" y="28374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" name="Google Shape;10416;p74"/>
            <p:cNvSpPr/>
            <p:nvPr/>
          </p:nvSpPr>
          <p:spPr>
            <a:xfrm>
              <a:off x="-34776500" y="26318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" name="Google Shape;10417;p74"/>
          <p:cNvGrpSpPr/>
          <p:nvPr/>
        </p:nvGrpSpPr>
        <p:grpSpPr>
          <a:xfrm>
            <a:off x="6742533" y="3184326"/>
            <a:ext cx="472703" cy="477799"/>
            <a:chOff x="-32956300" y="1915900"/>
            <a:chExt cx="292225" cy="295375"/>
          </a:xfrm>
        </p:grpSpPr>
        <p:sp>
          <p:nvSpPr>
            <p:cNvPr id="97" name="Google Shape;10418;p74"/>
            <p:cNvSpPr/>
            <p:nvPr/>
          </p:nvSpPr>
          <p:spPr>
            <a:xfrm>
              <a:off x="-32956300" y="1915900"/>
              <a:ext cx="292225" cy="29537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" name="Google Shape;10419;p74"/>
            <p:cNvSpPr/>
            <p:nvPr/>
          </p:nvSpPr>
          <p:spPr>
            <a:xfrm>
              <a:off x="-32836575" y="1967875"/>
              <a:ext cx="85875" cy="188250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" name="Google Shape;10420;p74"/>
          <p:cNvSpPr/>
          <p:nvPr/>
        </p:nvSpPr>
        <p:spPr>
          <a:xfrm>
            <a:off x="6738559" y="3812073"/>
            <a:ext cx="472703" cy="471409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0" name="Google Shape;10421;p74"/>
          <p:cNvSpPr/>
          <p:nvPr/>
        </p:nvSpPr>
        <p:spPr>
          <a:xfrm>
            <a:off x="6737911" y="4425267"/>
            <a:ext cx="473997" cy="472744"/>
          </a:xfrm>
          <a:custGeom>
            <a:avLst/>
            <a:gdLst/>
            <a:ahLst/>
            <a:cxnLst/>
            <a:rect l="l" t="t" r="r" b="b"/>
            <a:pathLst>
              <a:path w="11721" h="11690" extrusionOk="0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" name="Google Shape;10422;p74"/>
          <p:cNvGrpSpPr/>
          <p:nvPr/>
        </p:nvGrpSpPr>
        <p:grpSpPr>
          <a:xfrm>
            <a:off x="9712496" y="3187520"/>
            <a:ext cx="475251" cy="471409"/>
            <a:chOff x="-31166825" y="1939525"/>
            <a:chExt cx="293800" cy="291425"/>
          </a:xfrm>
        </p:grpSpPr>
        <p:sp>
          <p:nvSpPr>
            <p:cNvPr id="102" name="Google Shape;10423;p74"/>
            <p:cNvSpPr/>
            <p:nvPr/>
          </p:nvSpPr>
          <p:spPr>
            <a:xfrm>
              <a:off x="-31166825" y="1939525"/>
              <a:ext cx="224500" cy="291425"/>
            </a:xfrm>
            <a:custGeom>
              <a:avLst/>
              <a:gdLst/>
              <a:ahLst/>
              <a:cxnLst/>
              <a:rect l="l" t="t" r="r" b="b"/>
              <a:pathLst>
                <a:path w="8980" h="11657" extrusionOk="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" name="Google Shape;10424;p74"/>
            <p:cNvSpPr/>
            <p:nvPr/>
          </p:nvSpPr>
          <p:spPr>
            <a:xfrm>
              <a:off x="-31131375" y="214507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" name="Google Shape;10425;p74"/>
            <p:cNvSpPr/>
            <p:nvPr/>
          </p:nvSpPr>
          <p:spPr>
            <a:xfrm>
              <a:off x="-31131375" y="207655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" name="Google Shape;10426;p74"/>
            <p:cNvSpPr/>
            <p:nvPr/>
          </p:nvSpPr>
          <p:spPr>
            <a:xfrm>
              <a:off x="-31131375" y="20072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" name="Google Shape;10427;p74"/>
            <p:cNvSpPr/>
            <p:nvPr/>
          </p:nvSpPr>
          <p:spPr>
            <a:xfrm>
              <a:off x="-31062075" y="2007250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" name="Google Shape;10428;p74"/>
            <p:cNvSpPr/>
            <p:nvPr/>
          </p:nvSpPr>
          <p:spPr>
            <a:xfrm>
              <a:off x="-31062075" y="2041900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" name="Google Shape;10429;p74"/>
            <p:cNvSpPr/>
            <p:nvPr/>
          </p:nvSpPr>
          <p:spPr>
            <a:xfrm>
              <a:off x="-31062075" y="2076550"/>
              <a:ext cx="85875" cy="17375"/>
            </a:xfrm>
            <a:custGeom>
              <a:avLst/>
              <a:gdLst/>
              <a:ahLst/>
              <a:cxnLst/>
              <a:rect l="l" t="t" r="r" b="b"/>
              <a:pathLst>
                <a:path w="3435" h="695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" name="Google Shape;10430;p74"/>
            <p:cNvSpPr/>
            <p:nvPr/>
          </p:nvSpPr>
          <p:spPr>
            <a:xfrm>
              <a:off x="-31062075" y="21104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" name="Google Shape;10431;p74"/>
            <p:cNvSpPr/>
            <p:nvPr/>
          </p:nvSpPr>
          <p:spPr>
            <a:xfrm>
              <a:off x="-31062075" y="2145075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" name="Google Shape;10432;p74"/>
            <p:cNvSpPr/>
            <p:nvPr/>
          </p:nvSpPr>
          <p:spPr>
            <a:xfrm>
              <a:off x="-31062075" y="2179750"/>
              <a:ext cx="52025" cy="18125"/>
            </a:xfrm>
            <a:custGeom>
              <a:avLst/>
              <a:gdLst/>
              <a:ahLst/>
              <a:cxnLst/>
              <a:rect l="l" t="t" r="r" b="b"/>
              <a:pathLst>
                <a:path w="2081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" name="Google Shape;10433;p74"/>
            <p:cNvSpPr/>
            <p:nvPr/>
          </p:nvSpPr>
          <p:spPr>
            <a:xfrm>
              <a:off x="-30924225" y="1974175"/>
              <a:ext cx="51200" cy="240250"/>
            </a:xfrm>
            <a:custGeom>
              <a:avLst/>
              <a:gdLst/>
              <a:ahLst/>
              <a:cxnLst/>
              <a:rect l="l" t="t" r="r" b="b"/>
              <a:pathLst>
                <a:path w="2048" h="9610" extrusionOk="0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" name="Google Shape;10434;p74"/>
          <p:cNvGrpSpPr/>
          <p:nvPr/>
        </p:nvGrpSpPr>
        <p:grpSpPr>
          <a:xfrm>
            <a:off x="9713771" y="3811422"/>
            <a:ext cx="472703" cy="472177"/>
            <a:chOff x="-31165250" y="2298675"/>
            <a:chExt cx="292225" cy="291900"/>
          </a:xfrm>
        </p:grpSpPr>
        <p:sp>
          <p:nvSpPr>
            <p:cNvPr id="114" name="Google Shape;10435;p74"/>
            <p:cNvSpPr/>
            <p:nvPr/>
          </p:nvSpPr>
          <p:spPr>
            <a:xfrm>
              <a:off x="-31003000" y="2332550"/>
              <a:ext cx="86675" cy="103400"/>
            </a:xfrm>
            <a:custGeom>
              <a:avLst/>
              <a:gdLst/>
              <a:ahLst/>
              <a:cxnLst/>
              <a:rect l="l" t="t" r="r" b="b"/>
              <a:pathLst>
                <a:path w="3467" h="4136" extrusionOk="0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" name="Google Shape;10436;p74"/>
            <p:cNvSpPr/>
            <p:nvPr/>
          </p:nvSpPr>
          <p:spPr>
            <a:xfrm>
              <a:off x="-31165250" y="2298675"/>
              <a:ext cx="292225" cy="291900"/>
            </a:xfrm>
            <a:custGeom>
              <a:avLst/>
              <a:gdLst/>
              <a:ahLst/>
              <a:cxnLst/>
              <a:rect l="l" t="t" r="r" b="b"/>
              <a:pathLst>
                <a:path w="11689" h="11676" extrusionOk="0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" name="Google Shape;10437;p74"/>
            <p:cNvSpPr/>
            <p:nvPr/>
          </p:nvSpPr>
          <p:spPr>
            <a:xfrm>
              <a:off x="-31115625" y="2452250"/>
              <a:ext cx="70900" cy="104150"/>
            </a:xfrm>
            <a:custGeom>
              <a:avLst/>
              <a:gdLst/>
              <a:ahLst/>
              <a:cxnLst/>
              <a:rect l="l" t="t" r="r" b="b"/>
              <a:pathLst>
                <a:path w="2836" h="4166" extrusionOk="0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" name="Google Shape;10438;p74"/>
          <p:cNvGrpSpPr/>
          <p:nvPr/>
        </p:nvGrpSpPr>
        <p:grpSpPr>
          <a:xfrm>
            <a:off x="9714418" y="4425628"/>
            <a:ext cx="471409" cy="471409"/>
            <a:chOff x="-31164450" y="2657050"/>
            <a:chExt cx="291425" cy="291425"/>
          </a:xfrm>
        </p:grpSpPr>
        <p:sp>
          <p:nvSpPr>
            <p:cNvPr id="118" name="Google Shape;10439;p74"/>
            <p:cNvSpPr/>
            <p:nvPr/>
          </p:nvSpPr>
          <p:spPr>
            <a:xfrm>
              <a:off x="-31028975" y="27610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" name="Google Shape;10440;p74"/>
            <p:cNvSpPr/>
            <p:nvPr/>
          </p:nvSpPr>
          <p:spPr>
            <a:xfrm>
              <a:off x="-31028975" y="2794075"/>
              <a:ext cx="18125" cy="52025"/>
            </a:xfrm>
            <a:custGeom>
              <a:avLst/>
              <a:gdLst/>
              <a:ahLst/>
              <a:cxnLst/>
              <a:rect l="l" t="t" r="r" b="b"/>
              <a:pathLst>
                <a:path w="725" h="2081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" name="Google Shape;10441;p74"/>
            <p:cNvSpPr/>
            <p:nvPr/>
          </p:nvSpPr>
          <p:spPr>
            <a:xfrm>
              <a:off x="-31164450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" name="Google Shape;10442;p74"/>
            <p:cNvSpPr/>
            <p:nvPr/>
          </p:nvSpPr>
          <p:spPr>
            <a:xfrm>
              <a:off x="-31097500" y="2727125"/>
              <a:ext cx="156750" cy="153925"/>
            </a:xfrm>
            <a:custGeom>
              <a:avLst/>
              <a:gdLst/>
              <a:ahLst/>
              <a:cxnLst/>
              <a:rect l="l" t="t" r="r" b="b"/>
              <a:pathLst>
                <a:path w="6270" h="6157" extrusionOk="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2" name="Google Shape;10443;p74"/>
          <p:cNvSpPr/>
          <p:nvPr/>
        </p:nvSpPr>
        <p:spPr>
          <a:xfrm>
            <a:off x="8522984" y="4986590"/>
            <a:ext cx="473997" cy="470156"/>
          </a:xfrm>
          <a:custGeom>
            <a:avLst/>
            <a:gdLst/>
            <a:ahLst/>
            <a:cxnLst/>
            <a:rect l="l" t="t" r="r" b="b"/>
            <a:pathLst>
              <a:path w="11721" h="11626" extrusionOk="0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3" name="Google Shape;10447;p74"/>
          <p:cNvGrpSpPr/>
          <p:nvPr/>
        </p:nvGrpSpPr>
        <p:grpSpPr>
          <a:xfrm>
            <a:off x="9113737" y="1957819"/>
            <a:ext cx="480347" cy="473997"/>
            <a:chOff x="-34418125" y="2271100"/>
            <a:chExt cx="296950" cy="293025"/>
          </a:xfrm>
        </p:grpSpPr>
        <p:sp>
          <p:nvSpPr>
            <p:cNvPr id="124" name="Google Shape;10448;p74"/>
            <p:cNvSpPr/>
            <p:nvPr/>
          </p:nvSpPr>
          <p:spPr>
            <a:xfrm>
              <a:off x="-34418125" y="2271100"/>
              <a:ext cx="296950" cy="293025"/>
            </a:xfrm>
            <a:custGeom>
              <a:avLst/>
              <a:gdLst/>
              <a:ahLst/>
              <a:cxnLst/>
              <a:rect l="l" t="t" r="r" b="b"/>
              <a:pathLst>
                <a:path w="11878" h="11721" extrusionOk="0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" name="Google Shape;10449;p74"/>
            <p:cNvSpPr/>
            <p:nvPr/>
          </p:nvSpPr>
          <p:spPr>
            <a:xfrm>
              <a:off x="-34331500" y="23057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" name="Google Shape;10450;p74"/>
            <p:cNvSpPr/>
            <p:nvPr/>
          </p:nvSpPr>
          <p:spPr>
            <a:xfrm>
              <a:off x="-34331500" y="2341200"/>
              <a:ext cx="17350" cy="69350"/>
            </a:xfrm>
            <a:custGeom>
              <a:avLst/>
              <a:gdLst/>
              <a:ahLst/>
              <a:cxnLst/>
              <a:rect l="l" t="t" r="r" b="b"/>
              <a:pathLst>
                <a:path w="694" h="277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" name="Google Shape;10451;p74"/>
            <p:cNvSpPr/>
            <p:nvPr/>
          </p:nvSpPr>
          <p:spPr>
            <a:xfrm>
              <a:off x="-34384275" y="2427050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" name="Google Shape;10452;p74"/>
            <p:cNvSpPr/>
            <p:nvPr/>
          </p:nvSpPr>
          <p:spPr>
            <a:xfrm>
              <a:off x="-34384275" y="2460125"/>
              <a:ext cx="88250" cy="18150"/>
            </a:xfrm>
            <a:custGeom>
              <a:avLst/>
              <a:gdLst/>
              <a:ahLst/>
              <a:cxnLst/>
              <a:rect l="l" t="t" r="r" b="b"/>
              <a:pathLst>
                <a:path w="3530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9" name="Google Shape;10453;p74"/>
          <p:cNvGrpSpPr/>
          <p:nvPr/>
        </p:nvGrpSpPr>
        <p:grpSpPr>
          <a:xfrm>
            <a:off x="9115011" y="2565856"/>
            <a:ext cx="477799" cy="471449"/>
            <a:chOff x="-34421275" y="2631050"/>
            <a:chExt cx="295375" cy="291450"/>
          </a:xfrm>
        </p:grpSpPr>
        <p:sp>
          <p:nvSpPr>
            <p:cNvPr id="130" name="Google Shape;10454;p74"/>
            <p:cNvSpPr/>
            <p:nvPr/>
          </p:nvSpPr>
          <p:spPr>
            <a:xfrm>
              <a:off x="-34421275" y="2639125"/>
              <a:ext cx="288275" cy="283375"/>
            </a:xfrm>
            <a:custGeom>
              <a:avLst/>
              <a:gdLst/>
              <a:ahLst/>
              <a:cxnLst/>
              <a:rect l="l" t="t" r="r" b="b"/>
              <a:pathLst>
                <a:path w="11531" h="11335" extrusionOk="0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" name="Google Shape;10455;p74"/>
            <p:cNvSpPr/>
            <p:nvPr/>
          </p:nvSpPr>
          <p:spPr>
            <a:xfrm>
              <a:off x="-34181850" y="2644625"/>
              <a:ext cx="41775" cy="41575"/>
            </a:xfrm>
            <a:custGeom>
              <a:avLst/>
              <a:gdLst/>
              <a:ahLst/>
              <a:cxnLst/>
              <a:rect l="l" t="t" r="r" b="b"/>
              <a:pathLst>
                <a:path w="1671" h="1663" extrusionOk="0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" name="Google Shape;10456;p74"/>
            <p:cNvSpPr/>
            <p:nvPr/>
          </p:nvSpPr>
          <p:spPr>
            <a:xfrm>
              <a:off x="-34217275" y="2631050"/>
              <a:ext cx="17350" cy="41775"/>
            </a:xfrm>
            <a:custGeom>
              <a:avLst/>
              <a:gdLst/>
              <a:ahLst/>
              <a:cxnLst/>
              <a:rect l="l" t="t" r="r" b="b"/>
              <a:pathLst>
                <a:path w="694" h="1671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" name="Google Shape;10457;p74"/>
            <p:cNvSpPr/>
            <p:nvPr/>
          </p:nvSpPr>
          <p:spPr>
            <a:xfrm>
              <a:off x="-34168450" y="2704300"/>
              <a:ext cx="42550" cy="18125"/>
            </a:xfrm>
            <a:custGeom>
              <a:avLst/>
              <a:gdLst/>
              <a:ahLst/>
              <a:cxnLst/>
              <a:rect l="l" t="t" r="r" b="b"/>
              <a:pathLst>
                <a:path w="1702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34" name="Google Shape;10458;p74"/>
          <p:cNvSpPr/>
          <p:nvPr/>
        </p:nvSpPr>
        <p:spPr>
          <a:xfrm>
            <a:off x="7336568" y="3187095"/>
            <a:ext cx="471449" cy="47270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5" name="Google Shape;10459;p74"/>
          <p:cNvSpPr/>
          <p:nvPr/>
        </p:nvSpPr>
        <p:spPr>
          <a:xfrm>
            <a:off x="4368910" y="2296785"/>
            <a:ext cx="1386281" cy="1386164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6" name="Google Shape;10460;p74"/>
          <p:cNvSpPr/>
          <p:nvPr/>
        </p:nvSpPr>
        <p:spPr>
          <a:xfrm>
            <a:off x="7324475" y="4425450"/>
            <a:ext cx="495632" cy="472380"/>
          </a:xfrm>
          <a:custGeom>
            <a:avLst/>
            <a:gdLst/>
            <a:ahLst/>
            <a:cxnLst/>
            <a:rect l="l" t="t" r="r" b="b"/>
            <a:pathLst>
              <a:path w="12256" h="11681" extrusionOk="0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37" name="Google Shape;10461;p74"/>
          <p:cNvGrpSpPr/>
          <p:nvPr/>
        </p:nvGrpSpPr>
        <p:grpSpPr>
          <a:xfrm>
            <a:off x="10321189" y="3188146"/>
            <a:ext cx="471449" cy="470156"/>
            <a:chOff x="-30805300" y="1938725"/>
            <a:chExt cx="291450" cy="290650"/>
          </a:xfrm>
        </p:grpSpPr>
        <p:sp>
          <p:nvSpPr>
            <p:cNvPr id="138" name="Google Shape;10462;p74"/>
            <p:cNvSpPr/>
            <p:nvPr/>
          </p:nvSpPr>
          <p:spPr>
            <a:xfrm>
              <a:off x="-30805300" y="1938725"/>
              <a:ext cx="291450" cy="290650"/>
            </a:xfrm>
            <a:custGeom>
              <a:avLst/>
              <a:gdLst/>
              <a:ahLst/>
              <a:cxnLst/>
              <a:rect l="l" t="t" r="r" b="b"/>
              <a:pathLst>
                <a:path w="11658" h="11626" extrusionOk="0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" name="Google Shape;10463;p74"/>
            <p:cNvSpPr/>
            <p:nvPr/>
          </p:nvSpPr>
          <p:spPr>
            <a:xfrm>
              <a:off x="-30670625" y="20427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0" name="Google Shape;10464;p74"/>
          <p:cNvGrpSpPr/>
          <p:nvPr/>
        </p:nvGrpSpPr>
        <p:grpSpPr>
          <a:xfrm>
            <a:off x="10321835" y="3812049"/>
            <a:ext cx="470156" cy="470924"/>
            <a:chOff x="-30805300" y="2298675"/>
            <a:chExt cx="290650" cy="291125"/>
          </a:xfrm>
        </p:grpSpPr>
        <p:sp>
          <p:nvSpPr>
            <p:cNvPr id="141" name="Google Shape;10465;p74"/>
            <p:cNvSpPr/>
            <p:nvPr/>
          </p:nvSpPr>
          <p:spPr>
            <a:xfrm>
              <a:off x="-30720225" y="24191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" name="Google Shape;10466;p74"/>
            <p:cNvSpPr/>
            <p:nvPr/>
          </p:nvSpPr>
          <p:spPr>
            <a:xfrm>
              <a:off x="-30635175" y="2453250"/>
              <a:ext cx="87450" cy="69125"/>
            </a:xfrm>
            <a:custGeom>
              <a:avLst/>
              <a:gdLst/>
              <a:ahLst/>
              <a:cxnLst/>
              <a:rect l="l" t="t" r="r" b="b"/>
              <a:pathLst>
                <a:path w="3498" h="2765" extrusionOk="0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" name="Google Shape;10467;p74"/>
            <p:cNvSpPr/>
            <p:nvPr/>
          </p:nvSpPr>
          <p:spPr>
            <a:xfrm>
              <a:off x="-30805300" y="2298675"/>
              <a:ext cx="290650" cy="291125"/>
            </a:xfrm>
            <a:custGeom>
              <a:avLst/>
              <a:gdLst/>
              <a:ahLst/>
              <a:cxnLst/>
              <a:rect l="l" t="t" r="r" b="b"/>
              <a:pathLst>
                <a:path w="11626" h="11645" extrusionOk="0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" name="Google Shape;10468;p74"/>
            <p:cNvSpPr/>
            <p:nvPr/>
          </p:nvSpPr>
          <p:spPr>
            <a:xfrm>
              <a:off x="-30737575" y="2332550"/>
              <a:ext cx="53600" cy="69325"/>
            </a:xfrm>
            <a:custGeom>
              <a:avLst/>
              <a:gdLst/>
              <a:ahLst/>
              <a:cxnLst/>
              <a:rect l="l" t="t" r="r" b="b"/>
              <a:pathLst>
                <a:path w="2144" h="2773" extrusionOk="0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5" name="Google Shape;10469;p74"/>
          <p:cNvGrpSpPr/>
          <p:nvPr/>
        </p:nvGrpSpPr>
        <p:grpSpPr>
          <a:xfrm>
            <a:off x="10321209" y="4425628"/>
            <a:ext cx="471409" cy="471409"/>
            <a:chOff x="-30806075" y="2657050"/>
            <a:chExt cx="291425" cy="291425"/>
          </a:xfrm>
        </p:grpSpPr>
        <p:sp>
          <p:nvSpPr>
            <p:cNvPr id="146" name="Google Shape;10470;p74"/>
            <p:cNvSpPr/>
            <p:nvPr/>
          </p:nvSpPr>
          <p:spPr>
            <a:xfrm>
              <a:off x="-30806075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" name="Google Shape;10471;p74"/>
            <p:cNvSpPr/>
            <p:nvPr/>
          </p:nvSpPr>
          <p:spPr>
            <a:xfrm>
              <a:off x="-30771425" y="2692475"/>
              <a:ext cx="222125" cy="222925"/>
            </a:xfrm>
            <a:custGeom>
              <a:avLst/>
              <a:gdLst/>
              <a:ahLst/>
              <a:cxnLst/>
              <a:rect l="l" t="t" r="r" b="b"/>
              <a:pathLst>
                <a:path w="8885" h="8917" extrusionOk="0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8" name="Google Shape;10472;p74"/>
            <p:cNvSpPr/>
            <p:nvPr/>
          </p:nvSpPr>
          <p:spPr>
            <a:xfrm>
              <a:off x="-30669050" y="2726350"/>
              <a:ext cx="52025" cy="119150"/>
            </a:xfrm>
            <a:custGeom>
              <a:avLst/>
              <a:gdLst/>
              <a:ahLst/>
              <a:cxnLst/>
              <a:rect l="l" t="t" r="r" b="b"/>
              <a:pathLst>
                <a:path w="2081" h="476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9" name="Google Shape;10473;p74"/>
          <p:cNvGrpSpPr/>
          <p:nvPr/>
        </p:nvGrpSpPr>
        <p:grpSpPr>
          <a:xfrm>
            <a:off x="3201458" y="3258167"/>
            <a:ext cx="701140" cy="701140"/>
            <a:chOff x="-30064925" y="2332550"/>
            <a:chExt cx="291425" cy="291425"/>
          </a:xfrm>
        </p:grpSpPr>
        <p:sp>
          <p:nvSpPr>
            <p:cNvPr id="150" name="Google Shape;10474;p74"/>
            <p:cNvSpPr/>
            <p:nvPr/>
          </p:nvSpPr>
          <p:spPr>
            <a:xfrm>
              <a:off x="-30064925" y="23325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" name="Google Shape;10475;p74"/>
            <p:cNvSpPr/>
            <p:nvPr/>
          </p:nvSpPr>
          <p:spPr>
            <a:xfrm>
              <a:off x="-29944425" y="23845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" name="Google Shape;10476;p74"/>
            <p:cNvSpPr/>
            <p:nvPr/>
          </p:nvSpPr>
          <p:spPr>
            <a:xfrm>
              <a:off x="-29944425" y="2452250"/>
              <a:ext cx="51225" cy="119750"/>
            </a:xfrm>
            <a:custGeom>
              <a:avLst/>
              <a:gdLst/>
              <a:ahLst/>
              <a:cxnLst/>
              <a:rect l="l" t="t" r="r" b="b"/>
              <a:pathLst>
                <a:path w="2049" h="4790" extrusionOk="0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53" name="Google Shape;10477;p74"/>
          <p:cNvGrpSpPr/>
          <p:nvPr/>
        </p:nvGrpSpPr>
        <p:grpSpPr>
          <a:xfrm>
            <a:off x="10915119" y="3182037"/>
            <a:ext cx="465140" cy="463839"/>
            <a:chOff x="2821450" y="2957850"/>
            <a:chExt cx="259275" cy="258550"/>
          </a:xfrm>
        </p:grpSpPr>
        <p:sp>
          <p:nvSpPr>
            <p:cNvPr id="154" name="Google Shape;10478;p74"/>
            <p:cNvSpPr/>
            <p:nvPr/>
          </p:nvSpPr>
          <p:spPr>
            <a:xfrm>
              <a:off x="2821450" y="3080500"/>
              <a:ext cx="259275" cy="135900"/>
            </a:xfrm>
            <a:custGeom>
              <a:avLst/>
              <a:gdLst/>
              <a:ahLst/>
              <a:cxnLst/>
              <a:rect l="l" t="t" r="r" b="b"/>
              <a:pathLst>
                <a:path w="10371" h="5436" extrusionOk="0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" name="Google Shape;10479;p74"/>
            <p:cNvSpPr/>
            <p:nvPr/>
          </p:nvSpPr>
          <p:spPr>
            <a:xfrm>
              <a:off x="2831900" y="2957850"/>
              <a:ext cx="228625" cy="106350"/>
            </a:xfrm>
            <a:custGeom>
              <a:avLst/>
              <a:gdLst/>
              <a:ahLst/>
              <a:cxnLst/>
              <a:rect l="l" t="t" r="r" b="b"/>
              <a:pathLst>
                <a:path w="9145" h="4254" extrusionOk="0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" name="Google Shape;10480;p74"/>
            <p:cNvSpPr/>
            <p:nvPr/>
          </p:nvSpPr>
          <p:spPr>
            <a:xfrm>
              <a:off x="3024600" y="2966925"/>
              <a:ext cx="29875" cy="58497"/>
            </a:xfrm>
            <a:custGeom>
              <a:avLst/>
              <a:gdLst/>
              <a:ahLst/>
              <a:cxnLst/>
              <a:rect l="l" t="t" r="r" b="b"/>
              <a:pathLst>
                <a:path w="1195" h="2376" extrusionOk="0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57" name="Google Shape;10324;p74"/>
          <p:cNvSpPr/>
          <p:nvPr/>
        </p:nvSpPr>
        <p:spPr>
          <a:xfrm>
            <a:off x="1096125" y="3324985"/>
            <a:ext cx="668131" cy="672075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58" name="Google Shape;10371;p74"/>
          <p:cNvGrpSpPr/>
          <p:nvPr/>
        </p:nvGrpSpPr>
        <p:grpSpPr>
          <a:xfrm>
            <a:off x="2056232" y="2364879"/>
            <a:ext cx="672075" cy="673056"/>
            <a:chOff x="-35134875" y="2272675"/>
            <a:chExt cx="291450" cy="291875"/>
          </a:xfrm>
        </p:grpSpPr>
        <p:sp>
          <p:nvSpPr>
            <p:cNvPr id="159" name="Google Shape;10372;p74"/>
            <p:cNvSpPr/>
            <p:nvPr/>
          </p:nvSpPr>
          <p:spPr>
            <a:xfrm>
              <a:off x="-35134875" y="2272675"/>
              <a:ext cx="291450" cy="291875"/>
            </a:xfrm>
            <a:custGeom>
              <a:avLst/>
              <a:gdLst/>
              <a:ahLst/>
              <a:cxnLst/>
              <a:rect l="l" t="t" r="r" b="b"/>
              <a:pathLst>
                <a:path w="11658" h="11675" extrusionOk="0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" name="Google Shape;10373;p74"/>
            <p:cNvSpPr/>
            <p:nvPr/>
          </p:nvSpPr>
          <p:spPr>
            <a:xfrm>
              <a:off x="-350939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" name="Google Shape;10374;p74"/>
            <p:cNvSpPr/>
            <p:nvPr/>
          </p:nvSpPr>
          <p:spPr>
            <a:xfrm>
              <a:off x="-350427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" name="Google Shape;10375;p74"/>
            <p:cNvSpPr/>
            <p:nvPr/>
          </p:nvSpPr>
          <p:spPr>
            <a:xfrm>
              <a:off x="-349915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63" name="Google Shape;10458;p74"/>
          <p:cNvSpPr/>
          <p:nvPr/>
        </p:nvSpPr>
        <p:spPr>
          <a:xfrm>
            <a:off x="2152243" y="3324986"/>
            <a:ext cx="672075" cy="67386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64" name="Google Shape;10313;p74"/>
          <p:cNvGrpSpPr/>
          <p:nvPr/>
        </p:nvGrpSpPr>
        <p:grpSpPr>
          <a:xfrm>
            <a:off x="3208361" y="2364879"/>
            <a:ext cx="675639" cy="672075"/>
            <a:chOff x="-35853975" y="2631825"/>
            <a:chExt cx="293800" cy="292250"/>
          </a:xfrm>
        </p:grpSpPr>
        <p:sp>
          <p:nvSpPr>
            <p:cNvPr id="165" name="Google Shape;10314;p74"/>
            <p:cNvSpPr/>
            <p:nvPr/>
          </p:nvSpPr>
          <p:spPr>
            <a:xfrm>
              <a:off x="-35813025" y="2701825"/>
              <a:ext cx="201675" cy="171925"/>
            </a:xfrm>
            <a:custGeom>
              <a:avLst/>
              <a:gdLst/>
              <a:ahLst/>
              <a:cxnLst/>
              <a:rect l="l" t="t" r="r" b="b"/>
              <a:pathLst>
                <a:path w="8067" h="6877" extrusionOk="0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" name="Google Shape;10315;p74"/>
            <p:cNvSpPr/>
            <p:nvPr/>
          </p:nvSpPr>
          <p:spPr>
            <a:xfrm>
              <a:off x="-35853975" y="2631825"/>
              <a:ext cx="293800" cy="292250"/>
            </a:xfrm>
            <a:custGeom>
              <a:avLst/>
              <a:gdLst/>
              <a:ahLst/>
              <a:cxnLst/>
              <a:rect l="l" t="t" r="r" b="b"/>
              <a:pathLst>
                <a:path w="11752" h="11690" extrusionOk="0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" name="Google Shape;10316;p74"/>
            <p:cNvSpPr/>
            <p:nvPr/>
          </p:nvSpPr>
          <p:spPr>
            <a:xfrm>
              <a:off x="-35715350" y="2735025"/>
              <a:ext cx="49650" cy="40675"/>
            </a:xfrm>
            <a:custGeom>
              <a:avLst/>
              <a:gdLst/>
              <a:ahLst/>
              <a:cxnLst/>
              <a:rect l="l" t="t" r="r" b="b"/>
              <a:pathLst>
                <a:path w="1986" h="1627" extrusionOk="0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" name="Google Shape;10317;p74"/>
            <p:cNvSpPr/>
            <p:nvPr/>
          </p:nvSpPr>
          <p:spPr>
            <a:xfrm>
              <a:off x="-35705900" y="2667275"/>
              <a:ext cx="107925" cy="101750"/>
            </a:xfrm>
            <a:custGeom>
              <a:avLst/>
              <a:gdLst/>
              <a:ahLst/>
              <a:cxnLst/>
              <a:rect l="l" t="t" r="r" b="b"/>
              <a:pathLst>
                <a:path w="4317" h="4070" extrusionOk="0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" name="Google Shape;10318;p74"/>
            <p:cNvSpPr/>
            <p:nvPr/>
          </p:nvSpPr>
          <p:spPr>
            <a:xfrm>
              <a:off x="-35709825" y="2700350"/>
              <a:ext cx="77200" cy="68700"/>
            </a:xfrm>
            <a:custGeom>
              <a:avLst/>
              <a:gdLst/>
              <a:ahLst/>
              <a:cxnLst/>
              <a:rect l="l" t="t" r="r" b="b"/>
              <a:pathLst>
                <a:path w="3088" h="2748" extrusionOk="0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" name="Rectangle 7"/>
          <p:cNvSpPr/>
          <p:nvPr/>
        </p:nvSpPr>
        <p:spPr>
          <a:xfrm>
            <a:off x="911424" y="1388272"/>
            <a:ext cx="4416491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1400" dirty="0">
                <a:solidFill>
                  <a:schemeClr val="bg1"/>
                </a:solidFill>
                <a:latin typeface="Marianne" panose="02000000000000000000" pitchFamily="50" charset="0"/>
              </a:rPr>
              <a:t>Possibilité d’agrandir à l’infini sans perte de qualité et de modifier la couleur de contour </a:t>
            </a:r>
          </a:p>
          <a:p>
            <a:r>
              <a:rPr lang="fr-FR" sz="1400" dirty="0">
                <a:solidFill>
                  <a:schemeClr val="bg1"/>
                </a:solidFill>
                <a:latin typeface="Marianne" panose="02000000000000000000" pitchFamily="50" charset="0"/>
              </a:rPr>
              <a:t>et de fond</a:t>
            </a:r>
          </a:p>
        </p:txBody>
      </p:sp>
      <p:sp>
        <p:nvSpPr>
          <p:cNvPr id="170" name="Rectangle 169"/>
          <p:cNvSpPr/>
          <p:nvPr/>
        </p:nvSpPr>
        <p:spPr>
          <a:xfrm>
            <a:off x="971935" y="4183480"/>
            <a:ext cx="441649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1400" dirty="0">
                <a:solidFill>
                  <a:schemeClr val="bg1"/>
                </a:solidFill>
                <a:latin typeface="Marianne" panose="02000000000000000000" pitchFamily="50" charset="0"/>
              </a:rPr>
              <a:t>Voir banque complète de pictogrammes </a:t>
            </a:r>
          </a:p>
          <a:p>
            <a:r>
              <a:rPr lang="fr-FR" sz="1400" dirty="0">
                <a:solidFill>
                  <a:schemeClr val="bg1"/>
                </a:solidFill>
                <a:latin typeface="Marianne" panose="02000000000000000000" pitchFamily="50" charset="0"/>
              </a:rPr>
              <a:t>sur les dernières pages de la présentation 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074843" y="4986590"/>
            <a:ext cx="3552395" cy="111793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marL="143996"/>
            <a:endParaRPr lang="fr-FR" sz="1333" b="1" dirty="0">
              <a:solidFill>
                <a:srgbClr val="000091"/>
              </a:solidFill>
            </a:endParaRPr>
          </a:p>
          <a:p>
            <a:pPr marL="143996"/>
            <a:r>
              <a:rPr lang="fr-FR" sz="1333" dirty="0">
                <a:solidFill>
                  <a:srgbClr val="000091"/>
                </a:solidFill>
                <a:latin typeface="Marianne" panose="02000000000000000000" pitchFamily="50" charset="0"/>
              </a:rPr>
              <a:t>Attention maintenir SHIFT lors du redimensionnement pour ne pas déformer les </a:t>
            </a:r>
            <a:r>
              <a:rPr lang="fr-FR" sz="1333" dirty="0" err="1">
                <a:solidFill>
                  <a:srgbClr val="000091"/>
                </a:solidFill>
                <a:latin typeface="Marianne" panose="02000000000000000000" pitchFamily="50" charset="0"/>
              </a:rPr>
              <a:t>pictos</a:t>
            </a:r>
            <a:endParaRPr lang="fr-FR" sz="1333" dirty="0">
              <a:solidFill>
                <a:srgbClr val="000091"/>
              </a:solidFill>
              <a:latin typeface="Marianne" panose="02000000000000000000" pitchFamily="50" charset="0"/>
            </a:endParaRPr>
          </a:p>
          <a:p>
            <a:pPr marL="143996"/>
            <a:endParaRPr lang="fr-FR" sz="1333" b="1" dirty="0">
              <a:solidFill>
                <a:srgbClr val="3558A2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65"/>
          <p:cNvSpPr txBox="1"/>
          <p:nvPr/>
        </p:nvSpPr>
        <p:spPr>
          <a:xfrm>
            <a:off x="971176" y="1679345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lnSpc>
                <a:spcPct val="115000"/>
              </a:lnSpc>
            </a:pPr>
            <a:r>
              <a:rPr lang="fr-FR" sz="1467" dirty="0">
                <a:solidFill>
                  <a:srgbClr val="FFFFFF"/>
                </a:solidFill>
                <a:latin typeface="Marianne" panose="02000000000000000000" pitchFamily="50" charset="0"/>
              </a:rPr>
              <a:t>Pour personnaliser les éléments : clic droit/DISSOCIER + changer avec les teintes de votre choix</a:t>
            </a:r>
            <a:endParaRPr sz="1467" dirty="0">
              <a:solidFill>
                <a:srgbClr val="FFFFFF"/>
              </a:solidFill>
              <a:latin typeface="Marianne" panose="02000000000000000000" pitchFamily="50" charset="0"/>
            </a:endParaRPr>
          </a:p>
        </p:txBody>
      </p:sp>
      <p:grpSp>
        <p:nvGrpSpPr>
          <p:cNvPr id="1152" name="Google Shape;1152;p65"/>
          <p:cNvGrpSpPr/>
          <p:nvPr/>
        </p:nvGrpSpPr>
        <p:grpSpPr>
          <a:xfrm>
            <a:off x="6874771" y="4114315"/>
            <a:ext cx="632392" cy="735055"/>
            <a:chOff x="4727025" y="1332775"/>
            <a:chExt cx="59900" cy="69625"/>
          </a:xfrm>
        </p:grpSpPr>
        <p:sp>
          <p:nvSpPr>
            <p:cNvPr id="1153" name="Google Shape;1153;p65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" name="Google Shape;1154;p65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5" name="Google Shape;1155;p65"/>
          <p:cNvGrpSpPr/>
          <p:nvPr/>
        </p:nvGrpSpPr>
        <p:grpSpPr>
          <a:xfrm>
            <a:off x="7692979" y="3085787"/>
            <a:ext cx="740871" cy="742708"/>
            <a:chOff x="4820425" y="1329900"/>
            <a:chExt cx="70175" cy="70350"/>
          </a:xfrm>
        </p:grpSpPr>
        <p:sp>
          <p:nvSpPr>
            <p:cNvPr id="1156" name="Google Shape;1156;p65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" name="Google Shape;1157;p65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" name="Google Shape;1158;p65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" name="Google Shape;1159;p65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0" name="Google Shape;1160;p65"/>
          <p:cNvGrpSpPr/>
          <p:nvPr/>
        </p:nvGrpSpPr>
        <p:grpSpPr>
          <a:xfrm>
            <a:off x="8528138" y="3091794"/>
            <a:ext cx="776765" cy="711828"/>
            <a:chOff x="4903200" y="1331525"/>
            <a:chExt cx="73575" cy="67425"/>
          </a:xfrm>
        </p:grpSpPr>
        <p:sp>
          <p:nvSpPr>
            <p:cNvPr id="1161" name="Google Shape;1161;p65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" name="Google Shape;1162;p65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3" name="Google Shape;1163;p65"/>
          <p:cNvGrpSpPr/>
          <p:nvPr/>
        </p:nvGrpSpPr>
        <p:grpSpPr>
          <a:xfrm>
            <a:off x="7674108" y="4104946"/>
            <a:ext cx="778613" cy="753793"/>
            <a:chOff x="4815575" y="1416800"/>
            <a:chExt cx="73750" cy="71400"/>
          </a:xfrm>
        </p:grpSpPr>
        <p:sp>
          <p:nvSpPr>
            <p:cNvPr id="1164" name="Google Shape;1164;p65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" name="Google Shape;1165;p65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" name="Google Shape;1166;p65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7" name="Google Shape;1167;p65"/>
          <p:cNvGrpSpPr/>
          <p:nvPr/>
        </p:nvGrpSpPr>
        <p:grpSpPr>
          <a:xfrm>
            <a:off x="8520483" y="4145195"/>
            <a:ext cx="786531" cy="673293"/>
            <a:chOff x="4902475" y="1418875"/>
            <a:chExt cx="74500" cy="63775"/>
          </a:xfrm>
        </p:grpSpPr>
        <p:sp>
          <p:nvSpPr>
            <p:cNvPr id="1168" name="Google Shape;1168;p65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" name="Google Shape;1169;p65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0" name="Google Shape;1170;p65"/>
          <p:cNvGrpSpPr/>
          <p:nvPr/>
        </p:nvGrpSpPr>
        <p:grpSpPr>
          <a:xfrm>
            <a:off x="7687437" y="5101334"/>
            <a:ext cx="751956" cy="756169"/>
            <a:chOff x="4818100" y="1507675"/>
            <a:chExt cx="71225" cy="71625"/>
          </a:xfrm>
        </p:grpSpPr>
        <p:sp>
          <p:nvSpPr>
            <p:cNvPr id="1171" name="Google Shape;1171;p65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" name="Google Shape;1172;p65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" name="Google Shape;1173;p65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" name="Google Shape;1174;p65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5" name="Google Shape;1175;p65"/>
          <p:cNvGrpSpPr/>
          <p:nvPr/>
        </p:nvGrpSpPr>
        <p:grpSpPr>
          <a:xfrm>
            <a:off x="6772101" y="5105949"/>
            <a:ext cx="837735" cy="784673"/>
            <a:chOff x="4721450" y="1509475"/>
            <a:chExt cx="79350" cy="74325"/>
          </a:xfrm>
        </p:grpSpPr>
        <p:sp>
          <p:nvSpPr>
            <p:cNvPr id="1176" name="Google Shape;1176;p65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" name="Google Shape;1177;p65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" name="Google Shape;1178;p65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" name="Google Shape;1179;p65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0" name="Google Shape;1180;p65"/>
          <p:cNvGrpSpPr/>
          <p:nvPr/>
        </p:nvGrpSpPr>
        <p:grpSpPr>
          <a:xfrm>
            <a:off x="8566144" y="5085369"/>
            <a:ext cx="742717" cy="750363"/>
            <a:chOff x="4906800" y="1507500"/>
            <a:chExt cx="70350" cy="71075"/>
          </a:xfrm>
        </p:grpSpPr>
        <p:sp>
          <p:nvSpPr>
            <p:cNvPr id="1181" name="Google Shape;1181;p65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" name="Google Shape;1182;p65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" name="Google Shape;1183;p65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" name="Google Shape;1184;p65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" name="Google Shape;1185;p65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6" name="Google Shape;1186;p65"/>
          <p:cNvGrpSpPr/>
          <p:nvPr/>
        </p:nvGrpSpPr>
        <p:grpSpPr>
          <a:xfrm>
            <a:off x="5949621" y="3121284"/>
            <a:ext cx="690579" cy="690579"/>
            <a:chOff x="3736598" y="2170606"/>
            <a:chExt cx="404889" cy="404889"/>
          </a:xfrm>
        </p:grpSpPr>
        <p:sp>
          <p:nvSpPr>
            <p:cNvPr id="1187" name="Google Shape;1187;p65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" name="Google Shape;1188;p65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" name="Google Shape;1189;p65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" name="Google Shape;1190;p65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1" name="Google Shape;1191;p65"/>
          <p:cNvGrpSpPr/>
          <p:nvPr/>
        </p:nvGrpSpPr>
        <p:grpSpPr>
          <a:xfrm>
            <a:off x="4972369" y="3121415"/>
            <a:ext cx="782648" cy="690320"/>
            <a:chOff x="3161917" y="2170682"/>
            <a:chExt cx="458870" cy="404737"/>
          </a:xfrm>
        </p:grpSpPr>
        <p:sp>
          <p:nvSpPr>
            <p:cNvPr id="1192" name="Google Shape;1192;p65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" name="Google Shape;1193;p65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" name="Google Shape;1194;p65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5" name="Google Shape;1195;p65"/>
          <p:cNvGrpSpPr/>
          <p:nvPr/>
        </p:nvGrpSpPr>
        <p:grpSpPr>
          <a:xfrm>
            <a:off x="5003066" y="4136534"/>
            <a:ext cx="721257" cy="690617"/>
            <a:chOff x="3179914" y="2889488"/>
            <a:chExt cx="422876" cy="404911"/>
          </a:xfrm>
        </p:grpSpPr>
        <p:sp>
          <p:nvSpPr>
            <p:cNvPr id="1196" name="Google Shape;1196;p65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" name="Google Shape;1197;p65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" name="Google Shape;1198;p65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" name="Google Shape;1199;p65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" name="Google Shape;1200;p65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1" name="Google Shape;1201;p65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02" name="Google Shape;1202;p65"/>
          <p:cNvGrpSpPr/>
          <p:nvPr/>
        </p:nvGrpSpPr>
        <p:grpSpPr>
          <a:xfrm>
            <a:off x="5937457" y="4136478"/>
            <a:ext cx="714907" cy="690729"/>
            <a:chOff x="3729467" y="2889422"/>
            <a:chExt cx="419153" cy="404977"/>
          </a:xfrm>
        </p:grpSpPr>
        <p:sp>
          <p:nvSpPr>
            <p:cNvPr id="1203" name="Google Shape;1203;p65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4" name="Google Shape;1204;p65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5" name="Google Shape;1205;p65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6" name="Google Shape;1206;p65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7" name="Google Shape;1207;p65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8" name="Google Shape;1208;p65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9" name="Google Shape;1209;p65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10" name="Google Shape;1210;p65"/>
          <p:cNvGrpSpPr/>
          <p:nvPr/>
        </p:nvGrpSpPr>
        <p:grpSpPr>
          <a:xfrm>
            <a:off x="2653502" y="4594384"/>
            <a:ext cx="1287135" cy="179481"/>
            <a:chOff x="4411970" y="2962952"/>
            <a:chExt cx="706544" cy="104212"/>
          </a:xfrm>
        </p:grpSpPr>
        <p:sp>
          <p:nvSpPr>
            <p:cNvPr id="1211" name="Google Shape;1211;p65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" name="Google Shape;1212;p65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" name="Google Shape;1213;p65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" name="Google Shape;1214;p65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15" name="Google Shape;1215;p65"/>
          <p:cNvGrpSpPr/>
          <p:nvPr/>
        </p:nvGrpSpPr>
        <p:grpSpPr>
          <a:xfrm>
            <a:off x="2653501" y="4054769"/>
            <a:ext cx="1280211" cy="385563"/>
            <a:chOff x="4411970" y="2726085"/>
            <a:chExt cx="643107" cy="193659"/>
          </a:xfrm>
        </p:grpSpPr>
        <p:sp>
          <p:nvSpPr>
            <p:cNvPr id="1216" name="Google Shape;1216;p65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" name="Google Shape;1217;p65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" name="Google Shape;1218;p65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19" name="Google Shape;1219;p65"/>
          <p:cNvGrpSpPr/>
          <p:nvPr/>
        </p:nvGrpSpPr>
        <p:grpSpPr>
          <a:xfrm>
            <a:off x="1331499" y="4393867"/>
            <a:ext cx="1082004" cy="336779"/>
            <a:chOff x="4411970" y="4340222"/>
            <a:chExt cx="779467" cy="242683"/>
          </a:xfrm>
        </p:grpSpPr>
        <p:sp>
          <p:nvSpPr>
            <p:cNvPr id="1220" name="Google Shape;1220;p65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" name="Google Shape;1221;p65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" name="Google Shape;1222;p65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23" name="Google Shape;1223;p65"/>
          <p:cNvGrpSpPr/>
          <p:nvPr/>
        </p:nvGrpSpPr>
        <p:grpSpPr>
          <a:xfrm>
            <a:off x="2653501" y="3612411"/>
            <a:ext cx="1286880" cy="288307"/>
            <a:chOff x="4411970" y="2468674"/>
            <a:chExt cx="747317" cy="167425"/>
          </a:xfrm>
        </p:grpSpPr>
        <p:sp>
          <p:nvSpPr>
            <p:cNvPr id="1224" name="Google Shape;1224;p65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" name="Google Shape;1225;p65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26" name="Google Shape;1226;p65"/>
          <p:cNvSpPr/>
          <p:nvPr/>
        </p:nvSpPr>
        <p:spPr>
          <a:xfrm>
            <a:off x="1329165" y="4018786"/>
            <a:ext cx="1080824" cy="257311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27" name="Google Shape;1227;p65"/>
          <p:cNvGrpSpPr/>
          <p:nvPr/>
        </p:nvGrpSpPr>
        <p:grpSpPr>
          <a:xfrm>
            <a:off x="1330257" y="3112916"/>
            <a:ext cx="2612055" cy="278379"/>
            <a:chOff x="6336019" y="3733725"/>
            <a:chExt cx="2566206" cy="351310"/>
          </a:xfrm>
        </p:grpSpPr>
        <p:sp>
          <p:nvSpPr>
            <p:cNvPr id="1228" name="Google Shape;1228;p65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" name="Google Shape;1229;p65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" name="Google Shape;1230;p65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" name="Google Shape;1231;p65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2" name="Google Shape;1232;p65"/>
          <p:cNvGrpSpPr/>
          <p:nvPr/>
        </p:nvGrpSpPr>
        <p:grpSpPr>
          <a:xfrm>
            <a:off x="2653502" y="5267469"/>
            <a:ext cx="1262068" cy="204267"/>
            <a:chOff x="4404545" y="3301592"/>
            <a:chExt cx="782403" cy="129272"/>
          </a:xfrm>
        </p:grpSpPr>
        <p:sp>
          <p:nvSpPr>
            <p:cNvPr id="1233" name="Google Shape;1233;p65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" name="Google Shape;1234;p65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5" name="Google Shape;1235;p65"/>
          <p:cNvGrpSpPr/>
          <p:nvPr/>
        </p:nvGrpSpPr>
        <p:grpSpPr>
          <a:xfrm>
            <a:off x="2653502" y="4927917"/>
            <a:ext cx="1283009" cy="185503"/>
            <a:chOff x="4411970" y="3131459"/>
            <a:chExt cx="710520" cy="117397"/>
          </a:xfrm>
        </p:grpSpPr>
        <p:sp>
          <p:nvSpPr>
            <p:cNvPr id="1236" name="Google Shape;1236;p65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" name="Google Shape;1237;p65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38" name="Google Shape;1238;p65" descr="Timeline background shape"/>
          <p:cNvSpPr/>
          <p:nvPr/>
        </p:nvSpPr>
        <p:spPr>
          <a:xfrm>
            <a:off x="2653501" y="5625788"/>
            <a:ext cx="1280400" cy="204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39" name="Google Shape;1239;p65"/>
          <p:cNvGrpSpPr/>
          <p:nvPr/>
        </p:nvGrpSpPr>
        <p:grpSpPr>
          <a:xfrm>
            <a:off x="1320361" y="4828804"/>
            <a:ext cx="1098451" cy="611984"/>
            <a:chOff x="4411970" y="1801825"/>
            <a:chExt cx="734586" cy="409262"/>
          </a:xfrm>
        </p:grpSpPr>
        <p:sp>
          <p:nvSpPr>
            <p:cNvPr id="1240" name="Google Shape;1240;p65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" name="Google Shape;1241;p65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2" name="Google Shape;1242;p65"/>
          <p:cNvGrpSpPr/>
          <p:nvPr/>
        </p:nvGrpSpPr>
        <p:grpSpPr>
          <a:xfrm>
            <a:off x="4126991" y="3118897"/>
            <a:ext cx="695352" cy="695352"/>
            <a:chOff x="5681300" y="2527788"/>
            <a:chExt cx="805800" cy="805800"/>
          </a:xfrm>
        </p:grpSpPr>
        <p:sp>
          <p:nvSpPr>
            <p:cNvPr id="1243" name="Google Shape;1243;p65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" name="Google Shape;1244;p65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5" name="Google Shape;1245;p65"/>
          <p:cNvGrpSpPr/>
          <p:nvPr/>
        </p:nvGrpSpPr>
        <p:grpSpPr>
          <a:xfrm>
            <a:off x="4119311" y="4126487"/>
            <a:ext cx="710711" cy="710711"/>
            <a:chOff x="4049800" y="640400"/>
            <a:chExt cx="858900" cy="858900"/>
          </a:xfrm>
        </p:grpSpPr>
        <p:sp>
          <p:nvSpPr>
            <p:cNvPr id="1246" name="Google Shape;1246;p65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" name="Google Shape;1247;p65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8" name="Google Shape;1248;p65"/>
          <p:cNvGrpSpPr/>
          <p:nvPr/>
        </p:nvGrpSpPr>
        <p:grpSpPr>
          <a:xfrm>
            <a:off x="4019955" y="5030057"/>
            <a:ext cx="909424" cy="909424"/>
            <a:chOff x="5080188" y="927900"/>
            <a:chExt cx="961200" cy="961200"/>
          </a:xfrm>
        </p:grpSpPr>
        <p:sp>
          <p:nvSpPr>
            <p:cNvPr id="1249" name="Google Shape;1249;p65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" name="Google Shape;1250;p65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" name="Google Shape;1251;p65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" name="Google Shape;1252;p65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" name="Google Shape;1253;p65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" name="Google Shape;1254;p65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" name="Google Shape;1255;p65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" name="Google Shape;1256;p65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7" name="Google Shape;1257;p65"/>
          <p:cNvGrpSpPr/>
          <p:nvPr/>
        </p:nvGrpSpPr>
        <p:grpSpPr>
          <a:xfrm>
            <a:off x="5971287" y="5158979"/>
            <a:ext cx="674200" cy="672008"/>
            <a:chOff x="6039282" y="1042577"/>
            <a:chExt cx="734315" cy="731929"/>
          </a:xfrm>
        </p:grpSpPr>
        <p:sp>
          <p:nvSpPr>
            <p:cNvPr id="1258" name="Google Shape;1258;p65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" name="Google Shape;1259;p65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" name="Google Shape;1260;p65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" name="Google Shape;1261;p65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2" name="Google Shape;1262;p65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3" name="Google Shape;1263;p65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4" name="Google Shape;1264;p65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" name="Google Shape;1265;p65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" name="Google Shape;1266;p65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" name="Google Shape;1267;p65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" name="Google Shape;1268;p65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" name="Google Shape;1269;p65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" name="Google Shape;1270;p65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" name="Google Shape;1271;p65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" name="Google Shape;1272;p65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" name="Google Shape;1273;p65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" name="Google Shape;1274;p65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" name="Google Shape;1275;p65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" name="Google Shape;1276;p65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" name="Google Shape;1277;p65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" name="Google Shape;1278;p65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9" name="Google Shape;1279;p65"/>
          <p:cNvGrpSpPr/>
          <p:nvPr/>
        </p:nvGrpSpPr>
        <p:grpSpPr>
          <a:xfrm>
            <a:off x="6788089" y="3065149"/>
            <a:ext cx="756992" cy="802848"/>
            <a:chOff x="1825800" y="1651625"/>
            <a:chExt cx="539989" cy="571775"/>
          </a:xfrm>
        </p:grpSpPr>
        <p:sp>
          <p:nvSpPr>
            <p:cNvPr id="1280" name="Google Shape;1280;p65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" name="Google Shape;1281;p65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" name="Google Shape;1282;p65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" name="Google Shape;1283;p65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4" name="Google Shape;1284;p65"/>
          <p:cNvGrpSpPr/>
          <p:nvPr/>
        </p:nvGrpSpPr>
        <p:grpSpPr>
          <a:xfrm>
            <a:off x="5021328" y="5140773"/>
            <a:ext cx="677497" cy="677273"/>
            <a:chOff x="1897577" y="2802432"/>
            <a:chExt cx="492176" cy="492014"/>
          </a:xfrm>
        </p:grpSpPr>
        <p:sp>
          <p:nvSpPr>
            <p:cNvPr id="1285" name="Google Shape;1285;p65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" name="Google Shape;1286;p65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" name="Google Shape;1287;p65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" name="Google Shape;1288;p65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" name="Google Shape;1289;p65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" name="Google Shape;1290;p65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" name="Google Shape;1291;p65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" name="Google Shape;1292;p65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" name="Google Shape;1293;p65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4" name="Google Shape;1294;p65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5" name="Google Shape;1295;p65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6" name="Google Shape;1296;p65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97" name="Google Shape;1297;p65"/>
          <p:cNvGrpSpPr/>
          <p:nvPr/>
        </p:nvGrpSpPr>
        <p:grpSpPr>
          <a:xfrm>
            <a:off x="1330034" y="5558831"/>
            <a:ext cx="1078969" cy="267789"/>
            <a:chOff x="2013045" y="4813233"/>
            <a:chExt cx="921986" cy="228854"/>
          </a:xfrm>
        </p:grpSpPr>
        <p:sp>
          <p:nvSpPr>
            <p:cNvPr id="1298" name="Google Shape;1298;p65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9" name="Google Shape;1299;p65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00" name="Google Shape;1300;p65"/>
          <p:cNvGrpSpPr/>
          <p:nvPr/>
        </p:nvGrpSpPr>
        <p:grpSpPr>
          <a:xfrm>
            <a:off x="1341314" y="3541340"/>
            <a:ext cx="1056561" cy="359921"/>
            <a:chOff x="1046767" y="4756633"/>
            <a:chExt cx="859646" cy="292841"/>
          </a:xfrm>
        </p:grpSpPr>
        <p:sp>
          <p:nvSpPr>
            <p:cNvPr id="1301" name="Google Shape;1301;p65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2" name="Google Shape;1302;p65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03" name="Google Shape;1303;p65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304" name="Google Shape;1304;p65"/>
          <p:cNvSpPr/>
          <p:nvPr/>
        </p:nvSpPr>
        <p:spPr>
          <a:xfrm>
            <a:off x="9919651" y="3134230"/>
            <a:ext cx="247213" cy="125341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05" name="Google Shape;1305;p65"/>
          <p:cNvSpPr/>
          <p:nvPr/>
        </p:nvSpPr>
        <p:spPr>
          <a:xfrm>
            <a:off x="9518925" y="3110767"/>
            <a:ext cx="229028" cy="172264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06" name="Google Shape;1306;p65"/>
          <p:cNvSpPr/>
          <p:nvPr/>
        </p:nvSpPr>
        <p:spPr>
          <a:xfrm>
            <a:off x="10348643" y="3119373"/>
            <a:ext cx="223751" cy="155703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07" name="Google Shape;1307;p65"/>
          <p:cNvSpPr/>
          <p:nvPr/>
        </p:nvSpPr>
        <p:spPr>
          <a:xfrm>
            <a:off x="10741584" y="3110767"/>
            <a:ext cx="218473" cy="172264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308" name="Google Shape;1308;p65"/>
          <p:cNvGrpSpPr/>
          <p:nvPr/>
        </p:nvGrpSpPr>
        <p:grpSpPr>
          <a:xfrm>
            <a:off x="9522455" y="3400750"/>
            <a:ext cx="221964" cy="188663"/>
            <a:chOff x="4660325" y="1866850"/>
            <a:chExt cx="68350" cy="58100"/>
          </a:xfrm>
        </p:grpSpPr>
        <p:sp>
          <p:nvSpPr>
            <p:cNvPr id="1309" name="Google Shape;1309;p65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0" name="Google Shape;1310;p65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1" name="Google Shape;1311;p65"/>
          <p:cNvGrpSpPr/>
          <p:nvPr/>
        </p:nvGrpSpPr>
        <p:grpSpPr>
          <a:xfrm>
            <a:off x="9934915" y="3435049"/>
            <a:ext cx="216687" cy="120065"/>
            <a:chOff x="4791775" y="1877500"/>
            <a:chExt cx="66725" cy="36975"/>
          </a:xfrm>
        </p:grpSpPr>
        <p:sp>
          <p:nvSpPr>
            <p:cNvPr id="1312" name="Google Shape;1312;p65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3" name="Google Shape;1313;p65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4" name="Google Shape;1314;p65"/>
          <p:cNvGrpSpPr/>
          <p:nvPr/>
        </p:nvGrpSpPr>
        <p:grpSpPr>
          <a:xfrm>
            <a:off x="10363866" y="3435049"/>
            <a:ext cx="193305" cy="120065"/>
            <a:chOff x="4923925" y="1877500"/>
            <a:chExt cx="59525" cy="36975"/>
          </a:xfrm>
        </p:grpSpPr>
        <p:sp>
          <p:nvSpPr>
            <p:cNvPr id="1315" name="Google Shape;1315;p65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6" name="Google Shape;1316;p65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17" name="Google Shape;1317;p65"/>
          <p:cNvGrpSpPr/>
          <p:nvPr/>
        </p:nvGrpSpPr>
        <p:grpSpPr>
          <a:xfrm>
            <a:off x="10756521" y="3411303"/>
            <a:ext cx="188596" cy="167556"/>
            <a:chOff x="5058450" y="1870100"/>
            <a:chExt cx="58075" cy="51600"/>
          </a:xfrm>
        </p:grpSpPr>
        <p:sp>
          <p:nvSpPr>
            <p:cNvPr id="1318" name="Google Shape;1318;p65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19" name="Google Shape;1319;p65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0" name="Google Shape;1320;p65"/>
          <p:cNvGrpSpPr/>
          <p:nvPr/>
        </p:nvGrpSpPr>
        <p:grpSpPr>
          <a:xfrm>
            <a:off x="9975874" y="3974514"/>
            <a:ext cx="134769" cy="143527"/>
            <a:chOff x="4811425" y="2065025"/>
            <a:chExt cx="41500" cy="44200"/>
          </a:xfrm>
        </p:grpSpPr>
        <p:sp>
          <p:nvSpPr>
            <p:cNvPr id="1321" name="Google Shape;1321;p65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2" name="Google Shape;1322;p65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3" name="Google Shape;1323;p65"/>
          <p:cNvGrpSpPr/>
          <p:nvPr/>
        </p:nvGrpSpPr>
        <p:grpSpPr>
          <a:xfrm>
            <a:off x="10365790" y="3974798"/>
            <a:ext cx="161156" cy="142957"/>
            <a:chOff x="4929875" y="2065025"/>
            <a:chExt cx="49625" cy="44025"/>
          </a:xfrm>
        </p:grpSpPr>
        <p:sp>
          <p:nvSpPr>
            <p:cNvPr id="1324" name="Google Shape;1324;p65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5" name="Google Shape;1325;p65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6" name="Google Shape;1326;p65"/>
          <p:cNvGrpSpPr/>
          <p:nvPr/>
        </p:nvGrpSpPr>
        <p:grpSpPr>
          <a:xfrm>
            <a:off x="10804015" y="3978817"/>
            <a:ext cx="93608" cy="134921"/>
            <a:chOff x="5083925" y="2066350"/>
            <a:chExt cx="28825" cy="41550"/>
          </a:xfrm>
        </p:grpSpPr>
        <p:sp>
          <p:nvSpPr>
            <p:cNvPr id="1327" name="Google Shape;1327;p65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28" name="Google Shape;1328;p65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29" name="Google Shape;1329;p65"/>
          <p:cNvGrpSpPr/>
          <p:nvPr/>
        </p:nvGrpSpPr>
        <p:grpSpPr>
          <a:xfrm>
            <a:off x="9512753" y="3999679"/>
            <a:ext cx="241368" cy="93195"/>
            <a:chOff x="4659775" y="2072775"/>
            <a:chExt cx="74325" cy="28700"/>
          </a:xfrm>
        </p:grpSpPr>
        <p:sp>
          <p:nvSpPr>
            <p:cNvPr id="1330" name="Google Shape;1330;p65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1" name="Google Shape;1331;p65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2" name="Google Shape;1332;p65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3" name="Google Shape;1333;p65"/>
          <p:cNvGrpSpPr/>
          <p:nvPr/>
        </p:nvGrpSpPr>
        <p:grpSpPr>
          <a:xfrm>
            <a:off x="10739229" y="3720433"/>
            <a:ext cx="223183" cy="118929"/>
            <a:chOff x="4662475" y="1976500"/>
            <a:chExt cx="68725" cy="36625"/>
          </a:xfrm>
        </p:grpSpPr>
        <p:sp>
          <p:nvSpPr>
            <p:cNvPr id="1334" name="Google Shape;1334;p65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5" name="Google Shape;1335;p65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6" name="Google Shape;1336;p65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37" name="Google Shape;1337;p65"/>
          <p:cNvGrpSpPr/>
          <p:nvPr/>
        </p:nvGrpSpPr>
        <p:grpSpPr>
          <a:xfrm>
            <a:off x="10335102" y="3725019"/>
            <a:ext cx="222532" cy="109756"/>
            <a:chOff x="4920150" y="1977875"/>
            <a:chExt cx="68525" cy="33800"/>
          </a:xfrm>
        </p:grpSpPr>
        <p:sp>
          <p:nvSpPr>
            <p:cNvPr id="1338" name="Google Shape;1338;p65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39" name="Google Shape;1339;p65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0" name="Google Shape;1340;p65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41" name="Google Shape;1341;p65"/>
          <p:cNvGrpSpPr/>
          <p:nvPr/>
        </p:nvGrpSpPr>
        <p:grpSpPr>
          <a:xfrm>
            <a:off x="9549977" y="4263577"/>
            <a:ext cx="166920" cy="170479"/>
            <a:chOff x="4676550" y="2160575"/>
            <a:chExt cx="51400" cy="52500"/>
          </a:xfrm>
        </p:grpSpPr>
        <p:sp>
          <p:nvSpPr>
            <p:cNvPr id="1342" name="Google Shape;1342;p65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3" name="Google Shape;1343;p65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4" name="Google Shape;1344;p65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45" name="Google Shape;1345;p65"/>
          <p:cNvGrpSpPr/>
          <p:nvPr/>
        </p:nvGrpSpPr>
        <p:grpSpPr>
          <a:xfrm>
            <a:off x="9946322" y="4272952"/>
            <a:ext cx="193873" cy="151725"/>
            <a:chOff x="4768325" y="2163475"/>
            <a:chExt cx="59700" cy="46725"/>
          </a:xfrm>
        </p:grpSpPr>
        <p:sp>
          <p:nvSpPr>
            <p:cNvPr id="1346" name="Google Shape;1346;p65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47" name="Google Shape;1347;p65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348" name="Google Shape;1348;p65"/>
          <p:cNvSpPr/>
          <p:nvPr/>
        </p:nvSpPr>
        <p:spPr>
          <a:xfrm>
            <a:off x="10388929" y="4261629"/>
            <a:ext cx="114879" cy="17437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49" name="Google Shape;1349;p65"/>
          <p:cNvSpPr/>
          <p:nvPr/>
        </p:nvSpPr>
        <p:spPr>
          <a:xfrm>
            <a:off x="10752096" y="5604409"/>
            <a:ext cx="197445" cy="21731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50" name="Google Shape;1350;p65"/>
          <p:cNvSpPr/>
          <p:nvPr/>
        </p:nvSpPr>
        <p:spPr>
          <a:xfrm>
            <a:off x="9554038" y="4575370"/>
            <a:ext cx="158801" cy="217887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51" name="Google Shape;1351;p65"/>
          <p:cNvSpPr/>
          <p:nvPr/>
        </p:nvSpPr>
        <p:spPr>
          <a:xfrm>
            <a:off x="9511333" y="5625516"/>
            <a:ext cx="244209" cy="175105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52" name="Google Shape;1352;p65"/>
          <p:cNvSpPr/>
          <p:nvPr/>
        </p:nvSpPr>
        <p:spPr>
          <a:xfrm>
            <a:off x="9534431" y="4934374"/>
            <a:ext cx="198015" cy="15002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53" name="Google Shape;1353;p65"/>
          <p:cNvSpPr/>
          <p:nvPr/>
        </p:nvSpPr>
        <p:spPr>
          <a:xfrm>
            <a:off x="10379430" y="4910264"/>
            <a:ext cx="133877" cy="19824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354" name="Google Shape;1354;p65"/>
          <p:cNvGrpSpPr/>
          <p:nvPr/>
        </p:nvGrpSpPr>
        <p:grpSpPr>
          <a:xfrm>
            <a:off x="9968079" y="4613078"/>
            <a:ext cx="150357" cy="142471"/>
            <a:chOff x="4768575" y="2253950"/>
            <a:chExt cx="46300" cy="43875"/>
          </a:xfrm>
        </p:grpSpPr>
        <p:sp>
          <p:nvSpPr>
            <p:cNvPr id="1355" name="Google Shape;1355;p65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6" name="Google Shape;1356;p65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57" name="Google Shape;1357;p65"/>
          <p:cNvGrpSpPr/>
          <p:nvPr/>
        </p:nvGrpSpPr>
        <p:grpSpPr>
          <a:xfrm>
            <a:off x="10367577" y="5265112"/>
            <a:ext cx="157583" cy="194995"/>
            <a:chOff x="4960900" y="2433225"/>
            <a:chExt cx="48525" cy="60050"/>
          </a:xfrm>
        </p:grpSpPr>
        <p:sp>
          <p:nvSpPr>
            <p:cNvPr id="1358" name="Google Shape;1358;p65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59" name="Google Shape;1359;p65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60" name="Google Shape;1360;p65"/>
          <p:cNvGrpSpPr/>
          <p:nvPr/>
        </p:nvGrpSpPr>
        <p:grpSpPr>
          <a:xfrm>
            <a:off x="9952329" y="5617193"/>
            <a:ext cx="181859" cy="191747"/>
            <a:chOff x="4854075" y="2527625"/>
            <a:chExt cx="56000" cy="59050"/>
          </a:xfrm>
        </p:grpSpPr>
        <p:sp>
          <p:nvSpPr>
            <p:cNvPr id="1361" name="Google Shape;1361;p65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2" name="Google Shape;1362;p65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363" name="Google Shape;1363;p65"/>
          <p:cNvSpPr/>
          <p:nvPr/>
        </p:nvSpPr>
        <p:spPr>
          <a:xfrm>
            <a:off x="9972667" y="5274164"/>
            <a:ext cx="141184" cy="176891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64" name="Google Shape;1364;p65"/>
          <p:cNvSpPr/>
          <p:nvPr/>
        </p:nvSpPr>
        <p:spPr>
          <a:xfrm>
            <a:off x="10744222" y="4260369"/>
            <a:ext cx="213196" cy="176891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365" name="Google Shape;1365;p65"/>
          <p:cNvSpPr/>
          <p:nvPr/>
        </p:nvSpPr>
        <p:spPr>
          <a:xfrm>
            <a:off x="9543239" y="5274164"/>
            <a:ext cx="180397" cy="176891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366" name="Google Shape;1366;p65"/>
          <p:cNvGrpSpPr/>
          <p:nvPr/>
        </p:nvGrpSpPr>
        <p:grpSpPr>
          <a:xfrm>
            <a:off x="10784611" y="4902186"/>
            <a:ext cx="132416" cy="214396"/>
            <a:chOff x="5059700" y="2334775"/>
            <a:chExt cx="40775" cy="66025"/>
          </a:xfrm>
        </p:grpSpPr>
        <p:sp>
          <p:nvSpPr>
            <p:cNvPr id="1367" name="Google Shape;1367;p65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8" name="Google Shape;1368;p65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69" name="Google Shape;1369;p65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0" name="Google Shape;1370;p65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1" name="Google Shape;1371;p65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2" name="Google Shape;1372;p65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3" name="Google Shape;1373;p65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4" name="Google Shape;1374;p65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5" name="Google Shape;1375;p65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76" name="Google Shape;1376;p65"/>
          <p:cNvGrpSpPr/>
          <p:nvPr/>
        </p:nvGrpSpPr>
        <p:grpSpPr>
          <a:xfrm>
            <a:off x="10727496" y="5255695"/>
            <a:ext cx="246645" cy="213828"/>
            <a:chOff x="5037700" y="2430325"/>
            <a:chExt cx="75950" cy="65850"/>
          </a:xfrm>
        </p:grpSpPr>
        <p:sp>
          <p:nvSpPr>
            <p:cNvPr id="1377" name="Google Shape;1377;p65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78" name="Google Shape;1378;p65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379" name="Google Shape;1379;p65"/>
          <p:cNvGrpSpPr/>
          <p:nvPr/>
        </p:nvGrpSpPr>
        <p:grpSpPr>
          <a:xfrm>
            <a:off x="9953504" y="4944298"/>
            <a:ext cx="230685" cy="130172"/>
            <a:chOff x="4756975" y="2341800"/>
            <a:chExt cx="91975" cy="51925"/>
          </a:xfrm>
        </p:grpSpPr>
        <p:sp>
          <p:nvSpPr>
            <p:cNvPr id="1380" name="Google Shape;1380;p65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1" name="Google Shape;1381;p65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2" name="Google Shape;1382;p65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3" name="Google Shape;1383;p65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4" name="Google Shape;1384;p65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5" name="Google Shape;1385;p65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6" name="Google Shape;1386;p65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7" name="Google Shape;1387;p65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8" name="Google Shape;1388;p65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89" name="Google Shape;1389;p65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0" name="Google Shape;1390;p65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1" name="Google Shape;1391;p65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2" name="Google Shape;1392;p65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3" name="Google Shape;1393;p65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4" name="Google Shape;1394;p65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5" name="Google Shape;1395;p65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6" name="Google Shape;1396;p65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7" name="Google Shape;1397;p65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8" name="Google Shape;1398;p65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399" name="Google Shape;1399;p65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400" name="Google Shape;1400;p65"/>
          <p:cNvGrpSpPr/>
          <p:nvPr/>
        </p:nvGrpSpPr>
        <p:grpSpPr>
          <a:xfrm>
            <a:off x="10309421" y="5595894"/>
            <a:ext cx="283329" cy="234348"/>
            <a:chOff x="4943575" y="2516350"/>
            <a:chExt cx="98675" cy="81700"/>
          </a:xfrm>
        </p:grpSpPr>
        <p:sp>
          <p:nvSpPr>
            <p:cNvPr id="1401" name="Google Shape;1401;p65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2" name="Google Shape;1402;p65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3" name="Google Shape;1403;p65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4" name="Google Shape;1404;p65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5" name="Google Shape;1405;p65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6" name="Google Shape;1406;p65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7" name="Google Shape;1407;p65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8" name="Google Shape;1408;p65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09" name="Google Shape;1409;p65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0" name="Google Shape;1410;p65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1" name="Google Shape;1411;p65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2" name="Google Shape;1412;p65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3" name="Google Shape;1413;p65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4" name="Google Shape;1414;p65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5" name="Google Shape;1415;p65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6" name="Google Shape;1416;p65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7" name="Google Shape;1417;p65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8" name="Google Shape;1418;p65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19" name="Google Shape;1419;p65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0" name="Google Shape;1420;p65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1" name="Google Shape;1421;p65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2" name="Google Shape;1422;p65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3" name="Google Shape;1423;p65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4" name="Google Shape;1424;p65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5" name="Google Shape;1425;p65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6" name="Google Shape;1426;p65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7" name="Google Shape;1427;p65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8" name="Google Shape;1428;p65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29" name="Google Shape;1429;p65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0" name="Google Shape;1430;p65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1" name="Google Shape;1431;p65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2" name="Google Shape;1432;p65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3" name="Google Shape;1433;p65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4" name="Google Shape;1434;p65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5" name="Google Shape;1435;p65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6" name="Google Shape;1436;p65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7" name="Google Shape;1437;p65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8" name="Google Shape;1438;p65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39" name="Google Shape;1439;p65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0" name="Google Shape;1440;p65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1" name="Google Shape;1441;p65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2" name="Google Shape;1442;p65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3" name="Google Shape;1443;p65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4" name="Google Shape;1444;p65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5" name="Google Shape;1445;p65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6" name="Google Shape;1446;p65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7" name="Google Shape;1447;p65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8" name="Google Shape;1448;p65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49" name="Google Shape;1449;p65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0" name="Google Shape;1450;p65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1" name="Google Shape;1451;p65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2" name="Google Shape;1452;p65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3" name="Google Shape;1453;p65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4" name="Google Shape;1454;p65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5" name="Google Shape;1455;p65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6" name="Google Shape;1456;p65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7" name="Google Shape;1457;p65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8" name="Google Shape;1458;p65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59" name="Google Shape;1459;p65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0" name="Google Shape;1460;p65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1" name="Google Shape;1461;p65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2" name="Google Shape;1462;p65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3" name="Google Shape;1463;p65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4" name="Google Shape;1464;p65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5" name="Google Shape;1465;p65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6" name="Google Shape;1466;p65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7" name="Google Shape;1467;p65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8" name="Google Shape;1468;p65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69" name="Google Shape;1469;p65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0" name="Google Shape;1470;p65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1" name="Google Shape;1471;p65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2" name="Google Shape;1472;p65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3" name="Google Shape;1473;p65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4" name="Google Shape;1474;p65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5" name="Google Shape;1475;p65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6" name="Google Shape;1476;p65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7" name="Google Shape;1477;p65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78" name="Google Shape;1478;p65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479" name="Google Shape;1479;p65"/>
          <p:cNvSpPr/>
          <p:nvPr/>
        </p:nvSpPr>
        <p:spPr>
          <a:xfrm>
            <a:off x="10330144" y="4568089"/>
            <a:ext cx="232449" cy="232449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480" name="Google Shape;1480;p65"/>
          <p:cNvSpPr/>
          <p:nvPr/>
        </p:nvSpPr>
        <p:spPr>
          <a:xfrm>
            <a:off x="10751819" y="4606513"/>
            <a:ext cx="198000" cy="1556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481" name="Google Shape;1481;p65"/>
          <p:cNvSpPr/>
          <p:nvPr/>
        </p:nvSpPr>
        <p:spPr>
          <a:xfrm>
            <a:off x="9554637" y="3701096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482" name="Google Shape;1482;p65"/>
          <p:cNvSpPr/>
          <p:nvPr/>
        </p:nvSpPr>
        <p:spPr>
          <a:xfrm flipH="1">
            <a:off x="9964459" y="3701096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483" name="Google Shape;1483;p6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fr-FR" dirty="0">
                <a:solidFill>
                  <a:schemeClr val="bg1"/>
                </a:solidFill>
              </a:rPr>
              <a:t>Nos ressources graphiques</a:t>
            </a:r>
            <a:br>
              <a:rPr lang="fr-FR" dirty="0">
                <a:solidFill>
                  <a:schemeClr val="bg1"/>
                </a:solidFill>
              </a:rPr>
            </a:br>
            <a:endParaRPr dirty="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8" name="Google Shape;1488;p66"/>
          <p:cNvGrpSpPr/>
          <p:nvPr/>
        </p:nvGrpSpPr>
        <p:grpSpPr>
          <a:xfrm>
            <a:off x="815413" y="3909054"/>
            <a:ext cx="3497168" cy="1778053"/>
            <a:chOff x="238125" y="1038125"/>
            <a:chExt cx="7146800" cy="3633625"/>
          </a:xfrm>
        </p:grpSpPr>
        <p:sp>
          <p:nvSpPr>
            <p:cNvPr id="1489" name="Google Shape;1489;p66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0" name="Google Shape;1490;p66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1" name="Google Shape;1491;p66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2" name="Google Shape;1492;p66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3" name="Google Shape;1493;p66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4" name="Google Shape;1494;p66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5" name="Google Shape;1495;p66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6" name="Google Shape;1496;p66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7" name="Google Shape;1497;p66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8" name="Google Shape;1498;p66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499" name="Google Shape;1499;p66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0" name="Google Shape;1500;p66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1" name="Google Shape;1501;p66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2" name="Google Shape;1502;p66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3" name="Google Shape;1503;p66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4" name="Google Shape;1504;p66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5" name="Google Shape;1505;p66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6" name="Google Shape;1506;p66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7" name="Google Shape;1507;p66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8" name="Google Shape;1508;p66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09" name="Google Shape;1509;p66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0" name="Google Shape;1510;p66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1" name="Google Shape;1511;p66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2" name="Google Shape;1512;p66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3" name="Google Shape;1513;p66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4" name="Google Shape;1514;p66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5" name="Google Shape;1515;p66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6" name="Google Shape;1516;p66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7" name="Google Shape;1517;p66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8" name="Google Shape;1518;p66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19" name="Google Shape;1519;p66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0" name="Google Shape;1520;p66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1" name="Google Shape;1521;p66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2" name="Google Shape;1522;p66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3" name="Google Shape;1523;p66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4" name="Google Shape;1524;p66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5" name="Google Shape;1525;p66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6" name="Google Shape;1526;p66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7" name="Google Shape;1527;p66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8" name="Google Shape;1528;p66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29" name="Google Shape;1529;p66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0" name="Google Shape;1530;p66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1" name="Google Shape;1531;p66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2" name="Google Shape;1532;p66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3" name="Google Shape;1533;p66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4" name="Google Shape;1534;p66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5" name="Google Shape;1535;p66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6" name="Google Shape;1536;p66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7" name="Google Shape;1537;p66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8" name="Google Shape;1538;p66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39" name="Google Shape;1539;p66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0" name="Google Shape;1540;p66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1" name="Google Shape;1541;p66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2" name="Google Shape;1542;p66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3" name="Google Shape;1543;p66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4" name="Google Shape;1544;p66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5" name="Google Shape;1545;p66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6" name="Google Shape;1546;p66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7" name="Google Shape;1547;p66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8" name="Google Shape;1548;p66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49" name="Google Shape;1549;p66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0" name="Google Shape;1550;p66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1" name="Google Shape;1551;p66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2" name="Google Shape;1552;p66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3" name="Google Shape;1553;p66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4" name="Google Shape;1554;p66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5" name="Google Shape;1555;p66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6" name="Google Shape;1556;p66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7" name="Google Shape;1557;p66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8" name="Google Shape;1558;p66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59" name="Google Shape;1559;p66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0" name="Google Shape;1560;p66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1" name="Google Shape;1561;p66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2" name="Google Shape;1562;p66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3" name="Google Shape;1563;p66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4" name="Google Shape;1564;p66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5" name="Google Shape;1565;p66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6" name="Google Shape;1566;p66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7" name="Google Shape;1567;p66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8" name="Google Shape;1568;p66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69" name="Google Shape;1569;p66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0" name="Google Shape;1570;p66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1" name="Google Shape;1571;p66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2" name="Google Shape;1572;p66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3" name="Google Shape;1573;p66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4" name="Google Shape;1574;p66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5" name="Google Shape;1575;p66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6" name="Google Shape;1576;p66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7" name="Google Shape;1577;p66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8" name="Google Shape;1578;p66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79" name="Google Shape;1579;p66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0" name="Google Shape;1580;p66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1" name="Google Shape;1581;p66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2" name="Google Shape;1582;p66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3" name="Google Shape;1583;p66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4" name="Google Shape;1584;p66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5" name="Google Shape;1585;p66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6" name="Google Shape;1586;p66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7" name="Google Shape;1587;p66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8" name="Google Shape;1588;p66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89" name="Google Shape;1589;p66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0" name="Google Shape;1590;p66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1" name="Google Shape;1591;p66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2" name="Google Shape;1592;p66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3" name="Google Shape;1593;p66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4" name="Google Shape;1594;p66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5" name="Google Shape;1595;p66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6" name="Google Shape;1596;p66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7" name="Google Shape;1597;p66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8" name="Google Shape;1598;p66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599" name="Google Shape;1599;p66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0" name="Google Shape;1600;p66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1" name="Google Shape;1601;p66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2" name="Google Shape;1602;p66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3" name="Google Shape;1603;p66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4" name="Google Shape;1604;p66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5" name="Google Shape;1605;p66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6" name="Google Shape;1606;p66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7" name="Google Shape;1607;p66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8" name="Google Shape;1608;p66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09" name="Google Shape;1609;p66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0" name="Google Shape;1610;p66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1" name="Google Shape;1611;p66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2" name="Google Shape;1612;p66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3" name="Google Shape;1613;p66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4" name="Google Shape;1614;p66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5" name="Google Shape;1615;p66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6" name="Google Shape;1616;p66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7" name="Google Shape;1617;p66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8" name="Google Shape;1618;p66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19" name="Google Shape;1619;p66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0" name="Google Shape;1620;p66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1" name="Google Shape;1621;p66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2" name="Google Shape;1622;p66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3" name="Google Shape;1623;p66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4" name="Google Shape;1624;p66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5" name="Google Shape;1625;p66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6" name="Google Shape;1626;p66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7" name="Google Shape;1627;p66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8" name="Google Shape;1628;p66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29" name="Google Shape;1629;p66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0" name="Google Shape;1630;p66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1" name="Google Shape;1631;p66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2" name="Google Shape;1632;p66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3" name="Google Shape;1633;p66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4" name="Google Shape;1634;p66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5" name="Google Shape;1635;p66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6" name="Google Shape;1636;p66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7" name="Google Shape;1637;p66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8" name="Google Shape;1638;p66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39" name="Google Shape;1639;p66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0" name="Google Shape;1640;p66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1" name="Google Shape;1641;p66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2" name="Google Shape;1642;p66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3" name="Google Shape;1643;p66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4" name="Google Shape;1644;p66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5" name="Google Shape;1645;p66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6" name="Google Shape;1646;p66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7" name="Google Shape;1647;p66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8" name="Google Shape;1648;p66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49" name="Google Shape;1649;p66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0" name="Google Shape;1650;p66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1" name="Google Shape;1651;p66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2" name="Google Shape;1652;p66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3" name="Google Shape;1653;p66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4" name="Google Shape;1654;p66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5" name="Google Shape;1655;p66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6" name="Google Shape;1656;p66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7" name="Google Shape;1657;p66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8" name="Google Shape;1658;p66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59" name="Google Shape;1659;p66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0" name="Google Shape;1660;p66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1" name="Google Shape;1661;p66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2" name="Google Shape;1662;p66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3" name="Google Shape;1663;p66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4" name="Google Shape;1664;p66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5" name="Google Shape;1665;p66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6" name="Google Shape;1666;p66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7" name="Google Shape;1667;p66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8" name="Google Shape;1668;p66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69" name="Google Shape;1669;p66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0" name="Google Shape;1670;p66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1" name="Google Shape;1671;p66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2" name="Google Shape;1672;p66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3" name="Google Shape;1673;p66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4" name="Google Shape;1674;p66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5" name="Google Shape;1675;p66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6" name="Google Shape;1676;p66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7" name="Google Shape;1677;p66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8" name="Google Shape;1678;p66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79" name="Google Shape;1679;p66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0" name="Google Shape;1680;p66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1" name="Google Shape;1681;p66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2" name="Google Shape;1682;p66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3" name="Google Shape;1683;p66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4" name="Google Shape;1684;p66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5" name="Google Shape;1685;p66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6" name="Google Shape;1686;p66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7" name="Google Shape;1687;p66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8" name="Google Shape;1688;p66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89" name="Google Shape;1689;p66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0" name="Google Shape;1690;p66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1" name="Google Shape;1691;p66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2" name="Google Shape;1692;p66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3" name="Google Shape;1693;p66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4" name="Google Shape;1694;p66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5" name="Google Shape;1695;p66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6" name="Google Shape;1696;p66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7" name="Google Shape;1697;p66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8" name="Google Shape;1698;p66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699" name="Google Shape;1699;p66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0" name="Google Shape;1700;p66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1" name="Google Shape;1701;p66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2" name="Google Shape;1702;p66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3" name="Google Shape;1703;p66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4" name="Google Shape;1704;p66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5" name="Google Shape;1705;p66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6" name="Google Shape;1706;p66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7" name="Google Shape;1707;p66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8" name="Google Shape;1708;p66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9" name="Google Shape;1709;p66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0" name="Google Shape;1710;p66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1" name="Google Shape;1711;p66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2" name="Google Shape;1712;p66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3" name="Google Shape;1713;p66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4" name="Google Shape;1714;p66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5" name="Google Shape;1715;p66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6" name="Google Shape;1716;p66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7" name="Google Shape;1717;p66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8" name="Google Shape;1718;p66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9" name="Google Shape;1719;p66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0" name="Google Shape;1720;p66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1" name="Google Shape;1721;p66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2" name="Google Shape;1722;p66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3" name="Google Shape;1723;p66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4" name="Google Shape;1724;p66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5" name="Google Shape;1725;p66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6" name="Google Shape;1726;p66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7" name="Google Shape;1727;p66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8" name="Google Shape;1728;p66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9" name="Google Shape;1729;p66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0" name="Google Shape;1730;p66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1" name="Google Shape;1731;p66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2" name="Google Shape;1732;p66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3" name="Google Shape;1733;p66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4" name="Google Shape;1734;p66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5" name="Google Shape;1735;p66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6" name="Google Shape;1736;p66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7" name="Google Shape;1737;p66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8" name="Google Shape;1738;p66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9" name="Google Shape;1739;p66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0" name="Google Shape;1740;p66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1" name="Google Shape;1741;p66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2" name="Google Shape;1742;p66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3" name="Google Shape;1743;p66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4" name="Google Shape;1744;p66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5" name="Google Shape;1745;p66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6" name="Google Shape;1746;p66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7" name="Google Shape;1747;p66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8" name="Google Shape;1748;p66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9" name="Google Shape;1749;p66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0" name="Google Shape;1750;p66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1" name="Google Shape;1751;p66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2" name="Google Shape;1752;p66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3" name="Google Shape;1753;p66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4" name="Google Shape;1754;p66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5" name="Google Shape;1755;p66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6" name="Google Shape;1756;p66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7" name="Google Shape;1757;p66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8" name="Google Shape;1758;p66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59" name="Google Shape;1759;p66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0" name="Google Shape;1760;p66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1" name="Google Shape;1761;p66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2" name="Google Shape;1762;p66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3" name="Google Shape;1763;p66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4" name="Google Shape;1764;p66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5" name="Google Shape;1765;p66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6" name="Google Shape;1766;p66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7" name="Google Shape;1767;p66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8" name="Google Shape;1768;p66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69" name="Google Shape;1769;p66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0" name="Google Shape;1770;p66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1" name="Google Shape;1771;p66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2" name="Google Shape;1772;p66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3" name="Google Shape;1773;p66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4" name="Google Shape;1774;p66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5" name="Google Shape;1775;p66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6" name="Google Shape;1776;p66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7" name="Google Shape;1777;p66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8" name="Google Shape;1778;p66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9" name="Google Shape;1779;p66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0" name="Google Shape;1780;p66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1" name="Google Shape;1781;p66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2" name="Google Shape;1782;p66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3" name="Google Shape;1783;p66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4" name="Google Shape;1784;p66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5" name="Google Shape;1785;p66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6" name="Google Shape;1786;p66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7" name="Google Shape;1787;p66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8" name="Google Shape;1788;p66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9" name="Google Shape;1789;p66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0" name="Google Shape;1790;p66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1" name="Google Shape;1791;p66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2" name="Google Shape;1792;p66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3" name="Google Shape;1793;p66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4" name="Google Shape;1794;p66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5" name="Google Shape;1795;p66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6" name="Google Shape;1796;p66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7" name="Google Shape;1797;p66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8" name="Google Shape;1798;p66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9" name="Google Shape;1799;p66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0" name="Google Shape;1800;p66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1" name="Google Shape;1801;p66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2" name="Google Shape;1802;p66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3" name="Google Shape;1803;p66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4" name="Google Shape;1804;p66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5" name="Google Shape;1805;p66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6" name="Google Shape;1806;p66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7" name="Google Shape;1807;p66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8" name="Google Shape;1808;p66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9" name="Google Shape;1809;p66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0" name="Google Shape;1810;p66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1" name="Google Shape;1811;p66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2" name="Google Shape;1812;p66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3" name="Google Shape;1813;p66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4" name="Google Shape;1814;p66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5" name="Google Shape;1815;p66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6" name="Google Shape;1816;p66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7" name="Google Shape;1817;p66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8" name="Google Shape;1818;p66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9" name="Google Shape;1819;p66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0" name="Google Shape;1820;p66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1" name="Google Shape;1821;p66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2" name="Google Shape;1822;p66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3" name="Google Shape;1823;p66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4" name="Google Shape;1824;p66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5" name="Google Shape;1825;p66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6" name="Google Shape;1826;p66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7" name="Google Shape;1827;p66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8" name="Google Shape;1828;p66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9" name="Google Shape;1829;p66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0" name="Google Shape;1830;p66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1" name="Google Shape;1831;p66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2" name="Google Shape;1832;p66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3" name="Google Shape;1833;p66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4" name="Google Shape;1834;p66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5" name="Google Shape;1835;p66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6" name="Google Shape;1836;p66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7" name="Google Shape;1837;p66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8" name="Google Shape;1838;p66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9" name="Google Shape;1839;p66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0" name="Google Shape;1840;p66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1" name="Google Shape;1841;p66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2" name="Google Shape;1842;p66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3" name="Google Shape;1843;p66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4" name="Google Shape;1844;p66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5" name="Google Shape;1845;p66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6" name="Google Shape;1846;p66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7" name="Google Shape;1847;p66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8" name="Google Shape;1848;p66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9" name="Google Shape;1849;p66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0" name="Google Shape;1850;p66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1" name="Google Shape;1851;p66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2" name="Google Shape;1852;p66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3" name="Google Shape;1853;p66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4" name="Google Shape;1854;p66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5" name="Google Shape;1855;p66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6" name="Google Shape;1856;p66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7" name="Google Shape;1857;p66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8" name="Google Shape;1858;p66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9" name="Google Shape;1859;p66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0" name="Google Shape;1860;p66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1" name="Google Shape;1861;p66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2" name="Google Shape;1862;p66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3" name="Google Shape;1863;p66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4" name="Google Shape;1864;p66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5" name="Google Shape;1865;p66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6" name="Google Shape;1866;p66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7" name="Google Shape;1867;p66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8" name="Google Shape;1868;p66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9" name="Google Shape;1869;p66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0" name="Google Shape;1870;p66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1" name="Google Shape;1871;p66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2" name="Google Shape;1872;p66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3" name="Google Shape;1873;p66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4" name="Google Shape;1874;p66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5" name="Google Shape;1875;p66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6" name="Google Shape;1876;p66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7" name="Google Shape;1877;p66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8" name="Google Shape;1878;p66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9" name="Google Shape;1879;p66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0" name="Google Shape;1880;p66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1" name="Google Shape;1881;p66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2" name="Google Shape;1882;p66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3" name="Google Shape;1883;p66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4" name="Google Shape;1884;p66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5" name="Google Shape;1885;p66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6" name="Google Shape;1886;p66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7" name="Google Shape;1887;p66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8" name="Google Shape;1888;p66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9" name="Google Shape;1889;p66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0" name="Google Shape;1890;p66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1" name="Google Shape;1891;p66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2" name="Google Shape;1892;p66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3" name="Google Shape;1893;p66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4" name="Google Shape;1894;p66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5" name="Google Shape;1895;p66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6" name="Google Shape;1896;p66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7" name="Google Shape;1897;p66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8" name="Google Shape;1898;p66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9" name="Google Shape;1899;p66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0" name="Google Shape;1900;p66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1" name="Google Shape;1901;p66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2" name="Google Shape;1902;p66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3" name="Google Shape;1903;p66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4" name="Google Shape;1904;p66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5" name="Google Shape;1905;p66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6" name="Google Shape;1906;p66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7" name="Google Shape;1907;p66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8" name="Google Shape;1908;p66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9" name="Google Shape;1909;p66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0" name="Google Shape;1910;p66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1" name="Google Shape;1911;p66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2" name="Google Shape;1912;p66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3" name="Google Shape;1913;p66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4" name="Google Shape;1914;p66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5" name="Google Shape;1915;p66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6" name="Google Shape;1916;p66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7" name="Google Shape;1917;p66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8" name="Google Shape;1918;p66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9" name="Google Shape;1919;p66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0" name="Google Shape;1920;p66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1" name="Google Shape;1921;p66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2" name="Google Shape;1922;p66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3" name="Google Shape;1923;p66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4" name="Google Shape;1924;p66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5" name="Google Shape;1925;p66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6" name="Google Shape;1926;p66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7" name="Google Shape;1927;p66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8" name="Google Shape;1928;p66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9" name="Google Shape;1929;p66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0" name="Google Shape;1930;p66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1" name="Google Shape;1931;p66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2" name="Google Shape;1932;p66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3" name="Google Shape;1933;p66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4" name="Google Shape;1934;p66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5" name="Google Shape;1935;p66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6" name="Google Shape;1936;p66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7" name="Google Shape;1937;p66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8" name="Google Shape;1938;p66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9" name="Google Shape;1939;p66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0" name="Google Shape;1940;p66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1" name="Google Shape;1941;p66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2" name="Google Shape;1942;p66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3" name="Google Shape;1943;p66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4" name="Google Shape;1944;p66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5" name="Google Shape;1945;p66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6" name="Google Shape;1946;p66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7" name="Google Shape;1947;p66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8" name="Google Shape;1948;p66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9" name="Google Shape;1949;p66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0" name="Google Shape;1950;p66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1" name="Google Shape;1951;p66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2" name="Google Shape;1952;p66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3" name="Google Shape;1953;p66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4" name="Google Shape;1954;p66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5" name="Google Shape;1955;p66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6" name="Google Shape;1956;p66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7" name="Google Shape;1957;p66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8" name="Google Shape;1958;p66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9" name="Google Shape;1959;p66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0" name="Google Shape;1960;p66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1" name="Google Shape;1961;p66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2" name="Google Shape;1962;p66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3" name="Google Shape;1963;p66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4" name="Google Shape;1964;p66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5" name="Google Shape;1965;p66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6" name="Google Shape;1966;p66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7" name="Google Shape;1967;p66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8" name="Google Shape;1968;p66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9" name="Google Shape;1969;p66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0" name="Google Shape;1970;p66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1" name="Google Shape;1971;p66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2" name="Google Shape;1972;p66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3" name="Google Shape;1973;p66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4" name="Google Shape;1974;p66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5" name="Google Shape;1975;p66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6" name="Google Shape;1976;p66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7" name="Google Shape;1977;p66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8" name="Google Shape;1978;p66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9" name="Google Shape;1979;p66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0" name="Google Shape;1980;p66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1" name="Google Shape;1981;p66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2" name="Google Shape;1982;p66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3" name="Google Shape;1983;p66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4" name="Google Shape;1984;p66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5" name="Google Shape;1985;p66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6" name="Google Shape;1986;p66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7" name="Google Shape;1987;p66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8" name="Google Shape;1988;p66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9" name="Google Shape;1989;p66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0" name="Google Shape;1990;p66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1" name="Google Shape;1991;p66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2" name="Google Shape;1992;p66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3" name="Google Shape;1993;p66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4" name="Google Shape;1994;p66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5" name="Google Shape;1995;p66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6" name="Google Shape;1996;p66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7" name="Google Shape;1997;p66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8" name="Google Shape;1998;p66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9" name="Google Shape;1999;p66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0" name="Google Shape;2000;p66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1" name="Google Shape;2001;p66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2" name="Google Shape;2002;p66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3" name="Google Shape;2003;p66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4" name="Google Shape;2004;p66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5" name="Google Shape;2005;p66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6" name="Google Shape;2006;p66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7" name="Google Shape;2007;p66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8" name="Google Shape;2008;p66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9" name="Google Shape;2009;p66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0" name="Google Shape;2010;p66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1" name="Google Shape;2011;p66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2" name="Google Shape;2012;p66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3" name="Google Shape;2013;p66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4" name="Google Shape;2014;p66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5" name="Google Shape;2015;p66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6" name="Google Shape;2016;p66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7" name="Google Shape;2017;p66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8" name="Google Shape;2018;p66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9" name="Google Shape;2019;p66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0" name="Google Shape;2020;p66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1" name="Google Shape;2021;p66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2" name="Google Shape;2022;p66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3" name="Google Shape;2023;p66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4" name="Google Shape;2024;p66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5" name="Google Shape;2025;p66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6" name="Google Shape;2026;p66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7" name="Google Shape;2027;p66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8" name="Google Shape;2028;p66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9" name="Google Shape;2029;p66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0" name="Google Shape;2030;p66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1" name="Google Shape;2031;p66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2" name="Google Shape;2032;p66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3" name="Google Shape;2033;p66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4" name="Google Shape;2034;p66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5" name="Google Shape;2035;p66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6" name="Google Shape;2036;p66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7" name="Google Shape;2037;p66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8" name="Google Shape;2038;p66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9" name="Google Shape;2039;p66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0" name="Google Shape;2040;p66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1" name="Google Shape;2041;p66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2" name="Google Shape;2042;p66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3" name="Google Shape;2043;p66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4" name="Google Shape;2044;p66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5" name="Google Shape;2045;p66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6" name="Google Shape;2046;p66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7" name="Google Shape;2047;p66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8" name="Google Shape;2048;p66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9" name="Google Shape;2049;p66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0" name="Google Shape;2050;p66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1" name="Google Shape;2051;p66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2" name="Google Shape;2052;p66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3" name="Google Shape;2053;p66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4" name="Google Shape;2054;p66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5" name="Google Shape;2055;p66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6" name="Google Shape;2056;p66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7" name="Google Shape;2057;p66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8" name="Google Shape;2058;p66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9" name="Google Shape;2059;p66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0" name="Google Shape;2060;p66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1" name="Google Shape;2061;p66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2" name="Google Shape;2062;p66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3" name="Google Shape;2063;p66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4" name="Google Shape;2064;p66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5" name="Google Shape;2065;p66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6" name="Google Shape;2066;p66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7" name="Google Shape;2067;p66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8" name="Google Shape;2068;p66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9" name="Google Shape;2069;p66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0" name="Google Shape;2070;p66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1" name="Google Shape;2071;p66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2" name="Google Shape;2072;p66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3" name="Google Shape;2073;p66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4" name="Google Shape;2074;p66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5" name="Google Shape;2075;p66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6" name="Google Shape;2076;p66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7" name="Google Shape;2077;p66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8" name="Google Shape;2078;p66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9" name="Google Shape;2079;p66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0" name="Google Shape;2080;p66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1" name="Google Shape;2081;p66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2" name="Google Shape;2082;p66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3" name="Google Shape;2083;p66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4" name="Google Shape;2084;p66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5" name="Google Shape;2085;p66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6" name="Google Shape;2086;p66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7" name="Google Shape;2087;p66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8" name="Google Shape;2088;p66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9" name="Google Shape;2089;p66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0" name="Google Shape;2090;p66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1" name="Google Shape;2091;p66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2" name="Google Shape;2092;p66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3" name="Google Shape;2093;p66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4" name="Google Shape;2094;p66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5" name="Google Shape;2095;p66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6" name="Google Shape;2096;p66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7" name="Google Shape;2097;p66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8" name="Google Shape;2098;p66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9" name="Google Shape;2099;p66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0" name="Google Shape;2100;p66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1" name="Google Shape;2101;p66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2" name="Google Shape;2102;p66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3" name="Google Shape;2103;p66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4" name="Google Shape;2104;p66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5" name="Google Shape;2105;p66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6" name="Google Shape;2106;p66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7" name="Google Shape;2107;p66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8" name="Google Shape;2108;p66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9" name="Google Shape;2109;p66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0" name="Google Shape;2110;p66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1" name="Google Shape;2111;p66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2" name="Google Shape;2112;p66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3" name="Google Shape;2113;p66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4" name="Google Shape;2114;p66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5" name="Google Shape;2115;p66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6" name="Google Shape;2116;p66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7" name="Google Shape;2117;p66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8" name="Google Shape;2118;p66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9" name="Google Shape;2119;p66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0" name="Google Shape;2120;p66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1" name="Google Shape;2121;p66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2" name="Google Shape;2122;p66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3" name="Google Shape;2123;p66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4" name="Google Shape;2124;p66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5" name="Google Shape;2125;p66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6" name="Google Shape;2126;p66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7" name="Google Shape;2127;p66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8" name="Google Shape;2128;p66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9" name="Google Shape;2129;p66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0" name="Google Shape;2130;p66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1" name="Google Shape;2131;p66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2" name="Google Shape;2132;p66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3" name="Google Shape;2133;p66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4" name="Google Shape;2134;p66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5" name="Google Shape;2135;p66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6" name="Google Shape;2136;p66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7" name="Google Shape;2137;p66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8" name="Google Shape;2138;p66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9" name="Google Shape;2139;p66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0" name="Google Shape;2140;p66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1" name="Google Shape;2141;p66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2" name="Google Shape;2142;p66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3" name="Google Shape;2143;p66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4" name="Google Shape;2144;p66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5" name="Google Shape;2145;p66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6" name="Google Shape;2146;p66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7" name="Google Shape;2147;p66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8" name="Google Shape;2148;p66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9" name="Google Shape;2149;p66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0" name="Google Shape;2150;p66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1" name="Google Shape;2151;p66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2" name="Google Shape;2152;p66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3" name="Google Shape;2153;p66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4" name="Google Shape;2154;p66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5" name="Google Shape;2155;p66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6" name="Google Shape;2156;p66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7" name="Google Shape;2157;p66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8" name="Google Shape;2158;p66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9" name="Google Shape;2159;p66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0" name="Google Shape;2160;p66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1" name="Google Shape;2161;p66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2" name="Google Shape;2162;p66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3" name="Google Shape;2163;p66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4" name="Google Shape;2164;p66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5" name="Google Shape;2165;p66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6" name="Google Shape;2166;p66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7" name="Google Shape;2167;p66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8" name="Google Shape;2168;p66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9" name="Google Shape;2169;p66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0" name="Google Shape;2170;p66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1" name="Google Shape;2171;p66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2" name="Google Shape;2172;p66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3" name="Google Shape;2173;p66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4" name="Google Shape;2174;p66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5" name="Google Shape;2175;p66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6" name="Google Shape;2176;p66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7" name="Google Shape;2177;p66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8" name="Google Shape;2178;p66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9" name="Google Shape;2179;p66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0" name="Google Shape;2180;p66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1" name="Google Shape;2181;p66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2" name="Google Shape;2182;p66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3" name="Google Shape;2183;p66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4" name="Google Shape;2184;p66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5" name="Google Shape;2185;p66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6" name="Google Shape;2186;p66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7" name="Google Shape;2187;p66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8" name="Google Shape;2188;p66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9" name="Google Shape;2189;p66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0" name="Google Shape;2190;p66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1" name="Google Shape;2191;p66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2" name="Google Shape;2192;p66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3" name="Google Shape;2193;p66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4" name="Google Shape;2194;p66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5" name="Google Shape;2195;p66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6" name="Google Shape;2196;p66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7" name="Google Shape;2197;p66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8" name="Google Shape;2198;p66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9" name="Google Shape;2199;p66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0" name="Google Shape;2200;p66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1" name="Google Shape;2201;p66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2" name="Google Shape;2202;p66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3" name="Google Shape;2203;p66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4" name="Google Shape;2204;p66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5" name="Google Shape;2205;p66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6" name="Google Shape;2206;p66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7" name="Google Shape;2207;p66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8" name="Google Shape;2208;p66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9" name="Google Shape;2209;p66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0" name="Google Shape;2210;p66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1" name="Google Shape;2211;p66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2" name="Google Shape;2212;p66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3" name="Google Shape;2213;p66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4" name="Google Shape;2214;p66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5" name="Google Shape;2215;p66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6" name="Google Shape;2216;p66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7" name="Google Shape;2217;p66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8" name="Google Shape;2218;p66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9" name="Google Shape;2219;p66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0" name="Google Shape;2220;p66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1" name="Google Shape;2221;p66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2" name="Google Shape;2222;p66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3" name="Google Shape;2223;p66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4" name="Google Shape;2224;p66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5" name="Google Shape;2225;p66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6" name="Google Shape;2226;p66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7" name="Google Shape;2227;p66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8" name="Google Shape;2228;p66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9" name="Google Shape;2229;p66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0" name="Google Shape;2230;p66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1" name="Google Shape;2231;p66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2" name="Google Shape;2232;p66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3" name="Google Shape;2233;p66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4" name="Google Shape;2234;p66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5" name="Google Shape;2235;p66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6" name="Google Shape;2236;p66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7" name="Google Shape;2237;p66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8" name="Google Shape;2238;p66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9" name="Google Shape;2239;p66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0" name="Google Shape;2240;p66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1" name="Google Shape;2241;p66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2" name="Google Shape;2242;p66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3" name="Google Shape;2243;p66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4" name="Google Shape;2244;p66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5" name="Google Shape;2245;p66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6" name="Google Shape;2246;p66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7" name="Google Shape;2247;p66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8" name="Google Shape;2248;p66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9" name="Google Shape;2249;p66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0" name="Google Shape;2250;p66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1" name="Google Shape;2251;p66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2" name="Google Shape;2252;p66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3" name="Google Shape;2253;p66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4" name="Google Shape;2254;p66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5" name="Google Shape;2255;p66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6" name="Google Shape;2256;p66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7" name="Google Shape;2257;p66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8" name="Google Shape;2258;p66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9" name="Google Shape;2259;p66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0" name="Google Shape;2260;p66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1" name="Google Shape;2261;p66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2" name="Google Shape;2262;p66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3" name="Google Shape;2263;p66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4" name="Google Shape;2264;p66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5" name="Google Shape;2265;p66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6" name="Google Shape;2266;p66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7" name="Google Shape;2267;p66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8" name="Google Shape;2268;p66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9" name="Google Shape;2269;p66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0" name="Google Shape;2270;p66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1" name="Google Shape;2271;p66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2" name="Google Shape;2272;p66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3" name="Google Shape;2273;p66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4" name="Google Shape;2274;p66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5" name="Google Shape;2275;p66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6" name="Google Shape;2276;p66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7" name="Google Shape;2277;p66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8" name="Google Shape;2278;p66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9" name="Google Shape;2279;p66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0" name="Google Shape;2280;p66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1" name="Google Shape;2281;p66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2" name="Google Shape;2282;p66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3" name="Google Shape;2283;p66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4" name="Google Shape;2284;p66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5" name="Google Shape;2285;p66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6" name="Google Shape;2286;p66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7" name="Google Shape;2287;p66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8" name="Google Shape;2288;p66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9" name="Google Shape;2289;p66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0" name="Google Shape;2290;p66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1" name="Google Shape;2291;p66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2" name="Google Shape;2292;p66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3" name="Google Shape;2293;p66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4" name="Google Shape;2294;p66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5" name="Google Shape;2295;p66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6" name="Google Shape;2296;p66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7" name="Google Shape;2297;p66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8" name="Google Shape;2298;p66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9" name="Google Shape;2299;p66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0" name="Google Shape;2300;p66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1" name="Google Shape;2301;p66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2" name="Google Shape;2302;p66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3" name="Google Shape;2303;p66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4" name="Google Shape;2304;p66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5" name="Google Shape;2305;p66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6" name="Google Shape;2306;p66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7" name="Google Shape;2307;p66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8" name="Google Shape;2308;p66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9" name="Google Shape;2309;p66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0" name="Google Shape;2310;p66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1" name="Google Shape;2311;p66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2" name="Google Shape;2312;p66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3" name="Google Shape;2313;p66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4" name="Google Shape;2314;p66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5" name="Google Shape;2315;p66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6" name="Google Shape;2316;p66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7" name="Google Shape;2317;p66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8" name="Google Shape;2318;p66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9" name="Google Shape;2319;p66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0" name="Google Shape;2320;p66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1" name="Google Shape;2321;p66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2" name="Google Shape;2322;p66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3" name="Google Shape;2323;p66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4" name="Google Shape;2324;p66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5" name="Google Shape;2325;p66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6" name="Google Shape;2326;p66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7" name="Google Shape;2327;p66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8" name="Google Shape;2328;p66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9" name="Google Shape;2329;p66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0" name="Google Shape;2330;p66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1" name="Google Shape;2331;p66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2" name="Google Shape;2332;p66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3" name="Google Shape;2333;p66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4" name="Google Shape;2334;p66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5" name="Google Shape;2335;p66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6" name="Google Shape;2336;p66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7" name="Google Shape;2337;p66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8" name="Google Shape;2338;p66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9" name="Google Shape;2339;p66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0" name="Google Shape;2340;p66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1" name="Google Shape;2341;p66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2" name="Google Shape;2342;p66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3" name="Google Shape;2343;p66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4" name="Google Shape;2344;p66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5" name="Google Shape;2345;p66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6" name="Google Shape;2346;p66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7" name="Google Shape;2347;p66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8" name="Google Shape;2348;p66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9" name="Google Shape;2349;p66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0" name="Google Shape;2350;p66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1" name="Google Shape;2351;p66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2" name="Google Shape;2352;p66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3" name="Google Shape;2353;p66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4" name="Google Shape;2354;p66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5" name="Google Shape;2355;p66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6" name="Google Shape;2356;p66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7" name="Google Shape;2357;p66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8" name="Google Shape;2358;p66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9" name="Google Shape;2359;p66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0" name="Google Shape;2360;p66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1" name="Google Shape;2361;p66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2" name="Google Shape;2362;p66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3" name="Google Shape;2363;p66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4" name="Google Shape;2364;p66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5" name="Google Shape;2365;p66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6" name="Google Shape;2366;p66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7" name="Google Shape;2367;p66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8" name="Google Shape;2368;p66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9" name="Google Shape;2369;p66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0" name="Google Shape;2370;p66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1" name="Google Shape;2371;p66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2" name="Google Shape;2372;p66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3" name="Google Shape;2373;p66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4" name="Google Shape;2374;p66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5" name="Google Shape;2375;p66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6" name="Google Shape;2376;p66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7" name="Google Shape;2377;p66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8" name="Google Shape;2378;p66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9" name="Google Shape;2379;p66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0" name="Google Shape;2380;p66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1" name="Google Shape;2381;p66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2" name="Google Shape;2382;p66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3" name="Google Shape;2383;p66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4" name="Google Shape;2384;p66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5" name="Google Shape;2385;p66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6" name="Google Shape;2386;p66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7" name="Google Shape;2387;p66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8" name="Google Shape;2388;p66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9" name="Google Shape;2389;p66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0" name="Google Shape;2390;p66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1" name="Google Shape;2391;p66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2" name="Google Shape;2392;p66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3" name="Google Shape;2393;p66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4" name="Google Shape;2394;p66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5" name="Google Shape;2395;p66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6" name="Google Shape;2396;p66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7" name="Google Shape;2397;p66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8" name="Google Shape;2398;p66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9" name="Google Shape;2399;p66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0" name="Google Shape;2400;p66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1" name="Google Shape;2401;p66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2" name="Google Shape;2402;p66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3" name="Google Shape;2403;p66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4" name="Google Shape;2404;p66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5" name="Google Shape;2405;p66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6" name="Google Shape;2406;p66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7" name="Google Shape;2407;p66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8" name="Google Shape;2408;p66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9" name="Google Shape;2409;p66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0" name="Google Shape;2410;p66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1" name="Google Shape;2411;p66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2" name="Google Shape;2412;p66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3" name="Google Shape;2413;p66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4" name="Google Shape;2414;p66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5" name="Google Shape;2415;p66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6" name="Google Shape;2416;p66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7" name="Google Shape;2417;p66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8" name="Google Shape;2418;p66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9" name="Google Shape;2419;p66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0" name="Google Shape;2420;p66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1" name="Google Shape;2421;p66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2" name="Google Shape;2422;p66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3" name="Google Shape;2423;p66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4" name="Google Shape;2424;p66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5" name="Google Shape;2425;p66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6" name="Google Shape;2426;p66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7" name="Google Shape;2427;p66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8" name="Google Shape;2428;p66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9" name="Google Shape;2429;p66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0" name="Google Shape;2430;p66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1" name="Google Shape;2431;p66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2" name="Google Shape;2432;p66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3" name="Google Shape;2433;p66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4" name="Google Shape;2434;p66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5" name="Google Shape;2435;p66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6" name="Google Shape;2436;p66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7" name="Google Shape;2437;p66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8" name="Google Shape;2438;p66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9" name="Google Shape;2439;p66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0" name="Google Shape;2440;p66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1" name="Google Shape;2441;p66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2" name="Google Shape;2442;p66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3" name="Google Shape;2443;p66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4" name="Google Shape;2444;p66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5" name="Google Shape;2445;p66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6" name="Google Shape;2446;p66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7" name="Google Shape;2447;p66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8" name="Google Shape;2448;p66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9" name="Google Shape;2449;p66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0" name="Google Shape;2450;p66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1" name="Google Shape;2451;p66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2" name="Google Shape;2452;p66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3" name="Google Shape;2453;p66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4" name="Google Shape;2454;p66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5" name="Google Shape;2455;p66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6" name="Google Shape;2456;p66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7" name="Google Shape;2457;p66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8" name="Google Shape;2458;p66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9" name="Google Shape;2459;p66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0" name="Google Shape;2460;p66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1" name="Google Shape;2461;p66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2" name="Google Shape;2462;p66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3" name="Google Shape;2463;p66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4" name="Google Shape;2464;p66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5" name="Google Shape;2465;p66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6" name="Google Shape;2466;p66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7" name="Google Shape;2467;p66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8" name="Google Shape;2468;p66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9" name="Google Shape;2469;p66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0" name="Google Shape;2470;p66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1" name="Google Shape;2471;p66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2" name="Google Shape;2472;p66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3" name="Google Shape;2473;p66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4" name="Google Shape;2474;p66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5" name="Google Shape;2475;p66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6" name="Google Shape;2476;p66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7" name="Google Shape;2477;p66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8" name="Google Shape;2478;p66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9" name="Google Shape;2479;p66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0" name="Google Shape;2480;p66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1" name="Google Shape;2481;p66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2" name="Google Shape;2482;p66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3" name="Google Shape;2483;p66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4" name="Google Shape;2484;p66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5" name="Google Shape;2485;p66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6" name="Google Shape;2486;p66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7" name="Google Shape;2487;p66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8" name="Google Shape;2488;p66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9" name="Google Shape;2489;p66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0" name="Google Shape;2490;p66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1" name="Google Shape;2491;p66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2" name="Google Shape;2492;p66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3" name="Google Shape;2493;p66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4" name="Google Shape;2494;p66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5" name="Google Shape;2495;p66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6" name="Google Shape;2496;p66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7" name="Google Shape;2497;p66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8" name="Google Shape;2498;p66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9" name="Google Shape;2499;p66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0" name="Google Shape;2500;p66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1" name="Google Shape;2501;p66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2" name="Google Shape;2502;p66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3" name="Google Shape;2503;p66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4" name="Google Shape;2504;p66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5" name="Google Shape;2505;p66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6" name="Google Shape;2506;p66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7" name="Google Shape;2507;p66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8" name="Google Shape;2508;p66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9" name="Google Shape;2509;p66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0" name="Google Shape;2510;p66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1" name="Google Shape;2511;p66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2" name="Google Shape;2512;p66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3" name="Google Shape;2513;p66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4" name="Google Shape;2514;p66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5" name="Google Shape;2515;p66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6" name="Google Shape;2516;p66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7" name="Google Shape;2517;p66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8" name="Google Shape;2518;p66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9" name="Google Shape;2519;p66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0" name="Google Shape;2520;p66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1" name="Google Shape;2521;p66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2" name="Google Shape;2522;p66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3" name="Google Shape;2523;p66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4" name="Google Shape;2524;p66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5" name="Google Shape;2525;p66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6" name="Google Shape;2526;p66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7" name="Google Shape;2527;p66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8" name="Google Shape;2528;p66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9" name="Google Shape;2529;p66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0" name="Google Shape;2530;p66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1" name="Google Shape;2531;p66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2" name="Google Shape;2532;p66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3" name="Google Shape;2533;p66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4" name="Google Shape;2534;p66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5" name="Google Shape;2535;p66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6" name="Google Shape;2536;p66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7" name="Google Shape;2537;p66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8" name="Google Shape;2538;p66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9" name="Google Shape;2539;p66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0" name="Google Shape;2540;p66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1" name="Google Shape;2541;p66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2" name="Google Shape;2542;p66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3" name="Google Shape;2543;p66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4" name="Google Shape;2544;p66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5" name="Google Shape;2545;p66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6" name="Google Shape;2546;p66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7" name="Google Shape;2547;p66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8" name="Google Shape;2548;p66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9" name="Google Shape;2549;p66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0" name="Google Shape;2550;p66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1" name="Google Shape;2551;p66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2" name="Google Shape;2552;p66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3" name="Google Shape;2553;p66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4" name="Google Shape;2554;p66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5" name="Google Shape;2555;p66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6" name="Google Shape;2556;p66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7" name="Google Shape;2557;p66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8" name="Google Shape;2558;p66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9" name="Google Shape;2559;p66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0" name="Google Shape;2560;p66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1" name="Google Shape;2561;p66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2" name="Google Shape;2562;p66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3" name="Google Shape;2563;p66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4" name="Google Shape;2564;p66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5" name="Google Shape;2565;p66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6" name="Google Shape;2566;p66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7" name="Google Shape;2567;p66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8" name="Google Shape;2568;p66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9" name="Google Shape;2569;p66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0" name="Google Shape;2570;p66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1" name="Google Shape;2571;p66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2" name="Google Shape;2572;p66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3" name="Google Shape;2573;p66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4" name="Google Shape;2574;p66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5" name="Google Shape;2575;p66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6" name="Google Shape;2576;p66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7" name="Google Shape;2577;p66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8" name="Google Shape;2578;p66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9" name="Google Shape;2579;p66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0" name="Google Shape;2580;p66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1" name="Google Shape;2581;p66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2" name="Google Shape;2582;p66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3" name="Google Shape;2583;p66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4" name="Google Shape;2584;p66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5" name="Google Shape;2585;p66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6" name="Google Shape;2586;p66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7" name="Google Shape;2587;p66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8" name="Google Shape;2588;p66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9" name="Google Shape;2589;p66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0" name="Google Shape;2590;p66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1" name="Google Shape;2591;p66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2" name="Google Shape;2592;p66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3" name="Google Shape;2593;p66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4" name="Google Shape;2594;p66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5" name="Google Shape;2595;p66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6" name="Google Shape;2596;p66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7" name="Google Shape;2597;p66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8" name="Google Shape;2598;p66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9" name="Google Shape;2599;p66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0" name="Google Shape;2600;p66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1" name="Google Shape;2601;p66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2" name="Google Shape;2602;p66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3" name="Google Shape;2603;p66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4" name="Google Shape;2604;p66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5" name="Google Shape;2605;p66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6" name="Google Shape;2606;p66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7" name="Google Shape;2607;p66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8" name="Google Shape;2608;p66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9" name="Google Shape;2609;p66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0" name="Google Shape;2610;p66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1" name="Google Shape;2611;p66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2" name="Google Shape;2612;p66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3" name="Google Shape;2613;p66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4" name="Google Shape;2614;p66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5" name="Google Shape;2615;p66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6" name="Google Shape;2616;p66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7" name="Google Shape;2617;p66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8" name="Google Shape;2618;p66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9" name="Google Shape;2619;p66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0" name="Google Shape;2620;p66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1" name="Google Shape;2621;p66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2" name="Google Shape;2622;p66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3" name="Google Shape;2623;p66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4" name="Google Shape;2624;p66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5" name="Google Shape;2625;p66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6" name="Google Shape;2626;p66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7" name="Google Shape;2627;p66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8" name="Google Shape;2628;p66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9" name="Google Shape;2629;p66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0" name="Google Shape;2630;p66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1" name="Google Shape;2631;p66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2" name="Google Shape;2632;p66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3" name="Google Shape;2633;p66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4" name="Google Shape;2634;p66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5" name="Google Shape;2635;p66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6" name="Google Shape;2636;p66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7" name="Google Shape;2637;p66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8" name="Google Shape;2638;p66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9" name="Google Shape;2639;p66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0" name="Google Shape;2640;p66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1" name="Google Shape;2641;p66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2" name="Google Shape;2642;p66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3" name="Google Shape;2643;p66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4" name="Google Shape;2644;p66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5" name="Google Shape;2645;p66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6" name="Google Shape;2646;p66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7" name="Google Shape;2647;p66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8" name="Google Shape;2648;p66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9" name="Google Shape;2649;p66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0" name="Google Shape;2650;p66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1" name="Google Shape;2651;p66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2" name="Google Shape;2652;p66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3" name="Google Shape;2653;p66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4" name="Google Shape;2654;p66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5" name="Google Shape;2655;p66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6" name="Google Shape;2656;p66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7" name="Google Shape;2657;p66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8" name="Google Shape;2658;p66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9" name="Google Shape;2659;p66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0" name="Google Shape;2660;p66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1" name="Google Shape;2661;p66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2" name="Google Shape;2662;p66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3" name="Google Shape;2663;p66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4" name="Google Shape;2664;p66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5" name="Google Shape;2665;p66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6" name="Google Shape;2666;p66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7" name="Google Shape;2667;p66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8" name="Google Shape;2668;p66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9" name="Google Shape;2669;p66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0" name="Google Shape;2670;p66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1" name="Google Shape;2671;p66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2" name="Google Shape;2672;p66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3" name="Google Shape;2673;p66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4" name="Google Shape;2674;p66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5" name="Google Shape;2675;p66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6" name="Google Shape;2676;p66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7" name="Google Shape;2677;p66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8" name="Google Shape;2678;p66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9" name="Google Shape;2679;p66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0" name="Google Shape;2680;p66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1" name="Google Shape;2681;p66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2" name="Google Shape;2682;p66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3" name="Google Shape;2683;p66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4" name="Google Shape;2684;p66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5" name="Google Shape;2685;p66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6" name="Google Shape;2686;p66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7" name="Google Shape;2687;p66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8" name="Google Shape;2688;p66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9" name="Google Shape;2689;p66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0" name="Google Shape;2690;p66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1" name="Google Shape;2691;p66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2" name="Google Shape;2692;p66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3" name="Google Shape;2693;p66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4" name="Google Shape;2694;p66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5" name="Google Shape;2695;p66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6" name="Google Shape;2696;p66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7" name="Google Shape;2697;p66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8" name="Google Shape;2698;p66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9" name="Google Shape;2699;p66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0" name="Google Shape;2700;p66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1" name="Google Shape;2701;p66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2" name="Google Shape;2702;p66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3" name="Google Shape;2703;p66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4" name="Google Shape;2704;p66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5" name="Google Shape;2705;p66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6" name="Google Shape;2706;p66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7" name="Google Shape;2707;p66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8" name="Google Shape;2708;p66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9" name="Google Shape;2709;p66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0" name="Google Shape;2710;p66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1" name="Google Shape;2711;p66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2" name="Google Shape;2712;p66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3" name="Google Shape;2713;p66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4" name="Google Shape;2714;p66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5" name="Google Shape;2715;p66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6" name="Google Shape;2716;p66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7" name="Google Shape;2717;p66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8" name="Google Shape;2718;p66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9" name="Google Shape;2719;p66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0" name="Google Shape;2720;p66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1" name="Google Shape;2721;p66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2" name="Google Shape;2722;p66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3" name="Google Shape;2723;p66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4" name="Google Shape;2724;p66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5" name="Google Shape;2725;p66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6" name="Google Shape;2726;p66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7" name="Google Shape;2727;p66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8" name="Google Shape;2728;p66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9" name="Google Shape;2729;p66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0" name="Google Shape;2730;p66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1" name="Google Shape;2731;p66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2" name="Google Shape;2732;p66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3" name="Google Shape;2733;p66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4" name="Google Shape;2734;p66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5" name="Google Shape;2735;p66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6" name="Google Shape;2736;p66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7" name="Google Shape;2737;p66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8" name="Google Shape;2738;p66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9" name="Google Shape;2739;p66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0" name="Google Shape;2740;p66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1" name="Google Shape;2741;p66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2" name="Google Shape;2742;p66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3" name="Google Shape;2743;p66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4" name="Google Shape;2744;p66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5" name="Google Shape;2745;p66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6" name="Google Shape;2746;p66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7" name="Google Shape;2747;p66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8" name="Google Shape;2748;p66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9" name="Google Shape;2749;p66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0" name="Google Shape;2750;p66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1" name="Google Shape;2751;p66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2" name="Google Shape;2752;p66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3" name="Google Shape;2753;p66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4" name="Google Shape;2754;p66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5" name="Google Shape;2755;p66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6" name="Google Shape;2756;p66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7" name="Google Shape;2757;p66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8" name="Google Shape;2758;p66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9" name="Google Shape;2759;p66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0" name="Google Shape;2760;p66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1" name="Google Shape;2761;p66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2" name="Google Shape;2762;p66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3" name="Google Shape;2763;p66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4" name="Google Shape;2764;p66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5" name="Google Shape;2765;p66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6" name="Google Shape;2766;p66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7" name="Google Shape;2767;p66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8" name="Google Shape;2768;p66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9" name="Google Shape;2769;p66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0" name="Google Shape;2770;p66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1" name="Google Shape;2771;p66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2" name="Google Shape;2772;p66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3" name="Google Shape;2773;p66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4" name="Google Shape;2774;p66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5" name="Google Shape;2775;p66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6" name="Google Shape;2776;p66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7" name="Google Shape;2777;p66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8" name="Google Shape;2778;p66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9" name="Google Shape;2779;p66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0" name="Google Shape;2780;p66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1" name="Google Shape;2781;p66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2" name="Google Shape;2782;p66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3" name="Google Shape;2783;p66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4" name="Google Shape;2784;p66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5" name="Google Shape;2785;p66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6" name="Google Shape;2786;p66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7" name="Google Shape;2787;p66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8" name="Google Shape;2788;p66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9" name="Google Shape;2789;p66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0" name="Google Shape;2790;p66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1" name="Google Shape;2791;p66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2" name="Google Shape;2792;p66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3" name="Google Shape;2793;p66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4" name="Google Shape;2794;p66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5" name="Google Shape;2795;p66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6" name="Google Shape;2796;p66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7" name="Google Shape;2797;p66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8" name="Google Shape;2798;p66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9" name="Google Shape;2799;p66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0" name="Google Shape;2800;p66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1" name="Google Shape;2801;p66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2" name="Google Shape;2802;p66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3" name="Google Shape;2803;p66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4" name="Google Shape;2804;p66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5" name="Google Shape;2805;p66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6" name="Google Shape;2806;p66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7" name="Google Shape;2807;p66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8" name="Google Shape;2808;p66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9" name="Google Shape;2809;p66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0" name="Google Shape;2810;p66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1" name="Google Shape;2811;p66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2" name="Google Shape;2812;p66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3" name="Google Shape;2813;p66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4" name="Google Shape;2814;p66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5" name="Google Shape;2815;p66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6" name="Google Shape;2816;p66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7" name="Google Shape;2817;p66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8" name="Google Shape;2818;p66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9" name="Google Shape;2819;p66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0" name="Google Shape;2820;p66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1" name="Google Shape;2821;p66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2" name="Google Shape;2822;p66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3" name="Google Shape;2823;p66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4" name="Google Shape;2824;p66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5" name="Google Shape;2825;p66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6" name="Google Shape;2826;p66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7" name="Google Shape;2827;p66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8" name="Google Shape;2828;p66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9" name="Google Shape;2829;p66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0" name="Google Shape;2830;p66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1" name="Google Shape;2831;p66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2" name="Google Shape;2832;p66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3" name="Google Shape;2833;p66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4" name="Google Shape;2834;p66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5" name="Google Shape;2835;p66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6" name="Google Shape;2836;p66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7" name="Google Shape;2837;p66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8" name="Google Shape;2838;p66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9" name="Google Shape;2839;p66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0" name="Google Shape;2840;p66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1" name="Google Shape;2841;p66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2" name="Google Shape;2842;p66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3" name="Google Shape;2843;p66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4" name="Google Shape;2844;p66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5" name="Google Shape;2845;p66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6" name="Google Shape;2846;p66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7" name="Google Shape;2847;p66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8" name="Google Shape;2848;p66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9" name="Google Shape;2849;p66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0" name="Google Shape;2850;p66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1" name="Google Shape;2851;p66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2" name="Google Shape;2852;p66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3" name="Google Shape;2853;p66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4" name="Google Shape;2854;p66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5" name="Google Shape;2855;p66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6" name="Google Shape;2856;p66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7" name="Google Shape;2857;p66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8" name="Google Shape;2858;p66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9" name="Google Shape;2859;p66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0" name="Google Shape;2860;p66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1" name="Google Shape;2861;p66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2" name="Google Shape;2862;p66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3" name="Google Shape;2863;p66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4" name="Google Shape;2864;p66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5" name="Google Shape;2865;p66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6" name="Google Shape;2866;p66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7" name="Google Shape;2867;p66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8" name="Google Shape;2868;p66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9" name="Google Shape;2869;p66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0" name="Google Shape;2870;p66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1" name="Google Shape;2871;p66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2" name="Google Shape;2872;p66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3" name="Google Shape;2873;p66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4" name="Google Shape;2874;p66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5" name="Google Shape;2875;p66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6" name="Google Shape;2876;p66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7" name="Google Shape;2877;p66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8" name="Google Shape;2878;p66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9" name="Google Shape;2879;p66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0" name="Google Shape;2880;p66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1" name="Google Shape;2881;p66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2" name="Google Shape;2882;p66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3" name="Google Shape;2883;p66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4" name="Google Shape;2884;p66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5" name="Google Shape;2885;p66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6" name="Google Shape;2886;p66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7" name="Google Shape;2887;p66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8" name="Google Shape;2888;p66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9" name="Google Shape;2889;p66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0" name="Google Shape;2890;p66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1" name="Google Shape;2891;p66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2" name="Google Shape;2892;p66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3" name="Google Shape;2893;p66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4" name="Google Shape;2894;p66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5" name="Google Shape;2895;p66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6" name="Google Shape;2896;p66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7" name="Google Shape;2897;p66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8" name="Google Shape;2898;p66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9" name="Google Shape;2899;p66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0" name="Google Shape;2900;p66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1" name="Google Shape;2901;p66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2" name="Google Shape;2902;p66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3" name="Google Shape;2903;p66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4" name="Google Shape;2904;p66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5" name="Google Shape;2905;p66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6" name="Google Shape;2906;p66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7" name="Google Shape;2907;p66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8" name="Google Shape;2908;p66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9" name="Google Shape;2909;p66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0" name="Google Shape;2910;p66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1" name="Google Shape;2911;p66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2" name="Google Shape;2912;p66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3" name="Google Shape;2913;p66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4" name="Google Shape;2914;p66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5" name="Google Shape;2915;p66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6" name="Google Shape;2916;p66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7" name="Google Shape;2917;p66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8" name="Google Shape;2918;p66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9" name="Google Shape;2919;p66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0" name="Google Shape;2920;p66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1" name="Google Shape;2921;p66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2" name="Google Shape;2922;p66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3" name="Google Shape;2923;p66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4" name="Google Shape;2924;p66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5" name="Google Shape;2925;p66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6" name="Google Shape;2926;p66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7" name="Google Shape;2927;p66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8" name="Google Shape;2928;p66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9" name="Google Shape;2929;p66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0" name="Google Shape;2930;p66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1" name="Google Shape;2931;p66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2" name="Google Shape;2932;p66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3" name="Google Shape;2933;p66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4" name="Google Shape;2934;p66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5" name="Google Shape;2935;p66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6" name="Google Shape;2936;p66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7" name="Google Shape;2937;p66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8" name="Google Shape;2938;p66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9" name="Google Shape;2939;p66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0" name="Google Shape;2940;p66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1" name="Google Shape;2941;p66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2" name="Google Shape;2942;p66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3" name="Google Shape;2943;p66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4" name="Google Shape;2944;p66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5" name="Google Shape;2945;p66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6" name="Google Shape;2946;p66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7" name="Google Shape;2947;p66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8" name="Google Shape;2948;p66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9" name="Google Shape;2949;p66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0" name="Google Shape;2950;p66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1" name="Google Shape;2951;p66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2" name="Google Shape;2952;p66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3" name="Google Shape;2953;p66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4" name="Google Shape;2954;p66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5" name="Google Shape;2955;p66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6" name="Google Shape;2956;p66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7" name="Google Shape;2957;p66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8" name="Google Shape;2958;p66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9" name="Google Shape;2959;p66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0" name="Google Shape;2960;p66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1" name="Google Shape;2961;p66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2" name="Google Shape;2962;p66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3" name="Google Shape;2963;p66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4" name="Google Shape;2964;p66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5" name="Google Shape;2965;p66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6" name="Google Shape;2966;p66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7" name="Google Shape;2967;p66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8" name="Google Shape;2968;p66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9" name="Google Shape;2969;p66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0" name="Google Shape;2970;p66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1" name="Google Shape;2971;p66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2" name="Google Shape;2972;p66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3" name="Google Shape;2973;p66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4" name="Google Shape;2974;p66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5" name="Google Shape;2975;p66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6" name="Google Shape;2976;p66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7" name="Google Shape;2977;p66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8" name="Google Shape;2978;p66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9" name="Google Shape;2979;p66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0" name="Google Shape;2980;p66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1" name="Google Shape;2981;p66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2" name="Google Shape;2982;p66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3" name="Google Shape;2983;p66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4" name="Google Shape;2984;p66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5" name="Google Shape;2985;p66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6" name="Google Shape;2986;p66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7" name="Google Shape;2987;p66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8" name="Google Shape;2988;p66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9" name="Google Shape;2989;p66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0" name="Google Shape;2990;p66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1" name="Google Shape;2991;p66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2" name="Google Shape;2992;p66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3" name="Google Shape;2993;p66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4" name="Google Shape;2994;p66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5" name="Google Shape;2995;p66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6" name="Google Shape;2996;p66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7" name="Google Shape;2997;p66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8" name="Google Shape;2998;p66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9" name="Google Shape;2999;p66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0" name="Google Shape;3000;p66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1" name="Google Shape;3001;p66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2" name="Google Shape;3002;p66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3" name="Google Shape;3003;p66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4" name="Google Shape;3004;p66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5" name="Google Shape;3005;p66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6" name="Google Shape;3006;p66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7" name="Google Shape;3007;p66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8" name="Google Shape;3008;p66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9" name="Google Shape;3009;p66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0" name="Google Shape;3010;p66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1" name="Google Shape;3011;p66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2" name="Google Shape;3012;p66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3" name="Google Shape;3013;p66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4" name="Google Shape;3014;p66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5" name="Google Shape;3015;p66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6" name="Google Shape;3016;p66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7" name="Google Shape;3017;p66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8" name="Google Shape;3018;p66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9" name="Google Shape;3019;p66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0" name="Google Shape;3020;p66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1" name="Google Shape;3021;p66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2" name="Google Shape;3022;p66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3" name="Google Shape;3023;p66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4" name="Google Shape;3024;p66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5" name="Google Shape;3025;p66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6" name="Google Shape;3026;p66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7" name="Google Shape;3027;p66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8" name="Google Shape;3028;p66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9" name="Google Shape;3029;p66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0" name="Google Shape;3030;p66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1" name="Google Shape;3031;p66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2" name="Google Shape;3032;p66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3" name="Google Shape;3033;p66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4" name="Google Shape;3034;p66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5" name="Google Shape;3035;p66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6" name="Google Shape;3036;p66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7" name="Google Shape;3037;p66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8" name="Google Shape;3038;p66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9" name="Google Shape;3039;p66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0" name="Google Shape;3040;p66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1" name="Google Shape;3041;p66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2" name="Google Shape;3042;p66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3" name="Google Shape;3043;p66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4" name="Google Shape;3044;p66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5" name="Google Shape;3045;p66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6" name="Google Shape;3046;p66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7" name="Google Shape;3047;p66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8" name="Google Shape;3048;p66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9" name="Google Shape;3049;p66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0" name="Google Shape;3050;p66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1" name="Google Shape;3051;p66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2" name="Google Shape;3052;p66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3" name="Google Shape;3053;p66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4" name="Google Shape;3054;p66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5" name="Google Shape;3055;p66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6" name="Google Shape;3056;p66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7" name="Google Shape;3057;p66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8" name="Google Shape;3058;p66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9" name="Google Shape;3059;p66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0" name="Google Shape;3060;p66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061" name="Google Shape;3061;p66"/>
          <p:cNvGrpSpPr/>
          <p:nvPr/>
        </p:nvGrpSpPr>
        <p:grpSpPr>
          <a:xfrm>
            <a:off x="4765697" y="3805743"/>
            <a:ext cx="2988459" cy="1774208"/>
            <a:chOff x="3597785" y="3065882"/>
            <a:chExt cx="2241344" cy="1330656"/>
          </a:xfrm>
        </p:grpSpPr>
        <p:grpSp>
          <p:nvGrpSpPr>
            <p:cNvPr id="3062" name="Google Shape;3062;p66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063" name="Google Shape;3063;p66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064" name="Google Shape;3064;p66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065" name="Google Shape;3065;p66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6" name="Google Shape;3066;p66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67" name="Google Shape;3067;p66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068" name="Google Shape;3068;p66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69" name="Google Shape;3069;p66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070" name="Google Shape;3070;p66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071" name="Google Shape;3071;p66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072" name="Google Shape;3072;p66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73" name="Google Shape;3073;p66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4" name="Google Shape;3074;p66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075" name="Google Shape;3075;p66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76" name="Google Shape;3076;p66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77" name="Google Shape;3077;p66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078" name="Google Shape;3078;p66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79" name="Google Shape;3079;p66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80" name="Google Shape;3080;p66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081" name="Google Shape;3081;p66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2" name="Google Shape;3082;p66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83" name="Google Shape;3083;p66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084" name="Google Shape;3084;p66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5" name="Google Shape;3085;p66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086" name="Google Shape;3086;p66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087" name="Google Shape;3087;p66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088" name="Google Shape;3088;p66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89" name="Google Shape;3089;p66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0" name="Google Shape;3090;p66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1" name="Google Shape;3091;p66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2" name="Google Shape;3092;p66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3" name="Google Shape;3093;p66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94" name="Google Shape;3094;p66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095" name="Google Shape;3095;p66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6" name="Google Shape;3096;p66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097" name="Google Shape;3097;p66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098" name="Google Shape;3098;p66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099" name="Google Shape;3099;p66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00" name="Google Shape;3100;p66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101" name="Google Shape;3101;p66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2" name="Google Shape;3102;p66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03" name="Google Shape;3103;p66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104" name="Google Shape;3104;p66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5" name="Google Shape;3105;p66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06" name="Google Shape;3106;p66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107" name="Google Shape;3107;p66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08" name="Google Shape;3108;p66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09" name="Google Shape;3109;p66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110" name="Google Shape;3110;p66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1" name="Google Shape;3111;p66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12" name="Google Shape;3112;p66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113" name="Google Shape;3113;p66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4" name="Google Shape;3114;p66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115" name="Google Shape;3115;p66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116" name="Google Shape;3116;p66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117" name="Google Shape;3117;p66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8" name="Google Shape;3118;p66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19" name="Google Shape;3119;p66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20" name="Google Shape;3120;p66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121" name="Google Shape;3121;p66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22" name="Google Shape;3122;p66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23" name="Google Shape;3123;p66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124" name="Google Shape;3124;p66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25" name="Google Shape;3125;p66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26" name="Google Shape;3126;p66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127" name="Google Shape;3127;p66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28" name="Google Shape;3128;p66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29" name="Google Shape;3129;p66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130" name="Google Shape;3130;p66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31" name="Google Shape;3131;p66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132" name="Google Shape;3132;p66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133" name="Google Shape;3133;p66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134" name="Google Shape;3134;p66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35" name="Google Shape;3135;p66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36" name="Google Shape;3136;p66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37" name="Google Shape;3137;p66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38" name="Google Shape;3138;p66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139" name="Google Shape;3139;p66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40" name="Google Shape;3140;p66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41" name="Google Shape;3141;p66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142" name="Google Shape;3142;p66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43" name="Google Shape;3143;p66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44" name="Google Shape;3144;p66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145" name="Google Shape;3145;p66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46" name="Google Shape;3146;p66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47" name="Google Shape;3147;p66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148" name="Google Shape;3148;p66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49" name="Google Shape;3149;p66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50" name="Google Shape;3150;p66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151" name="Google Shape;3151;p66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52" name="Google Shape;3152;p66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53" name="Google Shape;3153;p66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154" name="Google Shape;3154;p66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55" name="Google Shape;3155;p66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156" name="Google Shape;3156;p66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157" name="Google Shape;3157;p66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158" name="Google Shape;3158;p66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159" name="Google Shape;3159;p66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60" name="Google Shape;3160;p66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61" name="Google Shape;3161;p66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162" name="Google Shape;3162;p66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63" name="Google Shape;3163;p66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164" name="Google Shape;3164;p66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165" name="Google Shape;3165;p66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166" name="Google Shape;3166;p66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67" name="Google Shape;3167;p66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68" name="Google Shape;3168;p66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69" name="Google Shape;3169;p66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70" name="Google Shape;3170;p66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71" name="Google Shape;3171;p66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72" name="Google Shape;3172;p66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173" name="Google Shape;3173;p66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74" name="Google Shape;3174;p66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75" name="Google Shape;3175;p66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176" name="Google Shape;3176;p66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77" name="Google Shape;3177;p66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78" name="Google Shape;3178;p66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179" name="Google Shape;3179;p66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80" name="Google Shape;3180;p66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81" name="Google Shape;3181;p66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182" name="Google Shape;3182;p66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83" name="Google Shape;3183;p66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84" name="Google Shape;3184;p66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185" name="Google Shape;3185;p66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86" name="Google Shape;3186;p66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87" name="Google Shape;3187;p66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188" name="Google Shape;3188;p66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89" name="Google Shape;3189;p66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90" name="Google Shape;3190;p66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191" name="Google Shape;3191;p66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92" name="Google Shape;3192;p66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93" name="Google Shape;3193;p66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194" name="Google Shape;3194;p66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95" name="Google Shape;3195;p66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196" name="Google Shape;3196;p66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197" name="Google Shape;3197;p66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198" name="Google Shape;3198;p66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199" name="Google Shape;3199;p66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200" name="Google Shape;3200;p66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201" name="Google Shape;3201;p66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2" name="Google Shape;3202;p66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3" name="Google Shape;3203;p66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4" name="Google Shape;3204;p66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5" name="Google Shape;3205;p66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6" name="Google Shape;3206;p66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7" name="Google Shape;3207;p66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8" name="Google Shape;3208;p66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09" name="Google Shape;3209;p66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0" name="Google Shape;3210;p66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1" name="Google Shape;3211;p66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2" name="Google Shape;3212;p66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3" name="Google Shape;3213;p66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4" name="Google Shape;3214;p66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5" name="Google Shape;3215;p66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6" name="Google Shape;3216;p66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17" name="Google Shape;3217;p66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18" name="Google Shape;3218;p66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219" name="Google Shape;3219;p66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20" name="Google Shape;3220;p66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21" name="Google Shape;3221;p66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222" name="Google Shape;3222;p66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23" name="Google Shape;3223;p66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24" name="Google Shape;3224;p66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225" name="Google Shape;3225;p66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26" name="Google Shape;3226;p66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27" name="Google Shape;3227;p66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228" name="Google Shape;3228;p66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29" name="Google Shape;3229;p66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30" name="Google Shape;3230;p66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231" name="Google Shape;3231;p66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32" name="Google Shape;3232;p66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33" name="Google Shape;3233;p66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234" name="Google Shape;3234;p66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35" name="Google Shape;3235;p66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36" name="Google Shape;3236;p66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237" name="Google Shape;3237;p66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38" name="Google Shape;3238;p66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39" name="Google Shape;3239;p66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240" name="Google Shape;3240;p66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41" name="Google Shape;3241;p66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42" name="Google Shape;3242;p66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243" name="Google Shape;3243;p66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44" name="Google Shape;3244;p66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45" name="Google Shape;3245;p66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246" name="Google Shape;3246;p66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47" name="Google Shape;3247;p66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48" name="Google Shape;3248;p66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249" name="Google Shape;3249;p66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50" name="Google Shape;3250;p66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51" name="Google Shape;3251;p66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252" name="Google Shape;3252;p66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53" name="Google Shape;3253;p66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254" name="Google Shape;3254;p66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255" name="Google Shape;3255;p66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56" name="Google Shape;3256;p66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257" name="Google Shape;3257;p66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258" name="Google Shape;3258;p66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259" name="Google Shape;3259;p66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260" name="Google Shape;3260;p66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261" name="Google Shape;3261;p66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3262" name="Google Shape;3262;p66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263" name="Google Shape;3263;p66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3264" name="Google Shape;3264;p66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grpSp>
                <p:nvGrpSpPr>
                  <p:cNvPr id="3265" name="Google Shape;3265;p66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266" name="Google Shape;3266;p66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67" name="Google Shape;3267;p66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68" name="Google Shape;3268;p66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69" name="Google Shape;3269;p66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70" name="Google Shape;3270;p66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71" name="Google Shape;3271;p66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72" name="Google Shape;3272;p66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sp>
                  <p:nvSpPr>
                    <p:cNvPr id="3273" name="Google Shape;3273;p66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endParaRPr sz="2400"/>
                    </a:p>
                  </p:txBody>
                </p:sp>
                <p:grpSp>
                  <p:nvGrpSpPr>
                    <p:cNvPr id="3274" name="Google Shape;3274;p66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275" name="Google Shape;3275;p66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76" name="Google Shape;3276;p66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77" name="Google Shape;3277;p66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78" name="Google Shape;3278;p66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79" name="Google Shape;3279;p66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0" name="Google Shape;3280;p66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1" name="Google Shape;3281;p66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2" name="Google Shape;3282;p66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3" name="Google Shape;3283;p66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4" name="Google Shape;3284;p66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5" name="Google Shape;3285;p66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6" name="Google Shape;3286;p66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7" name="Google Shape;3287;p66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sp>
                    <p:nvSpPr>
                      <p:cNvPr id="3288" name="Google Shape;3288;p66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121900" tIns="121900" rIns="121900" bIns="121900" anchor="ctr" anchorCtr="0">
                        <a:noAutofit/>
                      </a:bodyPr>
                      <a:lstStyle/>
                      <a:p>
                        <a:endParaRPr sz="2400"/>
                      </a:p>
                    </p:txBody>
                  </p:sp>
                  <p:grpSp>
                    <p:nvGrpSpPr>
                      <p:cNvPr id="3289" name="Google Shape;3289;p66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290" name="Google Shape;3290;p66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1" name="Google Shape;3291;p66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2" name="Google Shape;3292;p66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3" name="Google Shape;3293;p66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4" name="Google Shape;3294;p66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5" name="Google Shape;3295;p66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6" name="Google Shape;3296;p66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7" name="Google Shape;3297;p66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8" name="Google Shape;3298;p66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299" name="Google Shape;3299;p66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0" name="Google Shape;3300;p66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1" name="Google Shape;3301;p66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2" name="Google Shape;3302;p66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3" name="Google Shape;3303;p66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4" name="Google Shape;3304;p66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5" name="Google Shape;3305;p66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6" name="Google Shape;3306;p66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7" name="Google Shape;3307;p66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8" name="Google Shape;3308;p66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09" name="Google Shape;3309;p66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10" name="Google Shape;3310;p66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11" name="Google Shape;3311;p66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12" name="Google Shape;3312;p66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sp>
                      <p:nvSpPr>
                        <p:cNvPr id="3313" name="Google Shape;3313;p66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  <p:grpSp>
                      <p:nvGrpSpPr>
                        <p:cNvPr id="3314" name="Google Shape;3314;p66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315" name="Google Shape;3315;p66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121900" tIns="121900" rIns="121900" bIns="121900" anchor="ctr" anchorCtr="0">
                            <a:noAutofit/>
                          </a:bodyPr>
                          <a:lstStyle/>
                          <a:p>
                            <a:endParaRPr sz="2400"/>
                          </a:p>
                        </p:txBody>
                      </p:sp>
                      <p:grpSp>
                        <p:nvGrpSpPr>
                          <p:cNvPr id="3316" name="Google Shape;3316;p66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317" name="Google Shape;3317;p66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18" name="Google Shape;3318;p66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19" name="Google Shape;3319;p66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20" name="Google Shape;3320;p66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21" name="Google Shape;3321;p66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22" name="Google Shape;3322;p66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23" name="Google Shape;3323;p66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grpSp>
                          <p:nvGrpSpPr>
                            <p:cNvPr id="3324" name="Google Shape;3324;p66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325" name="Google Shape;3325;p66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26" name="Google Shape;3326;p66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27" name="Google Shape;3327;p66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28" name="Google Shape;3328;p66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29" name="Google Shape;3329;p66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0" name="Google Shape;3330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1" name="Google Shape;3331;p66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2" name="Google Shape;3332;p66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3" name="Google Shape;3333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4" name="Google Shape;3334;p66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5" name="Google Shape;3335;p66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6" name="Google Shape;3336;p66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sp>
                            <p:nvSpPr>
                              <p:cNvPr id="3337" name="Google Shape;3337;p66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121900" tIns="121900" rIns="121900" bIns="121900" anchor="ctr" anchorCtr="0">
                                <a:noAutofit/>
                              </a:bodyPr>
                              <a:lstStyle/>
                              <a:p>
                                <a:endParaRPr sz="2400"/>
                              </a:p>
                            </p:txBody>
                          </p:sp>
                          <p:grpSp>
                            <p:nvGrpSpPr>
                              <p:cNvPr id="3338" name="Google Shape;3338;p66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339" name="Google Shape;3339;p66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0" name="Google Shape;3340;p66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1" name="Google Shape;3341;p66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2" name="Google Shape;3342;p66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3" name="Google Shape;3343;p66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4" name="Google Shape;3344;p66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sp>
                              <p:nvSpPr>
                                <p:cNvPr id="3345" name="Google Shape;3345;p66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121900" tIns="121900" rIns="121900" bIns="121900" anchor="ctr" anchorCtr="0">
                                  <a:noAutofit/>
                                </a:bodyPr>
                                <a:lstStyle/>
                                <a:p>
                                  <a:endParaRPr sz="2400"/>
                                </a:p>
                              </p:txBody>
                            </p:sp>
                            <p:grpSp>
                              <p:nvGrpSpPr>
                                <p:cNvPr id="3346" name="Google Shape;3346;p66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347" name="Google Shape;3347;p66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3348" name="Google Shape;3348;p66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3349" name="Google Shape;3349;p66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3350" name="Google Shape;3350;p66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sp>
                                <p:nvSpPr>
                                  <p:cNvPr id="3351" name="Google Shape;3351;p66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121900" tIns="121900" rIns="121900" bIns="121900" anchor="ctr" anchorCtr="0">
                                    <a:noAutofit/>
                                  </a:bodyPr>
                                  <a:lstStyle/>
                                  <a:p>
                                    <a:endParaRPr sz="2400"/>
                                  </a:p>
                                </p:txBody>
                              </p:sp>
                              <p:grpSp>
                                <p:nvGrpSpPr>
                                  <p:cNvPr id="3352" name="Google Shape;3352;p66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353" name="Google Shape;3353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3354" name="Google Shape;3354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3355" name="Google Shape;3355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  <p:sp>
                                  <p:nvSpPr>
                                    <p:cNvPr id="3356" name="Google Shape;3356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121900" tIns="121900" rIns="121900" bIns="121900" anchor="ctr" anchorCtr="0">
                                      <a:noAutofit/>
                                    </a:bodyPr>
                                    <a:lstStyle/>
                                    <a:p>
                                      <a:endParaRPr sz="2400"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357" name="Google Shape;3357;p66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58" name="Google Shape;3358;p66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  <p:sp>
                          <p:nvSpPr>
                            <p:cNvPr id="3359" name="Google Shape;3359;p66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121900" tIns="121900" rIns="121900" bIns="121900" anchor="ctr" anchorCtr="0">
                              <a:noAutofit/>
                            </a:bodyPr>
                            <a:lstStyle/>
                            <a:p>
                              <a:endParaRPr sz="2400"/>
                            </a:p>
                          </p:txBody>
                        </p:sp>
                      </p:grpSp>
                    </p:grpSp>
                    <p:sp>
                      <p:nvSpPr>
                        <p:cNvPr id="3360" name="Google Shape;3360;p66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121900" tIns="121900" rIns="121900" bIns="121900" anchor="ctr" anchorCtr="0">
                          <a:noAutofit/>
                        </a:bodyPr>
                        <a:lstStyle/>
                        <a:p>
                          <a:endParaRPr sz="2400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361" name="Google Shape;3361;p66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362" name="Google Shape;3362;p66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63" name="Google Shape;3363;p66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64" name="Google Shape;3364;p66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365" name="Google Shape;3365;p66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66" name="Google Shape;3366;p66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67" name="Google Shape;3367;p66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368" name="Google Shape;3368;p66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69" name="Google Shape;3369;p66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70" name="Google Shape;3370;p66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371" name="Google Shape;3371;p66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72" name="Google Shape;3372;p66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73" name="Google Shape;3373;p66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374" name="Google Shape;3374;p66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75" name="Google Shape;3375;p66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76" name="Google Shape;3376;p66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377" name="Google Shape;3377;p66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78" name="Google Shape;3378;p66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79" name="Google Shape;3379;p66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380" name="Google Shape;3380;p66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81" name="Google Shape;3381;p66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82" name="Google Shape;3382;p66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383" name="Google Shape;3383;p66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84" name="Google Shape;3384;p66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85" name="Google Shape;3385;p66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386" name="Google Shape;3386;p66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87" name="Google Shape;3387;p66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88" name="Google Shape;3388;p66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389" name="Google Shape;3389;p66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90" name="Google Shape;3390;p66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91" name="Google Shape;3391;p66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392" name="Google Shape;3392;p66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93" name="Google Shape;3393;p66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94" name="Google Shape;3394;p66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395" name="Google Shape;3395;p66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96" name="Google Shape;3396;p66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397" name="Google Shape;3397;p66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398" name="Google Shape;3398;p66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399" name="Google Shape;3399;p66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00" name="Google Shape;3400;p66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401" name="Google Shape;3401;p66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02" name="Google Shape;3402;p66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03" name="Google Shape;3403;p66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404" name="Google Shape;3404;p66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05" name="Google Shape;3405;p66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06" name="Google Shape;3406;p66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407" name="Google Shape;3407;p66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08" name="Google Shape;3408;p66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09" name="Google Shape;3409;p66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410" name="Google Shape;3410;p66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11" name="Google Shape;3411;p66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12" name="Google Shape;3412;p66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413" name="Google Shape;3413;p66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14" name="Google Shape;3414;p66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15" name="Google Shape;3415;p66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416" name="Google Shape;3416;p66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17" name="Google Shape;3417;p66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18" name="Google Shape;3418;p66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419" name="Google Shape;3419;p66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20" name="Google Shape;3420;p66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21" name="Google Shape;3421;p66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422" name="Google Shape;3422;p66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23" name="Google Shape;3423;p66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24" name="Google Shape;3424;p66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425" name="Google Shape;3425;p66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26" name="Google Shape;3426;p66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27" name="Google Shape;3427;p66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428" name="Google Shape;3428;p66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29" name="Google Shape;3429;p66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30" name="Google Shape;3430;p66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431" name="Google Shape;3431;p66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32" name="Google Shape;3432;p66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33" name="Google Shape;3433;p66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434" name="Google Shape;3434;p66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35" name="Google Shape;3435;p66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36" name="Google Shape;3436;p66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437" name="Google Shape;3437;p66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38" name="Google Shape;3438;p66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39" name="Google Shape;3439;p66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440" name="Google Shape;3440;p66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41" name="Google Shape;3441;p66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42" name="Google Shape;3442;p66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443" name="Google Shape;3443;p66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44" name="Google Shape;3444;p66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45" name="Google Shape;3445;p66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446" name="Google Shape;3446;p66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47" name="Google Shape;3447;p66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48" name="Google Shape;3448;p66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449" name="Google Shape;3449;p66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50" name="Google Shape;3450;p66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51" name="Google Shape;3451;p66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452" name="Google Shape;3452;p66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53" name="Google Shape;3453;p66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54" name="Google Shape;3454;p66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455" name="Google Shape;3455;p66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56" name="Google Shape;3456;p66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57" name="Google Shape;3457;p66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458" name="Google Shape;3458;p66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59" name="Google Shape;3459;p66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60" name="Google Shape;3460;p66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461" name="Google Shape;3461;p66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62" name="Google Shape;3462;p66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63" name="Google Shape;3463;p66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464" name="Google Shape;3464;p66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65" name="Google Shape;3465;p66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66" name="Google Shape;3466;p66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467" name="Google Shape;3467;p66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68" name="Google Shape;3468;p66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69" name="Google Shape;3469;p66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470" name="Google Shape;3470;p66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71" name="Google Shape;3471;p66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72" name="Google Shape;3472;p66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473" name="Google Shape;3473;p66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74" name="Google Shape;3474;p66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75" name="Google Shape;3475;p66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476" name="Google Shape;3476;p66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77" name="Google Shape;3477;p66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78" name="Google Shape;3478;p66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479" name="Google Shape;3479;p66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80" name="Google Shape;3480;p66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81" name="Google Shape;3481;p66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482" name="Google Shape;3482;p66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83" name="Google Shape;3483;p66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84" name="Google Shape;3484;p66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485" name="Google Shape;3485;p66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86" name="Google Shape;3486;p66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87" name="Google Shape;3487;p66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488" name="Google Shape;3488;p66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89" name="Google Shape;3489;p66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90" name="Google Shape;3490;p66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491" name="Google Shape;3491;p66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92" name="Google Shape;3492;p66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93" name="Google Shape;3493;p66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494" name="Google Shape;3494;p66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95" name="Google Shape;3495;p66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96" name="Google Shape;3496;p66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497" name="Google Shape;3497;p66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498" name="Google Shape;3498;p66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499" name="Google Shape;3499;p66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500" name="Google Shape;3500;p66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01" name="Google Shape;3501;p66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02" name="Google Shape;3502;p66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503" name="Google Shape;3503;p66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04" name="Google Shape;3504;p66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05" name="Google Shape;3505;p66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506" name="Google Shape;3506;p66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07" name="Google Shape;3507;p66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08" name="Google Shape;3508;p66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509" name="Google Shape;3509;p66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10" name="Google Shape;3510;p66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11" name="Google Shape;3511;p66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512" name="Google Shape;3512;p66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13" name="Google Shape;3513;p66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14" name="Google Shape;3514;p66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515" name="Google Shape;3515;p66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16" name="Google Shape;3516;p66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17" name="Google Shape;3517;p66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518" name="Google Shape;3518;p66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19" name="Google Shape;3519;p66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20" name="Google Shape;3520;p66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521" name="Google Shape;3521;p66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22" name="Google Shape;3522;p66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23" name="Google Shape;3523;p66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524" name="Google Shape;3524;p66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25" name="Google Shape;3525;p66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26" name="Google Shape;3526;p66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527" name="Google Shape;3527;p66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28" name="Google Shape;3528;p66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29" name="Google Shape;3529;p66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530" name="Google Shape;3530;p66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31" name="Google Shape;3531;p66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32" name="Google Shape;3532;p66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533" name="Google Shape;3533;p66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34" name="Google Shape;3534;p66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35" name="Google Shape;3535;p66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536" name="Google Shape;3536;p66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37" name="Google Shape;3537;p66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38" name="Google Shape;3538;p66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539" name="Google Shape;3539;p66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40" name="Google Shape;3540;p66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41" name="Google Shape;3541;p66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542" name="Google Shape;3542;p66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43" name="Google Shape;3543;p66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44" name="Google Shape;3544;p66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545" name="Google Shape;3545;p66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46" name="Google Shape;3546;p66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547" name="Google Shape;3547;p66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548" name="Google Shape;3548;p66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549" name="Google Shape;3549;p66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550" name="Google Shape;3550;p66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51" name="Google Shape;3551;p66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52" name="Google Shape;3552;p66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553" name="Google Shape;3553;p66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54" name="Google Shape;3554;p66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555" name="Google Shape;3555;p66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556" name="Google Shape;3556;p66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557" name="Google Shape;3557;p66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558" name="Google Shape;3558;p66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59" name="Google Shape;3559;p66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60" name="Google Shape;3560;p66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561" name="Google Shape;3561;p66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62" name="Google Shape;3562;p66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63" name="Google Shape;3563;p66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564" name="Google Shape;3564;p66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65" name="Google Shape;3565;p66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66" name="Google Shape;3566;p66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567" name="Google Shape;3567;p66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68" name="Google Shape;3568;p66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69" name="Google Shape;3569;p66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570" name="Google Shape;3570;p66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71" name="Google Shape;3571;p66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72" name="Google Shape;3572;p66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573" name="Google Shape;3573;p66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74" name="Google Shape;3574;p66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75" name="Google Shape;3575;p66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576" name="Google Shape;3576;p66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77" name="Google Shape;3577;p66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78" name="Google Shape;3578;p66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579" name="Google Shape;3579;p66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80" name="Google Shape;3580;p66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81" name="Google Shape;3581;p66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582" name="Google Shape;3582;p66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83" name="Google Shape;3583;p66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84" name="Google Shape;3584;p66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585" name="Google Shape;3585;p66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86" name="Google Shape;3586;p66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87" name="Google Shape;3587;p66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588" name="Google Shape;3588;p66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89" name="Google Shape;3589;p66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90" name="Google Shape;3590;p66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591" name="Google Shape;3591;p66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92" name="Google Shape;3592;p66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593" name="Google Shape;3593;p66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594" name="Google Shape;3594;p66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595" name="Google Shape;3595;p66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596" name="Google Shape;3596;p66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597" name="Google Shape;3597;p66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598" name="Google Shape;3598;p66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599" name="Google Shape;3599;p66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00" name="Google Shape;3600;p66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01" name="Google Shape;3601;p66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602" name="Google Shape;3602;p66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03" name="Google Shape;3603;p66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04" name="Google Shape;3604;p66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605" name="Google Shape;3605;p66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06" name="Google Shape;3606;p66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07" name="Google Shape;3607;p66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608" name="Google Shape;3608;p66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09" name="Google Shape;3609;p66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10" name="Google Shape;3610;p66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611" name="Google Shape;3611;p66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12" name="Google Shape;3612;p66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13" name="Google Shape;3613;p66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614" name="Google Shape;3614;p66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15" name="Google Shape;3615;p66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16" name="Google Shape;3616;p66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617" name="Google Shape;3617;p66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18" name="Google Shape;3618;p66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19" name="Google Shape;3619;p66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620" name="Google Shape;3620;p66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21" name="Google Shape;3621;p66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22" name="Google Shape;3622;p66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623" name="Google Shape;3623;p66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24" name="Google Shape;3624;p66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25" name="Google Shape;3625;p66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626" name="Google Shape;3626;p66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27" name="Google Shape;3627;p66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28" name="Google Shape;3628;p66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629" name="Google Shape;3629;p66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30" name="Google Shape;3630;p66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31" name="Google Shape;3631;p66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632" name="Google Shape;3632;p66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33" name="Google Shape;3633;p66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34" name="Google Shape;3634;p66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635" name="Google Shape;3635;p66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36" name="Google Shape;3636;p66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37" name="Google Shape;3637;p66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638" name="Google Shape;3638;p66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39" name="Google Shape;3639;p66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40" name="Google Shape;3640;p66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641" name="Google Shape;3641;p66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42" name="Google Shape;3642;p66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43" name="Google Shape;3643;p66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644" name="Google Shape;3644;p66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45" name="Google Shape;3645;p66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46" name="Google Shape;3646;p66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647" name="Google Shape;3647;p66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48" name="Google Shape;3648;p66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49" name="Google Shape;3649;p66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650" name="Google Shape;3650;p66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51" name="Google Shape;3651;p66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52" name="Google Shape;3652;p66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653" name="Google Shape;3653;p66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54" name="Google Shape;3654;p66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55" name="Google Shape;3655;p66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656" name="Google Shape;3656;p66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57" name="Google Shape;3657;p66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58" name="Google Shape;3658;p66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659" name="Google Shape;3659;p66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60" name="Google Shape;3660;p66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61" name="Google Shape;3661;p66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662" name="Google Shape;3662;p66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63" name="Google Shape;3663;p66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64" name="Google Shape;3664;p66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665" name="Google Shape;3665;p66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66" name="Google Shape;3666;p66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667" name="Google Shape;3667;p66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668" name="Google Shape;3668;p66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669" name="Google Shape;3669;p66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670" name="Google Shape;3670;p66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71" name="Google Shape;3671;p66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72" name="Google Shape;3672;p66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673" name="Google Shape;3673;p66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74" name="Google Shape;3674;p66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675" name="Google Shape;3675;p66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676" name="Google Shape;3676;p66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77" name="Google Shape;3677;p66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3678" name="Google Shape;3678;p66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679" name="Google Shape;3679;p66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680" name="Google Shape;3680;p66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1" name="Google Shape;3681;p66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2" name="Google Shape;3682;p66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3" name="Google Shape;3683;p66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4" name="Google Shape;3684;p66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5" name="Google Shape;3685;p66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6" name="Google Shape;3686;p66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7" name="Google Shape;3687;p66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8" name="Google Shape;3688;p66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89" name="Google Shape;3689;p66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0" name="Google Shape;3690;p66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1" name="Google Shape;3691;p66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2" name="Google Shape;3692;p66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3" name="Google Shape;3693;p66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4" name="Google Shape;3694;p66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5" name="Google Shape;3695;p66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6" name="Google Shape;3696;p66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7" name="Google Shape;3697;p66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8" name="Google Shape;3698;p66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699" name="Google Shape;3699;p66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0" name="Google Shape;3700;p66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1" name="Google Shape;3701;p66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2" name="Google Shape;3702;p66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3" name="Google Shape;3703;p66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4" name="Google Shape;3704;p66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5" name="Google Shape;3705;p66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6" name="Google Shape;3706;p66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7" name="Google Shape;3707;p66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8" name="Google Shape;3708;p66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09" name="Google Shape;3709;p66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0" name="Google Shape;3710;p66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1" name="Google Shape;3711;p66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2" name="Google Shape;3712;p66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3" name="Google Shape;3713;p66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4" name="Google Shape;3714;p66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5" name="Google Shape;3715;p66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6" name="Google Shape;3716;p66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7" name="Google Shape;3717;p66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8" name="Google Shape;3718;p66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19" name="Google Shape;3719;p66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0" name="Google Shape;3720;p66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1" name="Google Shape;3721;p66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2" name="Google Shape;3722;p66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3" name="Google Shape;3723;p66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4" name="Google Shape;3724;p66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5" name="Google Shape;3725;p66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6" name="Google Shape;3726;p66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7" name="Google Shape;3727;p66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8" name="Google Shape;3728;p66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29" name="Google Shape;3729;p66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0" name="Google Shape;3730;p66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1" name="Google Shape;3731;p66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2" name="Google Shape;3732;p66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3" name="Google Shape;3733;p66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4" name="Google Shape;3734;p66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5" name="Google Shape;3735;p66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36" name="Google Shape;3736;p66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3737" name="Google Shape;3737;p66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38" name="Google Shape;3738;p66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39" name="Google Shape;3739;p66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3740" name="Google Shape;3740;p66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41" name="Google Shape;3741;p66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42" name="Google Shape;3742;p66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3743" name="Google Shape;3743;p66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44" name="Google Shape;3744;p66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45" name="Google Shape;3745;p66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3746" name="Google Shape;3746;p66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47" name="Google Shape;3747;p66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48" name="Google Shape;3748;p66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3749" name="Google Shape;3749;p66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50" name="Google Shape;3750;p66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51" name="Google Shape;3751;p66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3752" name="Google Shape;3752;p66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53" name="Google Shape;3753;p66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54" name="Google Shape;3754;p66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3755" name="Google Shape;3755;p66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56" name="Google Shape;3756;p66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57" name="Google Shape;3757;p66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3758" name="Google Shape;3758;p66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59" name="Google Shape;3759;p66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60" name="Google Shape;3760;p66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3761" name="Google Shape;3761;p66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62" name="Google Shape;3762;p66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63" name="Google Shape;3763;p66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3764" name="Google Shape;3764;p66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65" name="Google Shape;3765;p66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66" name="Google Shape;3766;p66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3767" name="Google Shape;3767;p66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68" name="Google Shape;3768;p66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769" name="Google Shape;3769;p66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770" name="Google Shape;3770;p66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3771" name="Google Shape;3771;p66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3772" name="Google Shape;3772;p66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73" name="Google Shape;3773;p66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74" name="Google Shape;3774;p66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3775" name="Google Shape;3775;p66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76" name="Google Shape;3776;p66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77" name="Google Shape;3777;p66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3778" name="Google Shape;3778;p66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79" name="Google Shape;3779;p66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80" name="Google Shape;3780;p66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3781" name="Google Shape;3781;p66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82" name="Google Shape;3782;p66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83" name="Google Shape;3783;p66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3784" name="Google Shape;3784;p66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85" name="Google Shape;3785;p66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86" name="Google Shape;3786;p66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3787" name="Google Shape;3787;p66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88" name="Google Shape;3788;p66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89" name="Google Shape;3789;p66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3790" name="Google Shape;3790;p66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91" name="Google Shape;3791;p66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92" name="Google Shape;3792;p66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3793" name="Google Shape;3793;p66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94" name="Google Shape;3794;p66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95" name="Google Shape;3795;p66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3796" name="Google Shape;3796;p66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797" name="Google Shape;3797;p66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798" name="Google Shape;3798;p66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3799" name="Google Shape;3799;p66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00" name="Google Shape;3800;p66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01" name="Google Shape;3801;p66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3802" name="Google Shape;3802;p66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03" name="Google Shape;3803;p66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04" name="Google Shape;3804;p66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3805" name="Google Shape;3805;p66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06" name="Google Shape;3806;p66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07" name="Google Shape;3807;p66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3808" name="Google Shape;3808;p66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09" name="Google Shape;3809;p66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10" name="Google Shape;3810;p66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3811" name="Google Shape;3811;p66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12" name="Google Shape;3812;p66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13" name="Google Shape;3813;p66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3814" name="Google Shape;3814;p66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15" name="Google Shape;3815;p66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16" name="Google Shape;3816;p66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3817" name="Google Shape;3817;p66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18" name="Google Shape;3818;p66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19" name="Google Shape;3819;p66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3820" name="Google Shape;3820;p66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21" name="Google Shape;3821;p66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22" name="Google Shape;3822;p66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3823" name="Google Shape;3823;p66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24" name="Google Shape;3824;p66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25" name="Google Shape;3825;p66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3826" name="Google Shape;3826;p66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27" name="Google Shape;3827;p66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28" name="Google Shape;3828;p66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3829" name="Google Shape;3829;p66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30" name="Google Shape;3830;p66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31" name="Google Shape;3831;p66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3832" name="Google Shape;3832;p66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33" name="Google Shape;3833;p66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34" name="Google Shape;3834;p66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3835" name="Google Shape;3835;p66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36" name="Google Shape;3836;p66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37" name="Google Shape;3837;p66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3838" name="Google Shape;3838;p66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39" name="Google Shape;3839;p66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40" name="Google Shape;3840;p66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3841" name="Google Shape;3841;p66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42" name="Google Shape;3842;p66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43" name="Google Shape;3843;p66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3844" name="Google Shape;3844;p66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45" name="Google Shape;3845;p66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46" name="Google Shape;3846;p66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3847" name="Google Shape;3847;p66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48" name="Google Shape;3848;p66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49" name="Google Shape;3849;p66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3850" name="Google Shape;3850;p66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51" name="Google Shape;3851;p66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52" name="Google Shape;3852;p66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3853" name="Google Shape;3853;p66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54" name="Google Shape;3854;p66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55" name="Google Shape;3855;p66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3856" name="Google Shape;3856;p66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57" name="Google Shape;3857;p66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58" name="Google Shape;3858;p66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3859" name="Google Shape;3859;p66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60" name="Google Shape;3860;p66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61" name="Google Shape;3861;p66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3862" name="Google Shape;3862;p66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63" name="Google Shape;3863;p66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64" name="Google Shape;3864;p66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3865" name="Google Shape;3865;p66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66" name="Google Shape;3866;p66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67" name="Google Shape;3867;p66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3868" name="Google Shape;3868;p66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69" name="Google Shape;3869;p66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3870" name="Google Shape;3870;p66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3871" name="Google Shape;3871;p66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72" name="Google Shape;3872;p66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3873" name="Google Shape;3873;p66"/>
          <p:cNvGrpSpPr/>
          <p:nvPr/>
        </p:nvGrpSpPr>
        <p:grpSpPr>
          <a:xfrm>
            <a:off x="8863449" y="4756525"/>
            <a:ext cx="747515" cy="688663"/>
            <a:chOff x="6652051" y="3714143"/>
            <a:chExt cx="560636" cy="516497"/>
          </a:xfrm>
        </p:grpSpPr>
        <p:grpSp>
          <p:nvGrpSpPr>
            <p:cNvPr id="3874" name="Google Shape;3874;p66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3875" name="Google Shape;3875;p66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3876" name="Google Shape;3876;p66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77" name="Google Shape;3877;p66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78" name="Google Shape;3878;p66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79" name="Google Shape;3879;p66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80" name="Google Shape;3880;p66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81" name="Google Shape;3881;p66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82" name="Google Shape;3882;p66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83" name="Google Shape;3883;p66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884" name="Google Shape;3884;p66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885" name="Google Shape;3885;p66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86" name="Google Shape;3886;p66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87" name="Google Shape;3887;p66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888" name="Google Shape;3888;p66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889" name="Google Shape;3889;p66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90" name="Google Shape;3890;p66"/>
          <p:cNvGrpSpPr/>
          <p:nvPr/>
        </p:nvGrpSpPr>
        <p:grpSpPr>
          <a:xfrm>
            <a:off x="10195062" y="4063968"/>
            <a:ext cx="138975" cy="427120"/>
            <a:chOff x="7564426" y="3224343"/>
            <a:chExt cx="119985" cy="368801"/>
          </a:xfrm>
        </p:grpSpPr>
        <p:sp>
          <p:nvSpPr>
            <p:cNvPr id="3891" name="Google Shape;3891;p66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2" name="Google Shape;3892;p66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93" name="Google Shape;3893;p66"/>
          <p:cNvGrpSpPr/>
          <p:nvPr/>
        </p:nvGrpSpPr>
        <p:grpSpPr>
          <a:xfrm>
            <a:off x="9794381" y="4056103"/>
            <a:ext cx="252652" cy="442843"/>
            <a:chOff x="8370831" y="3202002"/>
            <a:chExt cx="218129" cy="382376"/>
          </a:xfrm>
        </p:grpSpPr>
        <p:sp>
          <p:nvSpPr>
            <p:cNvPr id="3894" name="Google Shape;3894;p66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5" name="Google Shape;3895;p66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96" name="Google Shape;3896;p66"/>
          <p:cNvGrpSpPr/>
          <p:nvPr/>
        </p:nvGrpSpPr>
        <p:grpSpPr>
          <a:xfrm>
            <a:off x="10758899" y="4604279"/>
            <a:ext cx="412572" cy="356000"/>
            <a:chOff x="6742064" y="3750480"/>
            <a:chExt cx="399315" cy="344560"/>
          </a:xfrm>
        </p:grpSpPr>
        <p:sp>
          <p:nvSpPr>
            <p:cNvPr id="3897" name="Google Shape;3897;p66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8" name="Google Shape;3898;p66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899" name="Google Shape;3899;p66"/>
          <p:cNvGrpSpPr/>
          <p:nvPr/>
        </p:nvGrpSpPr>
        <p:grpSpPr>
          <a:xfrm>
            <a:off x="10144258" y="5072343"/>
            <a:ext cx="240583" cy="375477"/>
            <a:chOff x="7248525" y="3739696"/>
            <a:chExt cx="230531" cy="359790"/>
          </a:xfrm>
        </p:grpSpPr>
        <p:sp>
          <p:nvSpPr>
            <p:cNvPr id="3900" name="Google Shape;3900;p66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1" name="Google Shape;3901;p66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02" name="Google Shape;3902;p66"/>
          <p:cNvGrpSpPr/>
          <p:nvPr/>
        </p:nvGrpSpPr>
        <p:grpSpPr>
          <a:xfrm>
            <a:off x="10472151" y="4596642"/>
            <a:ext cx="217195" cy="371613"/>
            <a:chOff x="7601242" y="3729267"/>
            <a:chExt cx="222566" cy="380803"/>
          </a:xfrm>
        </p:grpSpPr>
        <p:sp>
          <p:nvSpPr>
            <p:cNvPr id="3903" name="Google Shape;3903;p66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4" name="Google Shape;3904;p66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905" name="Google Shape;3905;p66"/>
          <p:cNvSpPr/>
          <p:nvPr/>
        </p:nvSpPr>
        <p:spPr>
          <a:xfrm>
            <a:off x="10426852" y="4079785"/>
            <a:ext cx="307792" cy="395433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3906" name="Google Shape;3906;p66"/>
          <p:cNvGrpSpPr/>
          <p:nvPr/>
        </p:nvGrpSpPr>
        <p:grpSpPr>
          <a:xfrm>
            <a:off x="9791678" y="4598163"/>
            <a:ext cx="258057" cy="367987"/>
            <a:chOff x="8304647" y="3738687"/>
            <a:chExt cx="225076" cy="320956"/>
          </a:xfrm>
        </p:grpSpPr>
        <p:sp>
          <p:nvSpPr>
            <p:cNvPr id="3907" name="Google Shape;3907;p66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8" name="Google Shape;3908;p66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9" name="Google Shape;3909;p66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10" name="Google Shape;3910;p66"/>
          <p:cNvGrpSpPr/>
          <p:nvPr/>
        </p:nvGrpSpPr>
        <p:grpSpPr>
          <a:xfrm>
            <a:off x="10155002" y="4598163"/>
            <a:ext cx="237989" cy="367987"/>
            <a:chOff x="8615101" y="3738687"/>
            <a:chExt cx="207573" cy="320956"/>
          </a:xfrm>
        </p:grpSpPr>
        <p:sp>
          <p:nvSpPr>
            <p:cNvPr id="3911" name="Google Shape;3911;p66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2" name="Google Shape;3912;p66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3" name="Google Shape;3913;p66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914" name="Google Shape;3914;p66"/>
          <p:cNvSpPr/>
          <p:nvPr/>
        </p:nvSpPr>
        <p:spPr>
          <a:xfrm>
            <a:off x="10816921" y="4051340"/>
            <a:ext cx="296529" cy="384925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3915" name="Google Shape;3915;p66"/>
          <p:cNvGrpSpPr/>
          <p:nvPr/>
        </p:nvGrpSpPr>
        <p:grpSpPr>
          <a:xfrm>
            <a:off x="10455710" y="5135043"/>
            <a:ext cx="250076" cy="250076"/>
            <a:chOff x="8565775" y="671075"/>
            <a:chExt cx="441000" cy="441000"/>
          </a:xfrm>
        </p:grpSpPr>
        <p:sp>
          <p:nvSpPr>
            <p:cNvPr id="3916" name="Google Shape;3916;p66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7" name="Google Shape;3917;p66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918" name="Google Shape;3918;p66"/>
          <p:cNvSpPr/>
          <p:nvPr/>
        </p:nvSpPr>
        <p:spPr>
          <a:xfrm>
            <a:off x="10836065" y="5129604"/>
            <a:ext cx="258244" cy="260955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3919" name="Google Shape;3919;p66"/>
          <p:cNvSpPr/>
          <p:nvPr/>
        </p:nvSpPr>
        <p:spPr>
          <a:xfrm flipH="1">
            <a:off x="9801647" y="5084878"/>
            <a:ext cx="238119" cy="350407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3920" name="Google Shape;3920;p66"/>
          <p:cNvGrpSpPr/>
          <p:nvPr/>
        </p:nvGrpSpPr>
        <p:grpSpPr>
          <a:xfrm>
            <a:off x="7995006" y="3898411"/>
            <a:ext cx="783820" cy="690308"/>
            <a:chOff x="6000718" y="3070557"/>
            <a:chExt cx="587865" cy="517731"/>
          </a:xfrm>
        </p:grpSpPr>
        <p:sp>
          <p:nvSpPr>
            <p:cNvPr id="3921" name="Google Shape;3921;p66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2" name="Google Shape;3922;p66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3" name="Google Shape;3923;p66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4" name="Google Shape;3924;p66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5" name="Google Shape;3925;p66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6" name="Google Shape;3926;p66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7" name="Google Shape;3927;p66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8" name="Google Shape;3928;p66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9" name="Google Shape;3929;p66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0" name="Google Shape;3930;p66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31" name="Google Shape;3931;p66"/>
          <p:cNvGrpSpPr/>
          <p:nvPr/>
        </p:nvGrpSpPr>
        <p:grpSpPr>
          <a:xfrm>
            <a:off x="8014746" y="4756625"/>
            <a:ext cx="743553" cy="688516"/>
            <a:chOff x="6015523" y="3714217"/>
            <a:chExt cx="557665" cy="516387"/>
          </a:xfrm>
        </p:grpSpPr>
        <p:grpSp>
          <p:nvGrpSpPr>
            <p:cNvPr id="3932" name="Google Shape;3932;p66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3933" name="Google Shape;3933;p66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4" name="Google Shape;3934;p66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5" name="Google Shape;3935;p66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6" name="Google Shape;3936;p66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7" name="Google Shape;3937;p66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8" name="Google Shape;3938;p66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39" name="Google Shape;3939;p66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40" name="Google Shape;3940;p66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41" name="Google Shape;3941;p66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42" name="Google Shape;3942;p66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943" name="Google Shape;3943;p66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44" name="Google Shape;3944;p66"/>
          <p:cNvGrpSpPr/>
          <p:nvPr/>
        </p:nvGrpSpPr>
        <p:grpSpPr>
          <a:xfrm>
            <a:off x="8853121" y="3902506"/>
            <a:ext cx="768403" cy="682495"/>
            <a:chOff x="6644304" y="3073628"/>
            <a:chExt cx="576302" cy="511871"/>
          </a:xfrm>
        </p:grpSpPr>
        <p:grpSp>
          <p:nvGrpSpPr>
            <p:cNvPr id="3945" name="Google Shape;3945;p66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3946" name="Google Shape;3946;p66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3947" name="Google Shape;3947;p66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948" name="Google Shape;3948;p66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949" name="Google Shape;3949;p66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950" name="Google Shape;3950;p66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3951" name="Google Shape;3951;p66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3952" name="Google Shape;3952;p66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53" name="Google Shape;3953;p66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54" name="Google Shape;3954;p66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3955" name="Google Shape;3955;p66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3956" name="Google Shape;3956;p66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957" name="Google Shape;3957;p66"/>
          <p:cNvGrpSpPr/>
          <p:nvPr/>
        </p:nvGrpSpPr>
        <p:grpSpPr>
          <a:xfrm>
            <a:off x="7873169" y="1354998"/>
            <a:ext cx="3247947" cy="1730300"/>
            <a:chOff x="233350" y="949250"/>
            <a:chExt cx="7137300" cy="3802300"/>
          </a:xfrm>
        </p:grpSpPr>
        <p:sp>
          <p:nvSpPr>
            <p:cNvPr id="3958" name="Google Shape;3958;p66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9" name="Google Shape;3959;p66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0" name="Google Shape;3960;p66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1" name="Google Shape;3961;p66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2" name="Google Shape;3962;p66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3" name="Google Shape;3963;p66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4" name="Google Shape;3964;p66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5" name="Google Shape;3965;p66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6" name="Google Shape;3966;p66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7" name="Google Shape;3967;p66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8" name="Google Shape;3968;p66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9" name="Google Shape;3969;p66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0" name="Google Shape;3970;p66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1" name="Google Shape;3971;p66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2" name="Google Shape;3972;p66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3" name="Google Shape;3973;p66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4" name="Google Shape;3974;p66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5" name="Google Shape;3975;p66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6" name="Google Shape;3976;p66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7" name="Google Shape;3977;p66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8" name="Google Shape;3978;p66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9" name="Google Shape;3979;p66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0" name="Google Shape;3980;p66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1" name="Google Shape;3981;p66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2" name="Google Shape;3982;p66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3" name="Google Shape;3983;p66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4" name="Google Shape;3984;p66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5" name="Google Shape;3985;p66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6" name="Google Shape;3986;p66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7" name="Google Shape;3987;p66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8" name="Google Shape;3988;p66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9" name="Google Shape;3989;p66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0" name="Google Shape;3990;p66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1" name="Google Shape;3991;p66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2" name="Google Shape;3992;p66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3" name="Google Shape;3993;p66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4" name="Google Shape;3994;p66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5" name="Google Shape;3995;p66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6" name="Google Shape;3996;p66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7" name="Google Shape;3997;p66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8" name="Google Shape;3998;p66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9" name="Google Shape;3999;p66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0" name="Google Shape;4000;p66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1" name="Google Shape;4001;p66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2" name="Google Shape;4002;p66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3" name="Google Shape;4003;p66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4" name="Google Shape;4004;p66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5" name="Google Shape;4005;p66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6" name="Google Shape;4006;p66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7" name="Google Shape;4007;p66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8" name="Google Shape;4008;p66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009" name="Google Shape;4009;p66"/>
          <p:cNvGrpSpPr/>
          <p:nvPr/>
        </p:nvGrpSpPr>
        <p:grpSpPr>
          <a:xfrm>
            <a:off x="4707502" y="1350838"/>
            <a:ext cx="2770909" cy="1822077"/>
            <a:chOff x="235800" y="830650"/>
            <a:chExt cx="6978450" cy="4588844"/>
          </a:xfrm>
        </p:grpSpPr>
        <p:sp>
          <p:nvSpPr>
            <p:cNvPr id="4010" name="Google Shape;4010;p66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1" name="Google Shape;4011;p66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2" name="Google Shape;4012;p66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3" name="Google Shape;4013;p66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4" name="Google Shape;4014;p66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5" name="Google Shape;4015;p66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4016" name="Google Shape;4016;p66"/>
          <p:cNvGrpSpPr/>
          <p:nvPr/>
        </p:nvGrpSpPr>
        <p:grpSpPr>
          <a:xfrm>
            <a:off x="930713" y="1303919"/>
            <a:ext cx="3553431" cy="1756187"/>
            <a:chOff x="793334" y="1192826"/>
            <a:chExt cx="2665073" cy="1317140"/>
          </a:xfrm>
        </p:grpSpPr>
        <p:sp>
          <p:nvSpPr>
            <p:cNvPr id="4017" name="Google Shape;4017;p66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8" name="Google Shape;4018;p66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9" name="Google Shape;4019;p66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0" name="Google Shape;4020;p66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1" name="Google Shape;4021;p66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2" name="Google Shape;4022;p66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3" name="Google Shape;4023;p66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4" name="Google Shape;4024;p66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5" name="Google Shape;4025;p66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6" name="Google Shape;4026;p66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7" name="Google Shape;4027;p66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8" name="Google Shape;4028;p66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9" name="Google Shape;4029;p66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0" name="Google Shape;4030;p66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1" name="Google Shape;4031;p66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2" name="Google Shape;4032;p66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3" name="Google Shape;4033;p66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4" name="Google Shape;4034;p66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5" name="Google Shape;4035;p66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6" name="Google Shape;4036;p66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7" name="Google Shape;4037;p66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8" name="Google Shape;4038;p66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9" name="Google Shape;4039;p66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0" name="Google Shape;4040;p66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1" name="Google Shape;4041;p66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2" name="Google Shape;4042;p66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3" name="Google Shape;4043;p66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4" name="Google Shape;4044;p66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5" name="Google Shape;4045;p66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6" name="Google Shape;4046;p66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7" name="Google Shape;4047;p66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8" name="Google Shape;4048;p66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9" name="Google Shape;4049;p66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0" name="Google Shape;4050;p66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1" name="Google Shape;4051;p66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2" name="Google Shape;4052;p66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3" name="Google Shape;4053;p66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4" name="Google Shape;4054;p66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5" name="Google Shape;4055;p66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6" name="Google Shape;4056;p66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7" name="Google Shape;4057;p66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8" name="Google Shape;4058;p66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9" name="Google Shape;4059;p66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0" name="Google Shape;4060;p66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1" name="Google Shape;4061;p66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2" name="Google Shape;4062;p66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3" name="Google Shape;4063;p66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4" name="Google Shape;4064;p66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5" name="Google Shape;4065;p66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6" name="Google Shape;4066;p66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7" name="Google Shape;4067;p66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8" name="Google Shape;4068;p66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9" name="Google Shape;4069;p66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0" name="Google Shape;4070;p66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1" name="Google Shape;4071;p66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2" name="Google Shape;4072;p66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3" name="Google Shape;4073;p66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4" name="Google Shape;4074;p66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5" name="Google Shape;4075;p66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6" name="Google Shape;4076;p66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7" name="Google Shape;4077;p66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8" name="Google Shape;4078;p66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9" name="Google Shape;4079;p66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0" name="Google Shape;4080;p66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1" name="Google Shape;4081;p66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2" name="Google Shape;4082;p66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3" name="Google Shape;4083;p66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4" name="Google Shape;4084;p66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5" name="Google Shape;4085;p66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6" name="Google Shape;4086;p66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7" name="Google Shape;4087;p66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8" name="Google Shape;4088;p66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9" name="Google Shape;4089;p66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0" name="Google Shape;4090;p66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1" name="Google Shape;4091;p66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2" name="Google Shape;4092;p66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3" name="Google Shape;4093;p66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4" name="Google Shape;4094;p66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5" name="Google Shape;4095;p66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6" name="Google Shape;4096;p66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7" name="Google Shape;4097;p66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8" name="Google Shape;4098;p66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9" name="Google Shape;4099;p66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0" name="Google Shape;4100;p66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1" name="Google Shape;4101;p66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2" name="Google Shape;4102;p66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3" name="Google Shape;4103;p66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4" name="Google Shape;4104;p66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5" name="Google Shape;4105;p66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6" name="Google Shape;4106;p66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7" name="Google Shape;4107;p66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8" name="Google Shape;4108;p66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9" name="Google Shape;4109;p66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0" name="Google Shape;4110;p66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1" name="Google Shape;4111;p66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2" name="Google Shape;4112;p66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3" name="Google Shape;4113;p66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4" name="Google Shape;4114;p66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5" name="Google Shape;4115;p66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6" name="Google Shape;4116;p66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7" name="Google Shape;4117;p66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8" name="Google Shape;4118;p66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9" name="Google Shape;4119;p66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0" name="Google Shape;4120;p66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1" name="Google Shape;4121;p66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2" name="Google Shape;4122;p66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3" name="Google Shape;4123;p66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4" name="Google Shape;4124;p66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5" name="Google Shape;4125;p66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6" name="Google Shape;4126;p66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7" name="Google Shape;4127;p66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8" name="Google Shape;4128;p66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9" name="Google Shape;4129;p66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0" name="Google Shape;4130;p66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1" name="Google Shape;4131;p66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2" name="Google Shape;4132;p66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3" name="Google Shape;4133;p66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4" name="Google Shape;4134;p66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5" name="Google Shape;4135;p66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6" name="Google Shape;4136;p66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7" name="Google Shape;4137;p66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8" name="Google Shape;4138;p66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9" name="Google Shape;4139;p66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0" name="Google Shape;4140;p66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1" name="Google Shape;4141;p66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2" name="Google Shape;4142;p66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3" name="Google Shape;4143;p66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4" name="Google Shape;4144;p66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5" name="Google Shape;4145;p66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6" name="Google Shape;4146;p66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7" name="Google Shape;4147;p66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8" name="Google Shape;4148;p66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9" name="Google Shape;4149;p66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0" name="Google Shape;4150;p66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1" name="Google Shape;4151;p66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2" name="Google Shape;4152;p66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3" name="Google Shape;4153;p66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4" name="Google Shape;4154;p66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5" name="Google Shape;4155;p66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6" name="Google Shape;4156;p66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7" name="Google Shape;4157;p66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8" name="Google Shape;4158;p66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9" name="Google Shape;4159;p66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0" name="Google Shape;4160;p66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1" name="Google Shape;4161;p66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2" name="Google Shape;4162;p66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3" name="Google Shape;4163;p66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4" name="Google Shape;4164;p66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5" name="Google Shape;4165;p66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6" name="Google Shape;4166;p66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7" name="Google Shape;4167;p66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8" name="Google Shape;4168;p66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9" name="Google Shape;4169;p66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0" name="Google Shape;4170;p66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1" name="Google Shape;4171;p66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2" name="Google Shape;4172;p66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3" name="Google Shape;4173;p66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4" name="Google Shape;4174;p66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5" name="Google Shape;4175;p66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6" name="Google Shape;4176;p66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7" name="Google Shape;4177;p66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8" name="Google Shape;4178;p66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9" name="Google Shape;4179;p66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0" name="Google Shape;4180;p66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1" name="Google Shape;4181;p66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2" name="Google Shape;4182;p66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3" name="Google Shape;4183;p66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4" name="Google Shape;4184;p66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5" name="Google Shape;4185;p66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6" name="Google Shape;4186;p66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7" name="Google Shape;4187;p66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8" name="Google Shape;4188;p66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9" name="Google Shape;4189;p66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0" name="Google Shape;4190;p66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1" name="Google Shape;4191;p66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2" name="Google Shape;4192;p66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3" name="Google Shape;4193;p66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4" name="Google Shape;4194;p66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5" name="Google Shape;4195;p66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6" name="Google Shape;4196;p66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7" name="Google Shape;4197;p66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8" name="Google Shape;4198;p66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9" name="Google Shape;4199;p66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0" name="Google Shape;4200;p66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1" name="Google Shape;4201;p66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2" name="Google Shape;4202;p66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3" name="Google Shape;4203;p66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4" name="Google Shape;4204;p66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5" name="Google Shape;4205;p66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6" name="Google Shape;4206;p66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7" name="Google Shape;4207;p66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8" name="Google Shape;4208;p66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9" name="Google Shape;4209;p66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0" name="Google Shape;4210;p66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1" name="Google Shape;4211;p66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2" name="Google Shape;4212;p66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3" name="Google Shape;4213;p66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4" name="Google Shape;4214;p66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5" name="Google Shape;4215;p66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6" name="Google Shape;4216;p66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7" name="Google Shape;4217;p66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8" name="Google Shape;4218;p66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9" name="Google Shape;4219;p66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0" name="Google Shape;4220;p66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1" name="Google Shape;4221;p66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2" name="Google Shape;4222;p66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3" name="Google Shape;4223;p66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4" name="Google Shape;4224;p66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5" name="Google Shape;4225;p66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6" name="Google Shape;4226;p66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7" name="Google Shape;4227;p66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8" name="Google Shape;4228;p66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9" name="Google Shape;4229;p66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0" name="Google Shape;4230;p66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1" name="Google Shape;4231;p66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2" name="Google Shape;4232;p66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3" name="Google Shape;4233;p66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4" name="Google Shape;4234;p66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5" name="Google Shape;4235;p66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6" name="Google Shape;4236;p66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7" name="Google Shape;4237;p66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8" name="Google Shape;4238;p66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9" name="Google Shape;4239;p66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0" name="Google Shape;4240;p66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1" name="Google Shape;4241;p66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2" name="Google Shape;4242;p66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3" name="Google Shape;4243;p66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4" name="Google Shape;4244;p66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5" name="Google Shape;4245;p66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6" name="Google Shape;4246;p66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7" name="Google Shape;4247;p66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8" name="Google Shape;4248;p66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9" name="Google Shape;4249;p66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0" name="Google Shape;4250;p66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1" name="Google Shape;4251;p66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2" name="Google Shape;4252;p66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3" name="Google Shape;4253;p66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4" name="Google Shape;4254;p66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5" name="Google Shape;4255;p66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6" name="Google Shape;4256;p66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7" name="Google Shape;4257;p66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8" name="Google Shape;4258;p66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9" name="Google Shape;4259;p66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0" name="Google Shape;4260;p66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1" name="Google Shape;4261;p66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2" name="Google Shape;4262;p66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3" name="Google Shape;4263;p66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4" name="Google Shape;4264;p66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5" name="Google Shape;4265;p66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6" name="Google Shape;4266;p66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7" name="Google Shape;4267;p66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8" name="Google Shape;4268;p66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9" name="Google Shape;4269;p66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0" name="Google Shape;4270;p66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1" name="Google Shape;4271;p66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2" name="Google Shape;4272;p66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3" name="Google Shape;4273;p66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4" name="Google Shape;4274;p66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5" name="Google Shape;4275;p66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6" name="Google Shape;4276;p66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7" name="Google Shape;4277;p66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8" name="Google Shape;4278;p66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9" name="Google Shape;4279;p66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0" name="Google Shape;4280;p66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1" name="Google Shape;4281;p66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2" name="Google Shape;4282;p66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3" name="Google Shape;4283;p66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4" name="Google Shape;4284;p66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5" name="Google Shape;4285;p66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6" name="Google Shape;4286;p66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7" name="Google Shape;4287;p66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8" name="Google Shape;4288;p66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9" name="Google Shape;4289;p66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0" name="Google Shape;4290;p66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1" name="Google Shape;4291;p66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2" name="Google Shape;4292;p66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3" name="Google Shape;4293;p66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4" name="Google Shape;4294;p66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5" name="Google Shape;4295;p66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6" name="Google Shape;4296;p66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7" name="Google Shape;4297;p66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8" name="Google Shape;4298;p66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9" name="Google Shape;4299;p66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0" name="Google Shape;4300;p66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1" name="Google Shape;4301;p66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2" name="Google Shape;4302;p66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3" name="Google Shape;4303;p66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4" name="Google Shape;4304;p66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5" name="Google Shape;4305;p66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6" name="Google Shape;4306;p66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7" name="Google Shape;4307;p66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8" name="Google Shape;4308;p66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9" name="Google Shape;4309;p66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0" name="Google Shape;4310;p66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1" name="Google Shape;4311;p66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2" name="Google Shape;4312;p66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3" name="Google Shape;4313;p66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4" name="Google Shape;4314;p66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5" name="Google Shape;4315;p66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6" name="Google Shape;4316;p66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7" name="Google Shape;4317;p66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8" name="Google Shape;4318;p66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9" name="Google Shape;4319;p66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0" name="Google Shape;4320;p66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1" name="Google Shape;4321;p66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2" name="Google Shape;4322;p66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3" name="Google Shape;4323;p66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4" name="Google Shape;4324;p66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5" name="Google Shape;4325;p66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6" name="Google Shape;4326;p66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7" name="Google Shape;4327;p66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8" name="Google Shape;4328;p66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9" name="Google Shape;4329;p66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0" name="Google Shape;4330;p66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1" name="Google Shape;4331;p66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2" name="Google Shape;4332;p66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3" name="Google Shape;4333;p66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4" name="Google Shape;4334;p66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5" name="Google Shape;4335;p66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6" name="Google Shape;4336;p66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7" name="Google Shape;4337;p66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8" name="Google Shape;4338;p66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9" name="Google Shape;4339;p66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0" name="Google Shape;4340;p66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1" name="Google Shape;4341;p66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2" name="Google Shape;4342;p66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3" name="Google Shape;4343;p66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4" name="Google Shape;4344;p66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5" name="Google Shape;4345;p66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6" name="Google Shape;4346;p66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7" name="Google Shape;4347;p66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8" name="Google Shape;4348;p66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9" name="Google Shape;4349;p66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0" name="Google Shape;4350;p66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1" name="Google Shape;4351;p66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2" name="Google Shape;4352;p66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3" name="Google Shape;4353;p66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4" name="Google Shape;4354;p66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5" name="Google Shape;4355;p66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6" name="Google Shape;4356;p66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7" name="Google Shape;4357;p66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8" name="Google Shape;4358;p66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9" name="Google Shape;4359;p66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0" name="Google Shape;4360;p66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1" name="Google Shape;4361;p66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2" name="Google Shape;4362;p66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3" name="Google Shape;4363;p66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4" name="Google Shape;4364;p66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5" name="Google Shape;4365;p66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6" name="Google Shape;4366;p66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7" name="Google Shape;4367;p66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8" name="Google Shape;4368;p66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9" name="Google Shape;4369;p66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0" name="Google Shape;4370;p66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1" name="Google Shape;4371;p66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2" name="Google Shape;4372;p66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3" name="Google Shape;4373;p66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4" name="Google Shape;4374;p66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5" name="Google Shape;4375;p66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6" name="Google Shape;4376;p66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7" name="Google Shape;4377;p66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8" name="Google Shape;4378;p66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9" name="Google Shape;4379;p66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0" name="Google Shape;4380;p66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1" name="Google Shape;4381;p66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2" name="Google Shape;4382;p66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3" name="Google Shape;4383;p66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4" name="Google Shape;4384;p66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5" name="Google Shape;4385;p66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6" name="Google Shape;4386;p66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7" name="Google Shape;4387;p66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8" name="Google Shape;4388;p66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9" name="Google Shape;4389;p66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0" name="Google Shape;4390;p66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1" name="Google Shape;4391;p66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2" name="Google Shape;4392;p66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3" name="Google Shape;4393;p66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4" name="Google Shape;4394;p66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5" name="Google Shape;4395;p66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6" name="Google Shape;4396;p66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7" name="Google Shape;4397;p66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8" name="Google Shape;4398;p66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9" name="Google Shape;4399;p66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0" name="Google Shape;4400;p66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1" name="Google Shape;4401;p66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2" name="Google Shape;4402;p66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3" name="Google Shape;4403;p66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4" name="Google Shape;4404;p66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5" name="Google Shape;4405;p66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6" name="Google Shape;4406;p66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7" name="Google Shape;4407;p66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8" name="Google Shape;4408;p66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9" name="Google Shape;4409;p66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0" name="Google Shape;4410;p66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1" name="Google Shape;4411;p66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2" name="Google Shape;4412;p66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3" name="Google Shape;4413;p66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4" name="Google Shape;4414;p66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5" name="Google Shape;4415;p66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6" name="Google Shape;4416;p66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7" name="Google Shape;4417;p66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8" name="Google Shape;4418;p66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9" name="Google Shape;4419;p66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0" name="Google Shape;4420;p66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1" name="Google Shape;4421;p66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2" name="Google Shape;4422;p66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3" name="Google Shape;4423;p66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4" name="Google Shape;4424;p66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5" name="Google Shape;4425;p66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6" name="Google Shape;4426;p66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7" name="Google Shape;4427;p66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8" name="Google Shape;4428;p66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9" name="Google Shape;4429;p66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0" name="Google Shape;4430;p66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1" name="Google Shape;4431;p66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2" name="Google Shape;4432;p66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3" name="Google Shape;4433;p66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4" name="Google Shape;4434;p66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5" name="Google Shape;4435;p66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6" name="Google Shape;4436;p66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7" name="Google Shape;4437;p66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8" name="Google Shape;4438;p66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9" name="Google Shape;4439;p66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0" name="Google Shape;4440;p66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1" name="Google Shape;4441;p66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2" name="Google Shape;4442;p66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3" name="Google Shape;4443;p66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4" name="Google Shape;4444;p66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5" name="Google Shape;4445;p66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6" name="Google Shape;4446;p66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7" name="Google Shape;4447;p66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8" name="Google Shape;4448;p66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9" name="Google Shape;4449;p66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0" name="Google Shape;4450;p66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1" name="Google Shape;4451;p66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2" name="Google Shape;4452;p66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3" name="Google Shape;4453;p66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4" name="Google Shape;4454;p66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5" name="Google Shape;4455;p66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6" name="Google Shape;4456;p66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7" name="Google Shape;4457;p66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8" name="Google Shape;4458;p66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9" name="Google Shape;4459;p66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0" name="Google Shape;4460;p66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1" name="Google Shape;4461;p66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2" name="Google Shape;4462;p66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3" name="Google Shape;4463;p66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4" name="Google Shape;4464;p66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5" name="Google Shape;4465;p66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6" name="Google Shape;4466;p66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7" name="Google Shape;4467;p66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8" name="Google Shape;4468;p66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9" name="Google Shape;4469;p66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0" name="Google Shape;4470;p66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1" name="Google Shape;4471;p66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2" name="Google Shape;4472;p66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3" name="Google Shape;4473;p66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4" name="Google Shape;4474;p66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5" name="Google Shape;4475;p66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6" name="Google Shape;4476;p66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7" name="Google Shape;4477;p66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8" name="Google Shape;4478;p66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9" name="Google Shape;4479;p66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0" name="Google Shape;4480;p66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1" name="Google Shape;4481;p66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2" name="Google Shape;4482;p66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3" name="Google Shape;4483;p66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4" name="Google Shape;4484;p66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5" name="Google Shape;4485;p66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6" name="Google Shape;4486;p66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7" name="Google Shape;4487;p66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8" name="Google Shape;4488;p66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9" name="Google Shape;4489;p66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0" name="Google Shape;4490;p66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1" name="Google Shape;4491;p66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2" name="Google Shape;4492;p66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3" name="Google Shape;4493;p66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4" name="Google Shape;4494;p66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5" name="Google Shape;4495;p66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6" name="Google Shape;4496;p66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7" name="Google Shape;4497;p66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8" name="Google Shape;4498;p66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9" name="Google Shape;4499;p66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0" name="Google Shape;4500;p66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1" name="Google Shape;4501;p66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2" name="Google Shape;4502;p66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3" name="Google Shape;4503;p66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4" name="Google Shape;4504;p66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5" name="Google Shape;4505;p66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6" name="Google Shape;4506;p66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7" name="Google Shape;4507;p66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8" name="Google Shape;4508;p66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9" name="Google Shape;4509;p66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0" name="Google Shape;4510;p66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1" name="Google Shape;4511;p66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2" name="Google Shape;4512;p66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3" name="Google Shape;4513;p66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4" name="Google Shape;4514;p66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5" name="Google Shape;4515;p66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6" name="Google Shape;4516;p66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7" name="Google Shape;4517;p66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8" name="Google Shape;4518;p66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9" name="Google Shape;4519;p66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0" name="Google Shape;4520;p66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1" name="Google Shape;4521;p66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2" name="Google Shape;4522;p66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3" name="Google Shape;4523;p66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4" name="Google Shape;4524;p66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5" name="Google Shape;4525;p66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6" name="Google Shape;4526;p66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7" name="Google Shape;4527;p66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8" name="Google Shape;4528;p66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9" name="Google Shape;4529;p66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0" name="Google Shape;4530;p66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1" name="Google Shape;4531;p66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2" name="Google Shape;4532;p66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3" name="Google Shape;4533;p66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4" name="Google Shape;4534;p66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5" name="Google Shape;4535;p66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6" name="Google Shape;4536;p66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7" name="Google Shape;4537;p66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8" name="Google Shape;4538;p66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9" name="Google Shape;4539;p66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0" name="Google Shape;4540;p66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1" name="Google Shape;4541;p66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2" name="Google Shape;4542;p66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3" name="Google Shape;4543;p66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4" name="Google Shape;4544;p66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5" name="Google Shape;4545;p66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6" name="Google Shape;4546;p66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7" name="Google Shape;4547;p66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8" name="Google Shape;4548;p66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9" name="Google Shape;4549;p66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0" name="Google Shape;4550;p66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1" name="Google Shape;4551;p66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2" name="Google Shape;4552;p66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3" name="Google Shape;4553;p66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4" name="Google Shape;4554;p66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5" name="Google Shape;4555;p66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6" name="Google Shape;4556;p66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7" name="Google Shape;4557;p66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8" name="Google Shape;4558;p66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9" name="Google Shape;4559;p66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0" name="Google Shape;4560;p66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1" name="Google Shape;4561;p66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2" name="Google Shape;4562;p66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3" name="Google Shape;4563;p66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4" name="Google Shape;4564;p66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5" name="Google Shape;4565;p66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6" name="Google Shape;4566;p66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7" name="Google Shape;4567;p66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8" name="Google Shape;4568;p66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9" name="Google Shape;4569;p66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0" name="Google Shape;4570;p66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1" name="Google Shape;4571;p66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2" name="Google Shape;4572;p66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3" name="Google Shape;4573;p66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4" name="Google Shape;4574;p66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5" name="Google Shape;4575;p66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6" name="Google Shape;4576;p66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7" name="Google Shape;4577;p66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8" name="Google Shape;4578;p66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9" name="Google Shape;4579;p66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0" name="Google Shape;4580;p66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1" name="Google Shape;4581;p66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2" name="Google Shape;4582;p66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3" name="Google Shape;4583;p66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4" name="Google Shape;4584;p66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5" name="Google Shape;4585;p66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6" name="Google Shape;4586;p66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7" name="Google Shape;4587;p66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8" name="Google Shape;4588;p66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9" name="Google Shape;4589;p66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0" name="Google Shape;4590;p66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1" name="Google Shape;4591;p66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2" name="Google Shape;4592;p66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3" name="Google Shape;4593;p66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4" name="Google Shape;4594;p66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5" name="Google Shape;4595;p66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6" name="Google Shape;4596;p66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7" name="Google Shape;4597;p66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8" name="Google Shape;4598;p66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9" name="Google Shape;4599;p66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0" name="Google Shape;4600;p66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1" name="Google Shape;4601;p66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2" name="Google Shape;4602;p66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3" name="Google Shape;4603;p66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4" name="Google Shape;4604;p66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5" name="Google Shape;4605;p66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6" name="Google Shape;4606;p66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7" name="Google Shape;4607;p66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8" name="Google Shape;4608;p66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9" name="Google Shape;4609;p66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0" name="Google Shape;4610;p66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1" name="Google Shape;4611;p66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2" name="Google Shape;4612;p66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3" name="Google Shape;4613;p66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4" name="Google Shape;4614;p66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5" name="Google Shape;4615;p66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6" name="Google Shape;4616;p66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7" name="Google Shape;4617;p66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8" name="Google Shape;4618;p66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9" name="Google Shape;4619;p66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0" name="Google Shape;4620;p66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1" name="Google Shape;4621;p66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2" name="Google Shape;4622;p66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3" name="Google Shape;4623;p66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4" name="Google Shape;4624;p66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5" name="Google Shape;4625;p66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6" name="Google Shape;4626;p66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7" name="Google Shape;4627;p66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8" name="Google Shape;4628;p66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9" name="Google Shape;4629;p66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0" name="Google Shape;4630;p66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1" name="Google Shape;4631;p66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2" name="Google Shape;4632;p66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3" name="Google Shape;4633;p66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4" name="Google Shape;4634;p66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5" name="Google Shape;4635;p66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6" name="Google Shape;4636;p66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7" name="Google Shape;4637;p66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8" name="Google Shape;4638;p66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9" name="Google Shape;4639;p66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0" name="Google Shape;4640;p66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1" name="Google Shape;4641;p66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2" name="Google Shape;4642;p66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3" name="Google Shape;4643;p66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4" name="Google Shape;4644;p66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5" name="Google Shape;4645;p66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6" name="Google Shape;4646;p66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7" name="Google Shape;4647;p66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8" name="Google Shape;4648;p66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9" name="Google Shape;4649;p66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0" name="Google Shape;4650;p66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1" name="Google Shape;4651;p66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2" name="Google Shape;4652;p66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3" name="Google Shape;4653;p66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4" name="Google Shape;4654;p66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5" name="Google Shape;4655;p66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6" name="Google Shape;4656;p66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7" name="Google Shape;4657;p66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8" name="Google Shape;4658;p66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9" name="Google Shape;4659;p66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0" name="Google Shape;4660;p66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1" name="Google Shape;4661;p66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2" name="Google Shape;4662;p66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3" name="Google Shape;4663;p66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4" name="Google Shape;4664;p66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5" name="Google Shape;4665;p66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6" name="Google Shape;4666;p66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7" name="Google Shape;4667;p66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8" name="Google Shape;4668;p66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9" name="Google Shape;4669;p66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0" name="Google Shape;4670;p66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1" name="Google Shape;4671;p66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2" name="Google Shape;4672;p66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3" name="Google Shape;4673;p66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4" name="Google Shape;4674;p66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5" name="Google Shape;4675;p66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6" name="Google Shape;4676;p66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7" name="Google Shape;4677;p66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8" name="Google Shape;4678;p66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9" name="Google Shape;4679;p66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0" name="Google Shape;4680;p66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1" name="Google Shape;4681;p66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2" name="Google Shape;4682;p66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3" name="Google Shape;4683;p66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4" name="Google Shape;4684;p66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5" name="Google Shape;4685;p66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6" name="Google Shape;4686;p66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7" name="Google Shape;4687;p66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8" name="Google Shape;4688;p66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9" name="Google Shape;4689;p66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0" name="Google Shape;4690;p66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1" name="Google Shape;4691;p66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2" name="Google Shape;4692;p66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3" name="Google Shape;4693;p66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4" name="Google Shape;4694;p66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5" name="Google Shape;4695;p66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6" name="Google Shape;4696;p66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7" name="Google Shape;4697;p66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8" name="Google Shape;4698;p66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9" name="Google Shape;4699;p66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0" name="Google Shape;4700;p66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1" name="Google Shape;4701;p66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2" name="Google Shape;4702;p66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3" name="Google Shape;4703;p66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4" name="Google Shape;4704;p66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5" name="Google Shape;4705;p66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6" name="Google Shape;4706;p66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7" name="Google Shape;4707;p66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8" name="Google Shape;4708;p66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9" name="Google Shape;4709;p66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0" name="Google Shape;4710;p66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1" name="Google Shape;4711;p66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2" name="Google Shape;4712;p66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3" name="Google Shape;4713;p66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4" name="Google Shape;4714;p66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5" name="Google Shape;4715;p66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6" name="Google Shape;4716;p66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7" name="Google Shape;4717;p66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8" name="Google Shape;4718;p66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9" name="Google Shape;4719;p66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0" name="Google Shape;4720;p66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1" name="Google Shape;4721;p66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2" name="Google Shape;4722;p66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3" name="Google Shape;4723;p66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4" name="Google Shape;4724;p66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5" name="Google Shape;4725;p66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6" name="Google Shape;4726;p66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7" name="Google Shape;4727;p66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8" name="Google Shape;4728;p66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9" name="Google Shape;4729;p66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0" name="Google Shape;4730;p66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1" name="Google Shape;4731;p66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2" name="Google Shape;4732;p66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3" name="Google Shape;4733;p66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4" name="Google Shape;4734;p66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5" name="Google Shape;4735;p66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6" name="Google Shape;4736;p66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7" name="Google Shape;4737;p66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8" name="Google Shape;4738;p66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9" name="Google Shape;4739;p66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0" name="Google Shape;4740;p66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1" name="Google Shape;4741;p66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2" name="Google Shape;4742;p66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3" name="Google Shape;4743;p66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4" name="Google Shape;4744;p66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5" name="Google Shape;4745;p66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6" name="Google Shape;4746;p66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7" name="Google Shape;4747;p66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8" name="Google Shape;4748;p66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9" name="Google Shape;4749;p66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0" name="Google Shape;4750;p66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1" name="Google Shape;4751;p66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2" name="Google Shape;4752;p66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3" name="Google Shape;4753;p66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4" name="Google Shape;4754;p66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5" name="Google Shape;4755;p66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6" name="Google Shape;4756;p66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7" name="Google Shape;4757;p66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8" name="Google Shape;4758;p66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9" name="Google Shape;4759;p66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0" name="Google Shape;4760;p66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1" name="Google Shape;4761;p66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2" name="Google Shape;4762;p66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3" name="Google Shape;4763;p66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4" name="Google Shape;4764;p66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5" name="Google Shape;4765;p66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6" name="Google Shape;4766;p66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7" name="Google Shape;4767;p66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8" name="Google Shape;4768;p66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9" name="Google Shape;4769;p66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0" name="Google Shape;4770;p66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1" name="Google Shape;4771;p66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2" name="Google Shape;4772;p66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3" name="Google Shape;4773;p66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4" name="Google Shape;4774;p66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5" name="Google Shape;4775;p66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6" name="Google Shape;4776;p66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7" name="Google Shape;4777;p66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8" name="Google Shape;4778;p66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9" name="Google Shape;4779;p66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0" name="Google Shape;4780;p66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1" name="Google Shape;4781;p66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2" name="Google Shape;4782;p66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3" name="Google Shape;4783;p66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4" name="Google Shape;4784;p66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5" name="Google Shape;4785;p66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6" name="Google Shape;4786;p66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7" name="Google Shape;4787;p66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8" name="Google Shape;4788;p66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9" name="Google Shape;4789;p66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0" name="Google Shape;4790;p66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1" name="Google Shape;4791;p66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2" name="Google Shape;4792;p66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3" name="Google Shape;4793;p66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4" name="Google Shape;4794;p66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5" name="Google Shape;4795;p66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6" name="Google Shape;4796;p66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7" name="Google Shape;4797;p66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8" name="Google Shape;4798;p66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9" name="Google Shape;4799;p66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0" name="Google Shape;4800;p66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1" name="Google Shape;4801;p66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2" name="Google Shape;4802;p66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3" name="Google Shape;4803;p66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4" name="Google Shape;4804;p66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5" name="Google Shape;4805;p66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6" name="Google Shape;4806;p66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7" name="Google Shape;4807;p66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8" name="Google Shape;4808;p66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9" name="Google Shape;4809;p66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0" name="Google Shape;4810;p66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1" name="Google Shape;4811;p66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2" name="Google Shape;4812;p66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3" name="Google Shape;4813;p66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4" name="Google Shape;4814;p66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5" name="Google Shape;4815;p66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6" name="Google Shape;4816;p66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7" name="Google Shape;4817;p66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8" name="Google Shape;4818;p66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9" name="Google Shape;4819;p66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0" name="Google Shape;4820;p66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1" name="Google Shape;4821;p66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2" name="Google Shape;4822;p66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3" name="Google Shape;4823;p66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4" name="Google Shape;4824;p66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5" name="Google Shape;4825;p66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6" name="Google Shape;4826;p66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7" name="Google Shape;4827;p66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8" name="Google Shape;4828;p66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9" name="Google Shape;4829;p66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0" name="Google Shape;4830;p66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1" name="Google Shape;4831;p66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2" name="Google Shape;4832;p66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3" name="Google Shape;4833;p66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4" name="Google Shape;4834;p66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5" name="Google Shape;4835;p66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6" name="Google Shape;4836;p66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7" name="Google Shape;4837;p66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8" name="Google Shape;4838;p66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9" name="Google Shape;4839;p66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0" name="Google Shape;4840;p66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1" name="Google Shape;4841;p66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2" name="Google Shape;4842;p66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3" name="Google Shape;4843;p66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4" name="Google Shape;4844;p66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5" name="Google Shape;4845;p66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6" name="Google Shape;4846;p66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7" name="Google Shape;4847;p66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8" name="Google Shape;4848;p66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9" name="Google Shape;4849;p66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0" name="Google Shape;4850;p66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1" name="Google Shape;4851;p66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2" name="Google Shape;4852;p66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3" name="Google Shape;4853;p66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4" name="Google Shape;4854;p66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5" name="Google Shape;4855;p66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6" name="Google Shape;4856;p66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7" name="Google Shape;4857;p66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8" name="Google Shape;4858;p66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9" name="Google Shape;4859;p66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0" name="Google Shape;4860;p66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1" name="Google Shape;4861;p66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2" name="Google Shape;4862;p66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3" name="Google Shape;4863;p66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4" name="Google Shape;4864;p66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5" name="Google Shape;4865;p66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6" name="Google Shape;4866;p66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7" name="Google Shape;4867;p66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8" name="Google Shape;4868;p66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9" name="Google Shape;4869;p66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0" name="Google Shape;4870;p66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1" name="Google Shape;4871;p66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2" name="Google Shape;4872;p66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3" name="Google Shape;4873;p66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4" name="Google Shape;4874;p66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5" name="Google Shape;4875;p66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6" name="Google Shape;4876;p66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7" name="Google Shape;4877;p66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8" name="Google Shape;4878;p66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9" name="Google Shape;4879;p66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0" name="Google Shape;4880;p66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1" name="Google Shape;4881;p66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2" name="Google Shape;4882;p66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3" name="Google Shape;4883;p66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4" name="Google Shape;4884;p66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5" name="Google Shape;4885;p66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6" name="Google Shape;4886;p66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7" name="Google Shape;4887;p66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8" name="Google Shape;4888;p66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9" name="Google Shape;4889;p66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0" name="Google Shape;4890;p66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1" name="Google Shape;4891;p66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2" name="Google Shape;4892;p66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3" name="Google Shape;4893;p66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4" name="Google Shape;4894;p66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5" name="Google Shape;4895;p66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6" name="Google Shape;4896;p66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7" name="Google Shape;4897;p66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8" name="Google Shape;4898;p66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9" name="Google Shape;4899;p66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0" name="Google Shape;4900;p66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1" name="Google Shape;4901;p66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2" name="Google Shape;4902;p66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3" name="Google Shape;4903;p66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4" name="Google Shape;4904;p66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5" name="Google Shape;4905;p66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6" name="Google Shape;4906;p66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7" name="Google Shape;4907;p66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8" name="Google Shape;4908;p66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9" name="Google Shape;4909;p66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0" name="Google Shape;4910;p66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1" name="Google Shape;4911;p66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2" name="Google Shape;4912;p66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3" name="Google Shape;4913;p66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4" name="Google Shape;4914;p66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5" name="Google Shape;4915;p66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6" name="Google Shape;4916;p66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7" name="Google Shape;4917;p66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8" name="Google Shape;4918;p66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9" name="Google Shape;4919;p66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0" name="Google Shape;4920;p66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1" name="Google Shape;4921;p66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2" name="Google Shape;4922;p66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3" name="Google Shape;4923;p66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4" name="Google Shape;4924;p66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5" name="Google Shape;4925;p66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6" name="Google Shape;4926;p66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7" name="Google Shape;4927;p66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8" name="Google Shape;4928;p66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9" name="Google Shape;4929;p66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0" name="Google Shape;4930;p66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1" name="Google Shape;4931;p66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2" name="Google Shape;4932;p66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3" name="Google Shape;4933;p66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4" name="Google Shape;4934;p66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5" name="Google Shape;4935;p66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6" name="Google Shape;4936;p66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7" name="Google Shape;4937;p66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8" name="Google Shape;4938;p66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9" name="Google Shape;4939;p66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0" name="Google Shape;4940;p66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1" name="Google Shape;4941;p66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2" name="Google Shape;4942;p66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3" name="Google Shape;4943;p66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4" name="Google Shape;4944;p66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5" name="Google Shape;4945;p66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6" name="Google Shape;4946;p66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7" name="Google Shape;4947;p66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8" name="Google Shape;4948;p66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9" name="Google Shape;4949;p66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0" name="Google Shape;4950;p66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1" name="Google Shape;4951;p66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2" name="Google Shape;4952;p66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3" name="Google Shape;4953;p66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4" name="Google Shape;4954;p66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5" name="Google Shape;4955;p66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6" name="Google Shape;4956;p66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7" name="Google Shape;4957;p66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8" name="Google Shape;4958;p66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9" name="Google Shape;4959;p66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0" name="Google Shape;4960;p66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1" name="Google Shape;4961;p66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2" name="Google Shape;4962;p66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3" name="Google Shape;4963;p66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4" name="Google Shape;4964;p66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5" name="Google Shape;4965;p66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6" name="Google Shape;4966;p66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7" name="Google Shape;4967;p66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8" name="Google Shape;4968;p66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9" name="Google Shape;4969;p66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0" name="Google Shape;4970;p66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1" name="Google Shape;4971;p66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2" name="Google Shape;4972;p66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3" name="Google Shape;4973;p66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4" name="Google Shape;4974;p66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5" name="Google Shape;4975;p66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6" name="Google Shape;4976;p66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7" name="Google Shape;4977;p66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8" name="Google Shape;4978;p66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9" name="Google Shape;4979;p66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0" name="Google Shape;4980;p66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1" name="Google Shape;4981;p66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2" name="Google Shape;4982;p66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3" name="Google Shape;4983;p66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4" name="Google Shape;4984;p66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5" name="Google Shape;4985;p66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6" name="Google Shape;4986;p66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7" name="Google Shape;4987;p66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8" name="Google Shape;4988;p66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9" name="Google Shape;4989;p66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0" name="Google Shape;4990;p66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1" name="Google Shape;4991;p66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2" name="Google Shape;4992;p66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3" name="Google Shape;4993;p66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4" name="Google Shape;4994;p66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5" name="Google Shape;4995;p66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6" name="Google Shape;4996;p66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7" name="Google Shape;4997;p66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8" name="Google Shape;4998;p66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9" name="Google Shape;4999;p66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0" name="Google Shape;5000;p66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1" name="Google Shape;5001;p66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2" name="Google Shape;5002;p66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3" name="Google Shape;5003;p66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4" name="Google Shape;5004;p66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5" name="Google Shape;5005;p66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6" name="Google Shape;5006;p66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7" name="Google Shape;5007;p66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8" name="Google Shape;5008;p66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9" name="Google Shape;5009;p66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0" name="Google Shape;5010;p66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1" name="Google Shape;5011;p66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2" name="Google Shape;5012;p66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3" name="Google Shape;5013;p66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4" name="Google Shape;5014;p66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5" name="Google Shape;5015;p66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6" name="Google Shape;5016;p66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7" name="Google Shape;5017;p66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8" name="Google Shape;5018;p66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9" name="Google Shape;5019;p66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0" name="Google Shape;5020;p66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1" name="Google Shape;5021;p66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2" name="Google Shape;5022;p66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3" name="Google Shape;5023;p66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4" name="Google Shape;5024;p66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5" name="Google Shape;5025;p66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6" name="Google Shape;5026;p66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7" name="Google Shape;5027;p66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8" name="Google Shape;5028;p66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9" name="Google Shape;5029;p66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0" name="Google Shape;5030;p66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1" name="Google Shape;5031;p66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2" name="Google Shape;5032;p66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3" name="Google Shape;5033;p66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4" name="Google Shape;5034;p66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5" name="Google Shape;5035;p66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6" name="Google Shape;5036;p66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7" name="Google Shape;5037;p66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8" name="Google Shape;5038;p66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9" name="Google Shape;5039;p66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0" name="Google Shape;5040;p66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1" name="Google Shape;5041;p66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2" name="Google Shape;5042;p66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3" name="Google Shape;5043;p66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4" name="Google Shape;5044;p66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5" name="Google Shape;5045;p66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6" name="Google Shape;5046;p66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7" name="Google Shape;5047;p66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8" name="Google Shape;5048;p66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9" name="Google Shape;5049;p66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0" name="Google Shape;5050;p66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1" name="Google Shape;5051;p66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2" name="Google Shape;5052;p66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3" name="Google Shape;5053;p66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4" name="Google Shape;5054;p66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5" name="Google Shape;5055;p66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6" name="Google Shape;5056;p66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7" name="Google Shape;5057;p66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8" name="Google Shape;5058;p66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9" name="Google Shape;5059;p66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0" name="Google Shape;5060;p66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1" name="Google Shape;5061;p66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2" name="Google Shape;5062;p66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3" name="Google Shape;5063;p66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4" name="Google Shape;5064;p66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5" name="Google Shape;5065;p66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6" name="Google Shape;5066;p66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7" name="Google Shape;5067;p66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8" name="Google Shape;5068;p66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9" name="Google Shape;5069;p66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0" name="Google Shape;5070;p66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1" name="Google Shape;5071;p66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2" name="Google Shape;5072;p66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3" name="Google Shape;5073;p66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4" name="Google Shape;5074;p66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5" name="Google Shape;5075;p66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6" name="Google Shape;5076;p66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7" name="Google Shape;5077;p66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8" name="Google Shape;5078;p66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9" name="Google Shape;5079;p66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0" name="Google Shape;5080;p66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1" name="Google Shape;5081;p66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2" name="Google Shape;5082;p66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3" name="Google Shape;5083;p66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4" name="Google Shape;5084;p66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5" name="Google Shape;5085;p66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6" name="Google Shape;5086;p66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7" name="Google Shape;5087;p66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8" name="Google Shape;5088;p66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9" name="Google Shape;5089;p66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0" name="Google Shape;5090;p66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1" name="Google Shape;5091;p66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2" name="Google Shape;5092;p66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3" name="Google Shape;5093;p66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4" name="Google Shape;5094;p66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5" name="Google Shape;5095;p66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6" name="Google Shape;5096;p66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7" name="Google Shape;5097;p66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8" name="Google Shape;5098;p66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9" name="Google Shape;5099;p66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0" name="Google Shape;5100;p66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1" name="Google Shape;5101;p66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2" name="Google Shape;5102;p66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3" name="Google Shape;5103;p66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4" name="Google Shape;5104;p66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5" name="Google Shape;5105;p66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6" name="Google Shape;5106;p66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7" name="Google Shape;5107;p66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8" name="Google Shape;5108;p66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9" name="Google Shape;5109;p66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0" name="Google Shape;5110;p66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1" name="Google Shape;5111;p66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2" name="Google Shape;5112;p66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3" name="Google Shape;5113;p66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4" name="Google Shape;5114;p66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5" name="Google Shape;5115;p66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6" name="Google Shape;5116;p66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7" name="Google Shape;5117;p66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8" name="Google Shape;5118;p66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9" name="Google Shape;5119;p66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0" name="Google Shape;5120;p66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1" name="Google Shape;5121;p66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2" name="Google Shape;5122;p66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3" name="Google Shape;5123;p66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4" name="Google Shape;5124;p66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5" name="Google Shape;5125;p66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6" name="Google Shape;5126;p66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7" name="Google Shape;5127;p66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8" name="Google Shape;5128;p66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9" name="Google Shape;5129;p66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0" name="Google Shape;5130;p66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1" name="Google Shape;5131;p66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2" name="Google Shape;5132;p66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3" name="Google Shape;5133;p66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4" name="Google Shape;5134;p66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5" name="Google Shape;5135;p66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6" name="Google Shape;5136;p66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7" name="Google Shape;5137;p66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8" name="Google Shape;5138;p66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9" name="Google Shape;5139;p66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0" name="Google Shape;5140;p66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1" name="Google Shape;5141;p66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2" name="Google Shape;5142;p66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3" name="Google Shape;5143;p66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4" name="Google Shape;5144;p66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5" name="Google Shape;5145;p66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6" name="Google Shape;5146;p66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7" name="Google Shape;5147;p66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8" name="Google Shape;5148;p66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9" name="Google Shape;5149;p66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0" name="Google Shape;5150;p66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1" name="Google Shape;5151;p66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2" name="Google Shape;5152;p66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3" name="Google Shape;5153;p66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4" name="Google Shape;5154;p66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5" name="Google Shape;5155;p66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6" name="Google Shape;5156;p66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7" name="Google Shape;5157;p66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8" name="Google Shape;5158;p66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9" name="Google Shape;5159;p66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0" name="Google Shape;5160;p66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1" name="Google Shape;5161;p66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2" name="Google Shape;5162;p66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3" name="Google Shape;5163;p66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4" name="Google Shape;5164;p66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5" name="Google Shape;5165;p66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6" name="Google Shape;5166;p66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7" name="Google Shape;5167;p66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8" name="Google Shape;5168;p66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9" name="Google Shape;5169;p66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0" name="Google Shape;5170;p66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1" name="Google Shape;5171;p66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2" name="Google Shape;5172;p66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3" name="Google Shape;5173;p66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4" name="Google Shape;5174;p66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5" name="Google Shape;5175;p66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6" name="Google Shape;5176;p66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7" name="Google Shape;5177;p66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8" name="Google Shape;5178;p66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9" name="Google Shape;5179;p66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0" name="Google Shape;5180;p66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1" name="Google Shape;5181;p66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2" name="Google Shape;5182;p66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3" name="Google Shape;5183;p66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4" name="Google Shape;5184;p66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5" name="Google Shape;5185;p66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6" name="Google Shape;5186;p66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7" name="Google Shape;5187;p66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8" name="Google Shape;5188;p66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9" name="Google Shape;5189;p66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0" name="Google Shape;5190;p66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1" name="Google Shape;5191;p66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2" name="Google Shape;5192;p66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3" name="Google Shape;5193;p66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4" name="Google Shape;5194;p66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5" name="Google Shape;5195;p66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6" name="Google Shape;5196;p66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7" name="Google Shape;5197;p66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8" name="Google Shape;5198;p66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9" name="Google Shape;5199;p66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0" name="Google Shape;5200;p66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1" name="Google Shape;5201;p66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2" name="Google Shape;5202;p66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3" name="Google Shape;5203;p66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4" name="Google Shape;5204;p66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5" name="Google Shape;5205;p66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6" name="Google Shape;5206;p66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7" name="Google Shape;5207;p66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8" name="Google Shape;5208;p66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9" name="Google Shape;5209;p66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0" name="Google Shape;5210;p66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1" name="Google Shape;5211;p66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2" name="Google Shape;5212;p66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3" name="Google Shape;5213;p66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4" name="Google Shape;5214;p66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5" name="Google Shape;5215;p66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6" name="Google Shape;5216;p66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7" name="Google Shape;5217;p66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8" name="Google Shape;5218;p66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9" name="Google Shape;5219;p66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0" name="Google Shape;5220;p66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1" name="Google Shape;5221;p66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2" name="Google Shape;5222;p66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3" name="Google Shape;5223;p66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4" name="Google Shape;5224;p66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5" name="Google Shape;5225;p66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6" name="Google Shape;5226;p66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7" name="Google Shape;5227;p66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8" name="Google Shape;5228;p66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9" name="Google Shape;5229;p66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0" name="Google Shape;5230;p66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1" name="Google Shape;5231;p66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2" name="Google Shape;5232;p66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3" name="Google Shape;5233;p66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4" name="Google Shape;5234;p66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5" name="Google Shape;5235;p66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6" name="Google Shape;5236;p66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7" name="Google Shape;5237;p66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8" name="Google Shape;5238;p66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9" name="Google Shape;5239;p66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0" name="Google Shape;5240;p66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1" name="Google Shape;5241;p66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2" name="Google Shape;5242;p66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3" name="Google Shape;5243;p66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4" name="Google Shape;5244;p66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5" name="Google Shape;5245;p66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6" name="Google Shape;5246;p66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7" name="Google Shape;5247;p66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8" name="Google Shape;5248;p66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9" name="Google Shape;5249;p66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0" name="Google Shape;5250;p66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1" name="Google Shape;5251;p66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2" name="Google Shape;5252;p66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3" name="Google Shape;5253;p66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4" name="Google Shape;5254;p66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5" name="Google Shape;5255;p66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6" name="Google Shape;5256;p66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7" name="Google Shape;5257;p66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8" name="Google Shape;5258;p66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9" name="Google Shape;5259;p66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0" name="Google Shape;5260;p66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1" name="Google Shape;5261;p66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2" name="Google Shape;5262;p66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3" name="Google Shape;5263;p66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4" name="Google Shape;5264;p66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5" name="Google Shape;5265;p66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6" name="Google Shape;5266;p66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7" name="Google Shape;5267;p66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8" name="Google Shape;5268;p66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9" name="Google Shape;5269;p66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0" name="Google Shape;5270;p66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1" name="Google Shape;5271;p66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2" name="Google Shape;5272;p66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3" name="Google Shape;5273;p66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4" name="Google Shape;5274;p66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5" name="Google Shape;5275;p66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6" name="Google Shape;5276;p66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7" name="Google Shape;5277;p66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8" name="Google Shape;5278;p66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9" name="Google Shape;5279;p66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0" name="Google Shape;5280;p66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1" name="Google Shape;5281;p66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2" name="Google Shape;5282;p66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3" name="Google Shape;5283;p66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4" name="Google Shape;5284;p66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5" name="Google Shape;5285;p66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6" name="Google Shape;5286;p66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7" name="Google Shape;5287;p66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8" name="Google Shape;5288;p66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9" name="Google Shape;5289;p66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0" name="Google Shape;5290;p66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1" name="Google Shape;5291;p66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2" name="Google Shape;5292;p66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3" name="Google Shape;5293;p66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4" name="Google Shape;5294;p66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5" name="Google Shape;5295;p66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6" name="Google Shape;5296;p66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7" name="Google Shape;5297;p66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8" name="Google Shape;5298;p66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9" name="Google Shape;5299;p66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0" name="Google Shape;5300;p66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1" name="Google Shape;5301;p66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2" name="Google Shape;5302;p66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3" name="Google Shape;5303;p66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4" name="Google Shape;5304;p66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5" name="Google Shape;5305;p66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6" name="Google Shape;5306;p66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7" name="Google Shape;5307;p66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8" name="Google Shape;5308;p66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9" name="Google Shape;5309;p66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0" name="Google Shape;5310;p66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1" name="Google Shape;5311;p66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2" name="Google Shape;5312;p66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3" name="Google Shape;5313;p66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4" name="Google Shape;5314;p66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5" name="Google Shape;5315;p66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6" name="Google Shape;5316;p66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7" name="Google Shape;5317;p66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8" name="Google Shape;5318;p66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9" name="Google Shape;5319;p66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0" name="Google Shape;5320;p66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1" name="Google Shape;5321;p66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2" name="Google Shape;5322;p66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3" name="Google Shape;5323;p66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4" name="Google Shape;5324;p66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5" name="Google Shape;5325;p66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6" name="Google Shape;5326;p66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7" name="Google Shape;5327;p66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8" name="Google Shape;5328;p66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9" name="Google Shape;5329;p66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0" name="Google Shape;5330;p66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1" name="Google Shape;5331;p66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2" name="Google Shape;5332;p66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3" name="Google Shape;5333;p66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4" name="Google Shape;5334;p66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5" name="Google Shape;5335;p66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6" name="Google Shape;5336;p66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7" name="Google Shape;5337;p66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8" name="Google Shape;5338;p66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9" name="Google Shape;5339;p66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0" name="Google Shape;5340;p66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1" name="Google Shape;5341;p66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2" name="Google Shape;5342;p66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3" name="Google Shape;5343;p66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4" name="Google Shape;5344;p66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5" name="Google Shape;5345;p66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6" name="Google Shape;5346;p66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7" name="Google Shape;5347;p66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8" name="Google Shape;5348;p66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9" name="Google Shape;5349;p66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0" name="Google Shape;5350;p66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1" name="Google Shape;5351;p66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2" name="Google Shape;5352;p66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3" name="Google Shape;5353;p66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4" name="Google Shape;5354;p66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5" name="Google Shape;5355;p66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6" name="Google Shape;5356;p66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7" name="Google Shape;5357;p66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8" name="Google Shape;5358;p66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9" name="Google Shape;5359;p66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0" name="Google Shape;5360;p66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1" name="Google Shape;5361;p66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2" name="Google Shape;5362;p66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3" name="Google Shape;5363;p66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4" name="Google Shape;5364;p66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5" name="Google Shape;5365;p66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6" name="Google Shape;5366;p66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7" name="Google Shape;5367;p66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8" name="Google Shape;5368;p66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9" name="Google Shape;5369;p66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0" name="Google Shape;5370;p66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1" name="Google Shape;5371;p66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2" name="Google Shape;5372;p66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3" name="Google Shape;5373;p66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4" name="Google Shape;5374;p66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5" name="Google Shape;5375;p66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6" name="Google Shape;5376;p66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7" name="Google Shape;5377;p66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8" name="Google Shape;5378;p66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9" name="Google Shape;5379;p66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0" name="Google Shape;5380;p66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1" name="Google Shape;5381;p66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2" name="Google Shape;5382;p66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3" name="Google Shape;5383;p66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4" name="Google Shape;5384;p66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5" name="Google Shape;5385;p66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6" name="Google Shape;5386;p66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7" name="Google Shape;5387;p66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8" name="Google Shape;5388;p66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9" name="Google Shape;5389;p66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0" name="Google Shape;5390;p66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1" name="Google Shape;5391;p66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2" name="Google Shape;5392;p66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3" name="Google Shape;5393;p66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4" name="Google Shape;5394;p66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5" name="Google Shape;5395;p66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6" name="Google Shape;5396;p66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7" name="Google Shape;5397;p66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8" name="Google Shape;5398;p66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9" name="Google Shape;5399;p66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0" name="Google Shape;5400;p66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1" name="Google Shape;5401;p66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2" name="Google Shape;5402;p66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3" name="Google Shape;5403;p66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4" name="Google Shape;5404;p66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5" name="Google Shape;5405;p66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6" name="Google Shape;5406;p66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7" name="Google Shape;5407;p66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8" name="Google Shape;5408;p66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9" name="Google Shape;5409;p66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0" name="Google Shape;5410;p66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1" name="Google Shape;5411;p66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2" name="Google Shape;5412;p66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3" name="Google Shape;5413;p66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4" name="Google Shape;5414;p66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5" name="Google Shape;5415;p66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6" name="Google Shape;5416;p66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7" name="Google Shape;5417;p66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8" name="Google Shape;5418;p66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9" name="Google Shape;5419;p66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0" name="Google Shape;5420;p66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1" name="Google Shape;5421;p66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2" name="Google Shape;5422;p66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3" name="Google Shape;5423;p66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4" name="Google Shape;5424;p66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5" name="Google Shape;5425;p66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6" name="Google Shape;5426;p66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7" name="Google Shape;5427;p66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8" name="Google Shape;5428;p66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9" name="Google Shape;5429;p66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0" name="Google Shape;5430;p66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1" name="Google Shape;5431;p66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2" name="Google Shape;5432;p66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3" name="Google Shape;5433;p66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4" name="Google Shape;5434;p66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5" name="Google Shape;5435;p66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6" name="Google Shape;5436;p66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7" name="Google Shape;5437;p66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8" name="Google Shape;5438;p66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9" name="Google Shape;5439;p66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0" name="Google Shape;5440;p66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1" name="Google Shape;5441;p66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2" name="Google Shape;5442;p66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3" name="Google Shape;5443;p66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4" name="Google Shape;5444;p66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5" name="Google Shape;5445;p66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6" name="Google Shape;5446;p66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7" name="Google Shape;5447;p66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8" name="Google Shape;5448;p66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9" name="Google Shape;5449;p66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0" name="Google Shape;5450;p66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1" name="Google Shape;5451;p66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2" name="Google Shape;5452;p66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3" name="Google Shape;5453;p66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4" name="Google Shape;5454;p66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5" name="Google Shape;5455;p66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6" name="Google Shape;5456;p66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7" name="Google Shape;5457;p66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8" name="Google Shape;5458;p66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9" name="Google Shape;5459;p66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0" name="Google Shape;5460;p66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1" name="Google Shape;5461;p66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2" name="Google Shape;5462;p66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3" name="Google Shape;5463;p66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4" name="Google Shape;5464;p66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5" name="Google Shape;5465;p66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6" name="Google Shape;5466;p66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7" name="Google Shape;5467;p66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8" name="Google Shape;5468;p66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9" name="Google Shape;5469;p66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0" name="Google Shape;5470;p66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1" name="Google Shape;5471;p66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2" name="Google Shape;5472;p66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3" name="Google Shape;5473;p66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4" name="Google Shape;5474;p66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5" name="Google Shape;5475;p66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6" name="Google Shape;5476;p66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7" name="Google Shape;5477;p66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8" name="Google Shape;5478;p66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9" name="Google Shape;5479;p66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0" name="Google Shape;5480;p66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1" name="Google Shape;5481;p66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2" name="Google Shape;5482;p66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3" name="Google Shape;5483;p66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4" name="Google Shape;5484;p66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5" name="Google Shape;5485;p66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6" name="Google Shape;5486;p66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7" name="Google Shape;5487;p66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8" name="Google Shape;5488;p66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9" name="Google Shape;5489;p66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0" name="Google Shape;5490;p66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1" name="Google Shape;5491;p66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2" name="Google Shape;5492;p66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3" name="Google Shape;5493;p66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4" name="Google Shape;5494;p66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5" name="Google Shape;5495;p66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6" name="Google Shape;5496;p66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7" name="Google Shape;5497;p66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8" name="Google Shape;5498;p66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9" name="Google Shape;5499;p66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0" name="Google Shape;5500;p66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1" name="Google Shape;5501;p66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2" name="Google Shape;5502;p66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3" name="Google Shape;5503;p66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4" name="Google Shape;5504;p66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5" name="Google Shape;5505;p66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6" name="Google Shape;5506;p66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7" name="Google Shape;5507;p66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8" name="Google Shape;5508;p66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9" name="Google Shape;5509;p66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0" name="Google Shape;5510;p66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1" name="Google Shape;5511;p66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2" name="Google Shape;5512;p66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3" name="Google Shape;5513;p66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4" name="Google Shape;5514;p66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5" name="Google Shape;5515;p66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6" name="Google Shape;5516;p66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7" name="Google Shape;5517;p66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8" name="Google Shape;5518;p66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9" name="Google Shape;5519;p66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0" name="Google Shape;5520;p66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1" name="Google Shape;5521;p66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2" name="Google Shape;5522;p66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3" name="Google Shape;5523;p66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4" name="Google Shape;5524;p66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5" name="Google Shape;5525;p66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6" name="Google Shape;5526;p66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7" name="Google Shape;5527;p66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8" name="Google Shape;5528;p66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9" name="Google Shape;5529;p66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0" name="Google Shape;5530;p66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1" name="Google Shape;5531;p66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2" name="Google Shape;5532;p66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3" name="Google Shape;5533;p66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4" name="Google Shape;5534;p66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5" name="Google Shape;5535;p66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6" name="Google Shape;5536;p66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7" name="Google Shape;5537;p66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8" name="Google Shape;5538;p66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9" name="Google Shape;5539;p66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0" name="Google Shape;5540;p66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1" name="Google Shape;5541;p66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2" name="Google Shape;5542;p66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3" name="Google Shape;5543;p66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4" name="Google Shape;5544;p66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5" name="Google Shape;5545;p66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6" name="Google Shape;5546;p66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7" name="Google Shape;5547;p66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8" name="Google Shape;5548;p66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9" name="Google Shape;5549;p66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0" name="Google Shape;5550;p66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1" name="Google Shape;5551;p66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2" name="Google Shape;5552;p66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3" name="Google Shape;5553;p66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4" name="Google Shape;5554;p66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5" name="Google Shape;5555;p66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6" name="Google Shape;5556;p66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7" name="Google Shape;5557;p66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8" name="Google Shape;5558;p66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9" name="Google Shape;5559;p66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0" name="Google Shape;5560;p66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1" name="Google Shape;5561;p66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2" name="Google Shape;5562;p66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3" name="Google Shape;5563;p66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4" name="Google Shape;5564;p66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5" name="Google Shape;5565;p66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6" name="Google Shape;5566;p66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7" name="Google Shape;5567;p66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8" name="Google Shape;5568;p66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9" name="Google Shape;5569;p66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0" name="Google Shape;5570;p66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1" name="Google Shape;5571;p66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2" name="Google Shape;5572;p66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3" name="Google Shape;5573;p66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4" name="Google Shape;5574;p66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5" name="Google Shape;5575;p66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6" name="Google Shape;5576;p66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7" name="Google Shape;5577;p66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8" name="Google Shape;5578;p66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9" name="Google Shape;5579;p66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0" name="Google Shape;5580;p66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1" name="Google Shape;5581;p66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2" name="Google Shape;5582;p66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3" name="Google Shape;5583;p66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4" name="Google Shape;5584;p66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5" name="Google Shape;5585;p66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6" name="Google Shape;5586;p66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7" name="Google Shape;5587;p66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8" name="Google Shape;5588;p66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9" name="Google Shape;5589;p66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0" name="Google Shape;5590;p66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1" name="Google Shape;5591;p66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2" name="Google Shape;5592;p66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3" name="Google Shape;5593;p66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4" name="Google Shape;5594;p66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5" name="Google Shape;5595;p66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6" name="Google Shape;5596;p66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7" name="Google Shape;5597;p66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8" name="Google Shape;5598;p66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9" name="Google Shape;5599;p66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0" name="Google Shape;5600;p66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1" name="Google Shape;5601;p66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2" name="Google Shape;5602;p66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3" name="Google Shape;5603;p66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4" name="Google Shape;5604;p66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5" name="Google Shape;5605;p66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6" name="Google Shape;5606;p66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7" name="Google Shape;5607;p66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8" name="Google Shape;5608;p66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9" name="Google Shape;5609;p66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0" name="Google Shape;5610;p66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1" name="Google Shape;5611;p66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2" name="Google Shape;5612;p66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3" name="Google Shape;5613;p66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4" name="Google Shape;5614;p66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5" name="Google Shape;5615;p66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6" name="Google Shape;5616;p66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7" name="Google Shape;5617;p66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8" name="Google Shape;5618;p66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9" name="Google Shape;5619;p66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0" name="Google Shape;5620;p66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1" name="Google Shape;5621;p66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2" name="Google Shape;5622;p66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3" name="Google Shape;5623;p66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4" name="Google Shape;5624;p66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5" name="Google Shape;5625;p66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6" name="Google Shape;5626;p66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7" name="Google Shape;5627;p66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8" name="Google Shape;5628;p66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9" name="Google Shape;5629;p66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0" name="Google Shape;5630;p66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1" name="Google Shape;5631;p66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2" name="Google Shape;5632;p66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3" name="Google Shape;5633;p66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4" name="Google Shape;5634;p66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5" name="Google Shape;5635;p66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6" name="Google Shape;5636;p66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7" name="Google Shape;5637;p66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8" name="Google Shape;5638;p66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9" name="Google Shape;5639;p66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0" name="Google Shape;5640;p66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1" name="Google Shape;5641;p66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2" name="Google Shape;5642;p66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3" name="Google Shape;5643;p66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4" name="Google Shape;5644;p66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5" name="Google Shape;5645;p66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6" name="Google Shape;5646;p66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7" name="Google Shape;5647;p66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8" name="Google Shape;5648;p66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9" name="Google Shape;5649;p66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0" name="Google Shape;5650;p66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1" name="Google Shape;5651;p66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2" name="Google Shape;5652;p66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3" name="Google Shape;5653;p66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4" name="Google Shape;5654;p66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5" name="Google Shape;5655;p66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6" name="Google Shape;5656;p66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7" name="Google Shape;5657;p66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8" name="Google Shape;5658;p66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9" name="Google Shape;5659;p66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0" name="Google Shape;5660;p66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1" name="Google Shape;5661;p66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2" name="Google Shape;5662;p66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3" name="Google Shape;5663;p66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4" name="Google Shape;5664;p66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5" name="Google Shape;5665;p66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6" name="Google Shape;5666;p66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7" name="Google Shape;5667;p66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8" name="Google Shape;5668;p66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9" name="Google Shape;5669;p66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0" name="Google Shape;5670;p66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1" name="Google Shape;5671;p66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2" name="Google Shape;5672;p66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3" name="Google Shape;5673;p66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4" name="Google Shape;5674;p66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5" name="Google Shape;5675;p66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6" name="Google Shape;5676;p66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7" name="Google Shape;5677;p66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8" name="Google Shape;5678;p66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9" name="Google Shape;5679;p66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0" name="Google Shape;5680;p66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1" name="Google Shape;5681;p66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2" name="Google Shape;5682;p66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3" name="Google Shape;5683;p66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4" name="Google Shape;5684;p66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5" name="Google Shape;5685;p66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6" name="Google Shape;5686;p66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7" name="Google Shape;5687;p66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8" name="Google Shape;5688;p66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9" name="Google Shape;5689;p66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0" name="Google Shape;5690;p66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1" name="Google Shape;5691;p66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2" name="Google Shape;5692;p66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3" name="Google Shape;5693;p66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4" name="Google Shape;5694;p66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5" name="Google Shape;5695;p66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6" name="Google Shape;5696;p66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7" name="Google Shape;5697;p66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8" name="Google Shape;5698;p66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9" name="Google Shape;5699;p66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0" name="Google Shape;5700;p66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1" name="Google Shape;5701;p66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2" name="Google Shape;5702;p66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3" name="Google Shape;5703;p66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4" name="Google Shape;5704;p66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6" name="Google Shape;5706;p66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7" name="Google Shape;5707;p66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8" name="Google Shape;5708;p66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9" name="Google Shape;5709;p66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0" name="Google Shape;5710;p66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1" name="Google Shape;5711;p66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2" name="Google Shape;5712;p66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3" name="Google Shape;5713;p66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4" name="Google Shape;5714;p66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5" name="Google Shape;5715;p66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6" name="Google Shape;5716;p66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7" name="Google Shape;5717;p66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8" name="Google Shape;5718;p66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9" name="Google Shape;5719;p66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0" name="Google Shape;5720;p66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1" name="Google Shape;5721;p66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2" name="Google Shape;5722;p66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3" name="Google Shape;5723;p66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4" name="Google Shape;5724;p66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5" name="Google Shape;5725;p66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6" name="Google Shape;5726;p66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8" name="Google Shape;5728;p66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9" name="Google Shape;5729;p66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1" name="Google Shape;5731;p66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2" name="Google Shape;5732;p66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3" name="Google Shape;5733;p66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4" name="Google Shape;5734;p66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5" name="Google Shape;5735;p66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6" name="Google Shape;5736;p66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7" name="Google Shape;5737;p66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8" name="Google Shape;5738;p66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9" name="Google Shape;5739;p66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0" name="Google Shape;5740;p66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1" name="Google Shape;5741;p66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2" name="Google Shape;5742;p66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3" name="Google Shape;5743;p66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4" name="Google Shape;5744;p66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5" name="Google Shape;5745;p66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6" name="Google Shape;5746;p66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7" name="Google Shape;5747;p66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0" name="Google Shape;5750;p66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1" name="Google Shape;5751;p66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4" name="Google Shape;5754;p66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5" name="Google Shape;5755;p66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6" name="Google Shape;5756;p66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7" name="Google Shape;5757;p66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8" name="Google Shape;5758;p66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9" name="Google Shape;5759;p66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0" name="Google Shape;5760;p66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1" name="Google Shape;5761;p66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2" name="Google Shape;5762;p66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3" name="Google Shape;5763;p66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4" name="Google Shape;5764;p66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5" name="Google Shape;5765;p66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6" name="Google Shape;5766;p66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7" name="Google Shape;5767;p66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8" name="Google Shape;5768;p66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9" name="Google Shape;5769;p66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0" name="Google Shape;5770;p66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1" name="Google Shape;5771;p66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2" name="Google Shape;5772;p66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3" name="Google Shape;5773;p66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4" name="Google Shape;5774;p66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5" name="Google Shape;5775;p66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6" name="Google Shape;5776;p66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7" name="Google Shape;5777;p66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8" name="Google Shape;5778;p66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9" name="Google Shape;5779;p66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0" name="Google Shape;5780;p66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1" name="Google Shape;5781;p66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2" name="Google Shape;5782;p66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3" name="Google Shape;5783;p66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4" name="Google Shape;5784;p66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5" name="Google Shape;5785;p66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6" name="Google Shape;5786;p66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7" name="Google Shape;5787;p66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8" name="Google Shape;5788;p66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9" name="Google Shape;5789;p66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0" name="Google Shape;5790;p66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1" name="Google Shape;5791;p66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2" name="Google Shape;5792;p66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3" name="Google Shape;5793;p66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4" name="Google Shape;5794;p66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5" name="Google Shape;5795;p66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6" name="Google Shape;5796;p66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7" name="Google Shape;5797;p66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8" name="Google Shape;5798;p66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9" name="Google Shape;5799;p66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0" name="Google Shape;5800;p66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1" name="Google Shape;5801;p66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2" name="Google Shape;5802;p66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3" name="Google Shape;5803;p66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4" name="Google Shape;5804;p66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5" name="Google Shape;5805;p66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6" name="Google Shape;5806;p66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7" name="Google Shape;5807;p66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8" name="Google Shape;5808;p66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9" name="Google Shape;5809;p66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0" name="Google Shape;5810;p66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1" name="Google Shape;5811;p66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2" name="Google Shape;5812;p66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3" name="Google Shape;5813;p66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4" name="Google Shape;5814;p66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5" name="Google Shape;5815;p66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6" name="Google Shape;5816;p66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7" name="Google Shape;5817;p66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8" name="Google Shape;5818;p66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9" name="Google Shape;5819;p66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0" name="Google Shape;5820;p66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1" name="Google Shape;5821;p66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2" name="Google Shape;5822;p66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3" name="Google Shape;5823;p66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4" name="Google Shape;5824;p66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5" name="Google Shape;5825;p66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6" name="Google Shape;5826;p66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7" name="Google Shape;5827;p66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8" name="Google Shape;5828;p66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9" name="Google Shape;5829;p66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0" name="Google Shape;5830;p66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1" name="Google Shape;5831;p66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5" name="Google Shape;5835;p66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6" name="Google Shape;5836;p66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7" name="Google Shape;5837;p66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9" name="Google Shape;5839;p66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0" name="Google Shape;5840;p66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1" name="Google Shape;5841;p66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2" name="Google Shape;5842;p66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3" name="Google Shape;5843;p66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4" name="Google Shape;5844;p66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5" name="Google Shape;5845;p66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8" name="Google Shape;5848;p66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9" name="Google Shape;5849;p66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0" name="Google Shape;5850;p66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1" name="Google Shape;5851;p66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2" name="Google Shape;5852;p66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3" name="Google Shape;5853;p66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4" name="Google Shape;5854;p66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9" name="Google Shape;5859;p66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0" name="Google Shape;5860;p66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1" name="Google Shape;5861;p66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2" name="Google Shape;5862;p66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4" name="Google Shape;5864;p66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5" name="Google Shape;5865;p66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6" name="Google Shape;5866;p66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7" name="Google Shape;5867;p66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8" name="Google Shape;5868;p66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0" name="Google Shape;5870;p66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1" name="Google Shape;5871;p66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2" name="Google Shape;5872;p66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3" name="Google Shape;5873;p66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4" name="Google Shape;5874;p66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5" name="Google Shape;5875;p66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6" name="Google Shape;5876;p66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7" name="Google Shape;5877;p66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8" name="Google Shape;5878;p66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0" name="Google Shape;5880;p66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1" name="Google Shape;5881;p66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2" name="Google Shape;5882;p66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3" name="Google Shape;5883;p66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4" name="Google Shape;5884;p66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5" name="Google Shape;5885;p66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6" name="Google Shape;5886;p66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9" name="Google Shape;5889;p66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0" name="Google Shape;5890;p66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1" name="Google Shape;5891;p66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2" name="Google Shape;5892;p66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3" name="Google Shape;5893;p66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4" name="Google Shape;5894;p66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5" name="Google Shape;5895;p66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7" name="Google Shape;5897;p66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8" name="Google Shape;5898;p66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9" name="Google Shape;5899;p66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0" name="Google Shape;5900;p66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5" name="Google Shape;5905;p66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6" name="Google Shape;5906;p66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7" name="Google Shape;5907;p66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0" name="Google Shape;5910;p66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4" name="Google Shape;5914;p66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5" name="Google Shape;5915;p66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7" name="Google Shape;5917;p66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8" name="Google Shape;5918;p66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9" name="Google Shape;5919;p66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0" name="Google Shape;5920;p66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1" name="Google Shape;5921;p66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2" name="Google Shape;5922;p66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3" name="Google Shape;5923;p66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4" name="Google Shape;5924;p66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5" name="Google Shape;5925;p66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6" name="Google Shape;5926;p66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8" name="Google Shape;5928;p66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9" name="Google Shape;5929;p66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0" name="Google Shape;5930;p66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1" name="Google Shape;5931;p66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2" name="Google Shape;5932;p66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3" name="Google Shape;5933;p66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4" name="Google Shape;5934;p66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5" name="Google Shape;5935;p66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6" name="Google Shape;5936;p66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7" name="Google Shape;5937;p66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8" name="Google Shape;5938;p66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9" name="Google Shape;5939;p66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1" name="Google Shape;5941;p66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2" name="Google Shape;5942;p66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5" name="Google Shape;5945;p66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6" name="Google Shape;5946;p66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7" name="Google Shape;5947;p66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8" name="Google Shape;5948;p66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9" name="Google Shape;5949;p66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0" name="Google Shape;5950;p66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1" name="Google Shape;5951;p66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2" name="Google Shape;5952;p66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3" name="Google Shape;5953;p66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4" name="Google Shape;5954;p66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5" name="Google Shape;5955;p66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6" name="Google Shape;5956;p66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7" name="Google Shape;5957;p66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8" name="Google Shape;5958;p66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9" name="Google Shape;5959;p66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0" name="Google Shape;5960;p66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1" name="Google Shape;5961;p66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2" name="Google Shape;5962;p66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3" name="Google Shape;5963;p66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4" name="Google Shape;5964;p66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5" name="Google Shape;5965;p66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6" name="Google Shape;5966;p66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7" name="Google Shape;5967;p66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8" name="Google Shape;5968;p66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9" name="Google Shape;5969;p66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0" name="Google Shape;5970;p66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1" name="Google Shape;5971;p66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2" name="Google Shape;5972;p66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3" name="Google Shape;5973;p66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4" name="Google Shape;5974;p66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5" name="Google Shape;5975;p66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6" name="Google Shape;5976;p66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7" name="Google Shape;5977;p66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8" name="Google Shape;5978;p66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9" name="Google Shape;5979;p66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0" name="Google Shape;5980;p66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1" name="Google Shape;5981;p66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2" name="Google Shape;5982;p66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3" name="Google Shape;5983;p66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4" name="Google Shape;5984;p66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5" name="Google Shape;5985;p66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6" name="Google Shape;5986;p66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7" name="Google Shape;5987;p66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8" name="Google Shape;5988;p66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9" name="Google Shape;5989;p66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0" name="Google Shape;5990;p66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1" name="Google Shape;5991;p66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2" name="Google Shape;5992;p66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3" name="Google Shape;5993;p66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4" name="Google Shape;5994;p66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5" name="Google Shape;5995;p66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6" name="Google Shape;5996;p66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7" name="Google Shape;5997;p66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8" name="Google Shape;5998;p66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9" name="Google Shape;5999;p66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0" name="Google Shape;6000;p66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1" name="Google Shape;6001;p66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2" name="Google Shape;6002;p66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3" name="Google Shape;6003;p66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4" name="Google Shape;6004;p66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5" name="Google Shape;6005;p66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6" name="Google Shape;6006;p66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7" name="Google Shape;6007;p66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8" name="Google Shape;6008;p66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9" name="Google Shape;6009;p66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0" name="Google Shape;6010;p66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1" name="Google Shape;6011;p66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2" name="Google Shape;6012;p66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3" name="Google Shape;6013;p66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4" name="Google Shape;6014;p66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5" name="Google Shape;6015;p66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6" name="Google Shape;6016;p66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7" name="Google Shape;6017;p66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8" name="Google Shape;6018;p66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9" name="Google Shape;6019;p66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0" name="Google Shape;6020;p66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1" name="Google Shape;6021;p66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2" name="Google Shape;6022;p66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3" name="Google Shape;6023;p66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4" name="Google Shape;6024;p66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5" name="Google Shape;6025;p66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6" name="Google Shape;6026;p66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7" name="Google Shape;6027;p66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8" name="Google Shape;6028;p66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9" name="Google Shape;6029;p66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1" name="Google Shape;6031;p66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2" name="Google Shape;6032;p66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3" name="Google Shape;6033;p66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4" name="Google Shape;6034;p66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5" name="Google Shape;6035;p66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6" name="Google Shape;6036;p66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7" name="Google Shape;6037;p66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8" name="Google Shape;6038;p66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9" name="Google Shape;6039;p66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0" name="Google Shape;6040;p66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1" name="Google Shape;6041;p66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2" name="Google Shape;6042;p66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3" name="Google Shape;6043;p66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4" name="Google Shape;6044;p66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6" name="Google Shape;6046;p66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7" name="Google Shape;6047;p66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8" name="Google Shape;6048;p66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9" name="Google Shape;6049;p66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0" name="Google Shape;6050;p66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1" name="Google Shape;6051;p66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3" name="Google Shape;6053;p66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4" name="Google Shape;6054;p66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5" name="Google Shape;6055;p66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6" name="Google Shape;6056;p66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7" name="Google Shape;6057;p66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8" name="Google Shape;6058;p66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9" name="Google Shape;6059;p66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0" name="Google Shape;6060;p66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2" name="Google Shape;6062;p66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3" name="Google Shape;6063;p66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4" name="Google Shape;6064;p66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5" name="Google Shape;6065;p66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6" name="Google Shape;6066;p66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9" name="Google Shape;6069;p66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0" name="Google Shape;6070;p66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2" name="Google Shape;6072;p66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3" name="Google Shape;6073;p66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4" name="Google Shape;6074;p66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5" name="Google Shape;6075;p66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7" name="Google Shape;6077;p66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8" name="Google Shape;6078;p66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9" name="Google Shape;6079;p66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0" name="Google Shape;6080;p66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1" name="Google Shape;6081;p66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2" name="Google Shape;6082;p66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3" name="Google Shape;6083;p66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4" name="Google Shape;6084;p66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6" name="Google Shape;6086;p66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7" name="Google Shape;6087;p66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8" name="Google Shape;6088;p66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9" name="Google Shape;6089;p66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2" name="Google Shape;6092;p66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3" name="Google Shape;6093;p66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4" name="Google Shape;6094;p66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5" name="Google Shape;6095;p66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6" name="Google Shape;6096;p66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7" name="Google Shape;6097;p66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8" name="Google Shape;6098;p66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9" name="Google Shape;6099;p66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0" name="Google Shape;6100;p66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1" name="Google Shape;6101;p66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2" name="Google Shape;6102;p66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3" name="Google Shape;6103;p66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7" name="Google Shape;6107;p66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8" name="Google Shape;6108;p66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9" name="Google Shape;6109;p66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0" name="Google Shape;6110;p66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2" name="Google Shape;6112;p66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3" name="Google Shape;6113;p66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4" name="Google Shape;6114;p66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5" name="Google Shape;6115;p66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8" name="Google Shape;6118;p66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9" name="Google Shape;6119;p66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0" name="Google Shape;6120;p66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1" name="Google Shape;6121;p66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3" name="Google Shape;6123;p66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4" name="Google Shape;6124;p66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6" name="Google Shape;6126;p66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7" name="Google Shape;6127;p66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9" name="Google Shape;6129;p66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0" name="Google Shape;6130;p66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1" name="Google Shape;6131;p66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2" name="Google Shape;6132;p66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3" name="Google Shape;6133;p66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4" name="Google Shape;6134;p66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5" name="Google Shape;6135;p66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6" name="Google Shape;6136;p66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7" name="Google Shape;6137;p66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8" name="Google Shape;6138;p66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9" name="Google Shape;6139;p66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0" name="Google Shape;6140;p66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1" name="Google Shape;6141;p66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2" name="Google Shape;6142;p66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4" name="Google Shape;6144;p66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5" name="Google Shape;6145;p66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6" name="Google Shape;6146;p66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9" name="Google Shape;6149;p66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0" name="Google Shape;6150;p66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1" name="Google Shape;6151;p66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2" name="Google Shape;6152;p66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3" name="Google Shape;6153;p66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7" name="Google Shape;6157;p66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0" name="Google Shape;6160;p66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1" name="Google Shape;6161;p66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3" name="Google Shape;6163;p66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4" name="Google Shape;6164;p66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8" name="Google Shape;6168;p66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9" name="Google Shape;6169;p66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3" name="Google Shape;6173;p66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5" name="Google Shape;6175;p66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6" name="Google Shape;6176;p66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1" name="Google Shape;6181;p66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2" name="Google Shape;6182;p66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3" name="Google Shape;6183;p66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6" name="Google Shape;6186;p66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7" name="Google Shape;6187;p66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8" name="Google Shape;6188;p66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9" name="Google Shape;6189;p66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0" name="Google Shape;6190;p66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1" name="Google Shape;6191;p66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2" name="Google Shape;6192;p66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8" name="Google Shape;6198;p66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9" name="Google Shape;6199;p66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2" name="Google Shape;6202;p66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6" name="Google Shape;6206;p66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7" name="Google Shape;6207;p66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0" name="Google Shape;6210;p66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1" name="Google Shape;6211;p66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7" name="Google Shape;6217;p66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8" name="Google Shape;6218;p66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9" name="Google Shape;6219;p66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0" name="Google Shape;6220;p66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1" name="Google Shape;6221;p66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2" name="Google Shape;6222;p66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6" name="Google Shape;6226;p66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7" name="Google Shape;6227;p66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9" name="Google Shape;6229;p66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0" name="Google Shape;6230;p66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1" name="Google Shape;6231;p66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2" name="Google Shape;6232;p66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5" name="Google Shape;6235;p66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6" name="Google Shape;6236;p66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7" name="Google Shape;6237;p66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0" name="Google Shape;6240;p66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1" name="Google Shape;6241;p66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4" name="Google Shape;6244;p66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5" name="Google Shape;6245;p66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8" name="Google Shape;6248;p66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9" name="Google Shape;6249;p66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0" name="Google Shape;6250;p66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2" name="Google Shape;6252;p66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3" name="Google Shape;6253;p66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7" name="Google Shape;6257;p66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8" name="Google Shape;6258;p66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9" name="Google Shape;6259;p66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4" name="Google Shape;6264;p66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5" name="Google Shape;6265;p66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6" name="Google Shape;6266;p66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0" name="Google Shape;6270;p66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1" name="Google Shape;6271;p66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5" name="Google Shape;6275;p66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6" name="Google Shape;6276;p66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0" name="Google Shape;6280;p66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1" name="Google Shape;6281;p66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2" name="Google Shape;6282;p66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3" name="Google Shape;6283;p66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4" name="Google Shape;6284;p66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0" name="Google Shape;6290;p66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1" name="Google Shape;6291;p66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5" name="Google Shape;6295;p66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6" name="Google Shape;6296;p66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0" name="Google Shape;6300;p66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1" name="Google Shape;6301;p66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4" name="Google Shape;6304;p66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5" name="Google Shape;6305;p66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9" name="Google Shape;6309;p66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0" name="Google Shape;6310;p66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6" name="Google Shape;6316;p66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1" name="Google Shape;6321;p66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4" name="Google Shape;6324;p66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8" name="Google Shape;6328;p66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0" name="Google Shape;6330;p66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1" name="Google Shape;6331;p66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5" name="Google Shape;6335;p66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8" name="Google Shape;6338;p66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9" name="Google Shape;6339;p66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0" name="Google Shape;6340;p66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4" name="Google Shape;6344;p66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5" name="Google Shape;6345;p66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8" name="Google Shape;6348;p66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9" name="Google Shape;6349;p66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3" name="Google Shape;6353;p66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4" name="Google Shape;6354;p66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5" name="Google Shape;6355;p66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8" name="Google Shape;6358;p66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9" name="Google Shape;6359;p66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1" name="Google Shape;6361;p66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4" name="Google Shape;6364;p66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5" name="Google Shape;6365;p66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6" name="Google Shape;6366;p66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8" name="Google Shape;6368;p66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9" name="Google Shape;6369;p66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0" name="Google Shape;6370;p66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1" name="Google Shape;6371;p66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2" name="Google Shape;6372;p66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3" name="Google Shape;6373;p66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4" name="Google Shape;6374;p66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5" name="Google Shape;6375;p66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8" name="Google Shape;6378;p66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9" name="Google Shape;6379;p66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0" name="Google Shape;6380;p66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1" name="Google Shape;6381;p66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3" name="Google Shape;6383;p66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4" name="Google Shape;6384;p66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5" name="Google Shape;6385;p66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6" name="Google Shape;6386;p66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8" name="Google Shape;6388;p66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9" name="Google Shape;6389;p66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0" name="Google Shape;6390;p66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2" name="Google Shape;6392;p66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3" name="Google Shape;6393;p66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4" name="Google Shape;6394;p66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5" name="Google Shape;6395;p66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2" name="Google Shape;6402;p66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3" name="Google Shape;6403;p66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4" name="Google Shape;6404;p66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5" name="Google Shape;6405;p66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6" name="Google Shape;6406;p66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7" name="Google Shape;6407;p66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8" name="Google Shape;6408;p66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9" name="Google Shape;6409;p66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0" name="Google Shape;6410;p66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1" name="Google Shape;6411;p66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2" name="Google Shape;6412;p66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3" name="Google Shape;6413;p66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5" name="Google Shape;6415;p66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6" name="Google Shape;6416;p66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9" name="Google Shape;6419;p66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0" name="Google Shape;6420;p66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1" name="Google Shape;6421;p66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2" name="Google Shape;6422;p66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3" name="Google Shape;6423;p66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4" name="Google Shape;6424;p66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5" name="Google Shape;6425;p66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6" name="Google Shape;6426;p66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7" name="Google Shape;6427;p66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8" name="Google Shape;6428;p66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9" name="Google Shape;6429;p66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0" name="Google Shape;6430;p66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1" name="Google Shape;6431;p66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2" name="Google Shape;6432;p66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4" name="Google Shape;6434;p66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5" name="Google Shape;6435;p66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6" name="Google Shape;6436;p66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7" name="Google Shape;6437;p66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8" name="Google Shape;6438;p66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0" name="Google Shape;6440;p66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1" name="Google Shape;6441;p66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2" name="Google Shape;6442;p66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3" name="Google Shape;6443;p66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4" name="Google Shape;6444;p66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5" name="Google Shape;6445;p66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6" name="Google Shape;6446;p66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7" name="Google Shape;6447;p66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8" name="Google Shape;6448;p66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9" name="Google Shape;6449;p66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0" name="Google Shape;6450;p66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2" name="Google Shape;6452;p66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3" name="Google Shape;6453;p66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5" name="Google Shape;6455;p66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6" name="Google Shape;6456;p66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7" name="Google Shape;6457;p66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8" name="Google Shape;6458;p66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9" name="Google Shape;6459;p66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0" name="Google Shape;6460;p66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1" name="Google Shape;6461;p66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2" name="Google Shape;6462;p66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3" name="Google Shape;6463;p66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4" name="Google Shape;6464;p66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5" name="Google Shape;6465;p66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6" name="Google Shape;6466;p66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7" name="Google Shape;6467;p66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8" name="Google Shape;6468;p66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0" name="Google Shape;6470;p66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1" name="Google Shape;6471;p66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2" name="Google Shape;6472;p66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3" name="Google Shape;6473;p66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4" name="Google Shape;6474;p66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5" name="Google Shape;6475;p66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6" name="Google Shape;6476;p66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8" name="Google Shape;6478;p66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9" name="Google Shape;6479;p66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0" name="Google Shape;6480;p66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1" name="Google Shape;6481;p66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2" name="Google Shape;6482;p66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5" name="Google Shape;6485;p66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6" name="Google Shape;6486;p66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7" name="Google Shape;6487;p66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8" name="Google Shape;6488;p66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3" name="Google Shape;6493;p66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7" name="Google Shape;6497;p66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8" name="Google Shape;6498;p66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9" name="Google Shape;6499;p66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0" name="Google Shape;6500;p66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3" name="Google Shape;6503;p66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9" name="Google Shape;6509;p66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0" name="Google Shape;6510;p66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2" name="Google Shape;6512;p66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3" name="Google Shape;6513;p66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5" name="Google Shape;6515;p66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9" name="Google Shape;6519;p66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5" name="Google Shape;6525;p66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6" name="Google Shape;6526;p66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8" name="Google Shape;6528;p66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9" name="Google Shape;6529;p66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2" name="Google Shape;6532;p66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3" name="Google Shape;6533;p66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7" name="Google Shape;6537;p66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8" name="Google Shape;6538;p66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9" name="Google Shape;6539;p66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0" name="Google Shape;6540;p66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1" name="Google Shape;6541;p66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4" name="Google Shape;6544;p66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6" name="Google Shape;6546;p66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7" name="Google Shape;6547;p66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9" name="Google Shape;6549;p66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0" name="Google Shape;6550;p66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5" name="Google Shape;6555;p66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7" name="Google Shape;6557;p66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8" name="Google Shape;6558;p66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0" name="Google Shape;6560;p66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1" name="Google Shape;6561;p66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5" name="Google Shape;6565;p66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6" name="Google Shape;6566;p66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7" name="Google Shape;6567;p66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8" name="Google Shape;6568;p66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9" name="Google Shape;6569;p66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3" name="Google Shape;6573;p66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4" name="Google Shape;6574;p66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5" name="Google Shape;6575;p66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0" name="Google Shape;6580;p66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1" name="Google Shape;6581;p66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5" name="Google Shape;6585;p66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6" name="Google Shape;6586;p66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1" name="Google Shape;6591;p66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3" name="Google Shape;6593;p66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5" name="Google Shape;6595;p66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6" name="Google Shape;6596;p66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7" name="Google Shape;6597;p66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8" name="Google Shape;6598;p66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1" name="Google Shape;6601;p66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9" name="Google Shape;6609;p66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1" name="Google Shape;6611;p66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2" name="Google Shape;6612;p66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6" name="Google Shape;6616;p66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1" name="Google Shape;6621;p66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7" name="Google Shape;6627;p66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8" name="Google Shape;6628;p66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1" name="Google Shape;6641;p66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2" name="Google Shape;6642;p66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6" name="Google Shape;6646;p66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7" name="Google Shape;6647;p66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8" name="Google Shape;6648;p66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0" name="Google Shape;6650;p66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7" name="Google Shape;6657;p66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2" name="Google Shape;6662;p66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3" name="Google Shape;6663;p66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7" name="Google Shape;6667;p66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8" name="Google Shape;6668;p66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6" name="Google Shape;6676;p66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7" name="Google Shape;6677;p66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9" name="Google Shape;6679;p66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0" name="Google Shape;6680;p66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5" name="Google Shape;6685;p66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6" name="Google Shape;6686;p66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1" name="Google Shape;6691;p66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2" name="Google Shape;6692;p66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3" name="Google Shape;6693;p66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4" name="Google Shape;6694;p66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6" name="Google Shape;6696;p66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7" name="Google Shape;6697;p66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8" name="Google Shape;6698;p66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1" name="Google Shape;6701;p66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3" name="Google Shape;6703;p66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4" name="Google Shape;6704;p66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5" name="Google Shape;6705;p66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6" name="Google Shape;6706;p66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7" name="Google Shape;6707;p66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9" name="Google Shape;6709;p66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0" name="Google Shape;6710;p66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1" name="Google Shape;6711;p66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2" name="Google Shape;6712;p66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3" name="Google Shape;6713;p66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4" name="Google Shape;6714;p66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7" name="Google Shape;6717;p66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8" name="Google Shape;6718;p66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9" name="Google Shape;6719;p66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0" name="Google Shape;6720;p66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1" name="Google Shape;6721;p66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2" name="Google Shape;6722;p66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3" name="Google Shape;6723;p66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4" name="Google Shape;6724;p66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5" name="Google Shape;6725;p66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6" name="Google Shape;6726;p66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7" name="Google Shape;6727;p66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8" name="Google Shape;6728;p66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1" name="Google Shape;6731;p66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2" name="Google Shape;6732;p66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4" name="Google Shape;6734;p66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5" name="Google Shape;6735;p66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6" name="Google Shape;6736;p66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7" name="Google Shape;6737;p66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8" name="Google Shape;6738;p66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9" name="Google Shape;6739;p66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0" name="Google Shape;6740;p66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1" name="Google Shape;6741;p66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2" name="Google Shape;6742;p66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3" name="Google Shape;6743;p66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4" name="Google Shape;6744;p66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5" name="Google Shape;6745;p66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6" name="Google Shape;6746;p66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7" name="Google Shape;6747;p66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8" name="Google Shape;6748;p66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9" name="Google Shape;6749;p66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0" name="Google Shape;6750;p66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1" name="Google Shape;6751;p66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2" name="Google Shape;6752;p66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3" name="Google Shape;6753;p66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5" name="Google Shape;6755;p66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6" name="Google Shape;6756;p66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7" name="Google Shape;6757;p66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8" name="Google Shape;6758;p66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9" name="Google Shape;6759;p66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0" name="Google Shape;6760;p66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1" name="Google Shape;6761;p66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2" name="Google Shape;6762;p66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3" name="Google Shape;6763;p66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4" name="Google Shape;6764;p66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5" name="Google Shape;6765;p66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6" name="Google Shape;6766;p66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7" name="Google Shape;6767;p66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8" name="Google Shape;6768;p66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9" name="Google Shape;6769;p66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0" name="Google Shape;6770;p66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1" name="Google Shape;6771;p66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2" name="Google Shape;6772;p66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3" name="Google Shape;6773;p66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4" name="Google Shape;6774;p66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5" name="Google Shape;6775;p66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6" name="Google Shape;6776;p66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7" name="Google Shape;6777;p66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0" name="Google Shape;6780;p66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1" name="Google Shape;6781;p66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2" name="Google Shape;6782;p66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3" name="Google Shape;6783;p66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4" name="Google Shape;6784;p66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5" name="Google Shape;6785;p66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6" name="Google Shape;6786;p66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7" name="Google Shape;6787;p66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8" name="Google Shape;6788;p66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9" name="Google Shape;6789;p66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0" name="Google Shape;6790;p66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1" name="Google Shape;6791;p66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2" name="Google Shape;6792;p66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3" name="Google Shape;6793;p66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4" name="Google Shape;6794;p66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5" name="Google Shape;6795;p66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6" name="Google Shape;6796;p66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7" name="Google Shape;6797;p66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8" name="Google Shape;6798;p66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9" name="Google Shape;6799;p66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0" name="Google Shape;6800;p66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1" name="Google Shape;6801;p66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2" name="Google Shape;6802;p66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4" name="Google Shape;6804;p66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5" name="Google Shape;6805;p66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6" name="Google Shape;6806;p66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7" name="Google Shape;6807;p66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8" name="Google Shape;6808;p66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9" name="Google Shape;6809;p66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0" name="Google Shape;6810;p66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1" name="Google Shape;6811;p66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2" name="Google Shape;6812;p66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3" name="Google Shape;6813;p66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4" name="Google Shape;6814;p66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5" name="Google Shape;6815;p66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6" name="Google Shape;6816;p66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7" name="Google Shape;6817;p66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9" name="Google Shape;6819;p66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0" name="Google Shape;6820;p66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3" name="Google Shape;6823;p66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4" name="Google Shape;6824;p66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9" name="Google Shape;6829;p66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0" name="Google Shape;6830;p66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1" name="Google Shape;6831;p66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4" name="Google Shape;6834;p66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5" name="Google Shape;6835;p66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6" name="Google Shape;6836;p66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7" name="Google Shape;6837;p66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9" name="Google Shape;6839;p66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0" name="Google Shape;6840;p66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2" name="Google Shape;6842;p66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3" name="Google Shape;6843;p66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4" name="Google Shape;6844;p66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6" name="Google Shape;6846;p66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7" name="Google Shape;6847;p66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8" name="Google Shape;6848;p66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0" name="Google Shape;6850;p66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1" name="Google Shape;6851;p66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2" name="Google Shape;6852;p66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6" name="Google Shape;6856;p66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7" name="Google Shape;6857;p66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8" name="Google Shape;6858;p66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2" name="Google Shape;6862;p66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3" name="Google Shape;6863;p66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7" name="Google Shape;6867;p66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8" name="Google Shape;6868;p66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9" name="Google Shape;6869;p66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0" name="Google Shape;6870;p66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1" name="Google Shape;6871;p66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4" name="Google Shape;6874;p66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5" name="Google Shape;6875;p66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7" name="Google Shape;6877;p66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8" name="Google Shape;6878;p66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1" name="Google Shape;6881;p66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2" name="Google Shape;6882;p66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6" name="Google Shape;6886;p66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7" name="Google Shape;6887;p66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9" name="Google Shape;6889;p66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0" name="Google Shape;6890;p66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1" name="Google Shape;6891;p66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2" name="Google Shape;6892;p66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3" name="Google Shape;6893;p66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4" name="Google Shape;6894;p66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6" name="Google Shape;6896;p66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7" name="Google Shape;6897;p66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8" name="Google Shape;6898;p66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0" name="Google Shape;6900;p66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1" name="Google Shape;6901;p66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2" name="Google Shape;6902;p66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6" name="Google Shape;6906;p66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7" name="Google Shape;6907;p66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8" name="Google Shape;6908;p66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9" name="Google Shape;6909;p66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0" name="Google Shape;6910;p66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1" name="Google Shape;6911;p66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2" name="Google Shape;6912;p66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3" name="Google Shape;6913;p66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4" name="Google Shape;6914;p66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5" name="Google Shape;6915;p66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6" name="Google Shape;6916;p66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7" name="Google Shape;6917;p66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8" name="Google Shape;6918;p66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9" name="Google Shape;6919;p66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1" name="Google Shape;6921;p66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2" name="Google Shape;6922;p66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3" name="Google Shape;6923;p66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4" name="Google Shape;6924;p66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5" name="Google Shape;6925;p66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7" name="Google Shape;6927;p66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8" name="Google Shape;6928;p66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0" name="Google Shape;6930;p66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1" name="Google Shape;6931;p66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3" name="Google Shape;6933;p66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6" name="Google Shape;6936;p66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7" name="Google Shape;6937;p66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8" name="Google Shape;6938;p66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9" name="Google Shape;6939;p66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1" name="Google Shape;6941;p66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2" name="Google Shape;6942;p66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3" name="Google Shape;6943;p66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4" name="Google Shape;6944;p66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5" name="Google Shape;6945;p66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6" name="Google Shape;6946;p66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7" name="Google Shape;6947;p66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8" name="Google Shape;6948;p66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9" name="Google Shape;6949;p66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0" name="Google Shape;6950;p66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3" name="Google Shape;6953;p66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4" name="Google Shape;6954;p66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5" name="Google Shape;6955;p66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6" name="Google Shape;6956;p66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7" name="Google Shape;6957;p66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8" name="Google Shape;6958;p66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3" name="Google Shape;6963;p66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4" name="Google Shape;6964;p66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5" name="Google Shape;6965;p66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6" name="Google Shape;6966;p66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7" name="Google Shape;6967;p66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8" name="Google Shape;6968;p66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9" name="Google Shape;6969;p66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0" name="Google Shape;6970;p66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1" name="Google Shape;6971;p66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2" name="Google Shape;6972;p66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4" name="Google Shape;6974;p66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5" name="Google Shape;6975;p66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6" name="Google Shape;6976;p66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7" name="Google Shape;6977;p66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8" name="Google Shape;6978;p66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9" name="Google Shape;6979;p66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0" name="Google Shape;6980;p66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1" name="Google Shape;6981;p66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2" name="Google Shape;6982;p66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3" name="Google Shape;6983;p66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4" name="Google Shape;6984;p66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7" name="Google Shape;6987;p66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8" name="Google Shape;6988;p66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9" name="Google Shape;6989;p66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0" name="Google Shape;6990;p66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4" name="Google Shape;6994;p66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5" name="Google Shape;6995;p66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6" name="Google Shape;6996;p66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9" name="Google Shape;6999;p66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0" name="Google Shape;7000;p66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2" name="Google Shape;7002;p66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3" name="Google Shape;7003;p66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4" name="Google Shape;7004;p66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5" name="Google Shape;7005;p66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6" name="Google Shape;7006;p66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7" name="Google Shape;7007;p66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8" name="Google Shape;7008;p66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9" name="Google Shape;7009;p66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0" name="Google Shape;7010;p66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1" name="Google Shape;7011;p66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2" name="Google Shape;7012;p66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3" name="Google Shape;7013;p66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4" name="Google Shape;7014;p66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5" name="Google Shape;7015;p66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6" name="Google Shape;7016;p66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7" name="Google Shape;7017;p66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0" name="Google Shape;7020;p66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1" name="Google Shape;7021;p66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2" name="Google Shape;7022;p66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3" name="Google Shape;7023;p66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6" name="Google Shape;7026;p66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7" name="Google Shape;7027;p66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8" name="Google Shape;7028;p66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9" name="Google Shape;7029;p66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0" name="Google Shape;7030;p66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1" name="Google Shape;7031;p66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2" name="Google Shape;7032;p66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4" name="Google Shape;7034;p66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5" name="Google Shape;7035;p66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6" name="Google Shape;7036;p66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7" name="Google Shape;7037;p66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8" name="Google Shape;7038;p66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9" name="Google Shape;7039;p66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0" name="Google Shape;7040;p66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1" name="Google Shape;7041;p66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2" name="Google Shape;7042;p66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3" name="Google Shape;7043;p66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4" name="Google Shape;7044;p66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5" name="Google Shape;7045;p66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6" name="Google Shape;7046;p66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7" name="Google Shape;7047;p66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8" name="Google Shape;7048;p66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9" name="Google Shape;7049;p66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0" name="Google Shape;7050;p66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2" name="Google Shape;7052;p66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3" name="Google Shape;7053;p66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4" name="Google Shape;7054;p66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5" name="Google Shape;7055;p66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6" name="Google Shape;7056;p66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7" name="Google Shape;7057;p66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9" name="Google Shape;7059;p66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0" name="Google Shape;7060;p66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1" name="Google Shape;7061;p66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2" name="Google Shape;7062;p66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3" name="Google Shape;7063;p66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4" name="Google Shape;7064;p66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5" name="Google Shape;7065;p66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6" name="Google Shape;7066;p66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7" name="Google Shape;7067;p66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8" name="Google Shape;7068;p66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9" name="Google Shape;7069;p66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0" name="Google Shape;7070;p66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1" name="Google Shape;7071;p66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2" name="Google Shape;7072;p66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3" name="Google Shape;7073;p66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4" name="Google Shape;7074;p66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6" name="Google Shape;7076;p66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7" name="Google Shape;7077;p66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0" name="Google Shape;7080;p66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1" name="Google Shape;7081;p66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2" name="Google Shape;7082;p66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3" name="Google Shape;7083;p66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4" name="Google Shape;7084;p66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5" name="Google Shape;7085;p66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6" name="Google Shape;7086;p66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7" name="Google Shape;7087;p66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8" name="Google Shape;7088;p66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9" name="Google Shape;7089;p66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0" name="Google Shape;7090;p66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1" name="Google Shape;7091;p66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3" name="Google Shape;7093;p66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4" name="Google Shape;7094;p66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5" name="Google Shape;7095;p66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6" name="Google Shape;7096;p66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7" name="Google Shape;7097;p66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8" name="Google Shape;7098;p66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9" name="Google Shape;7099;p66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0" name="Google Shape;7100;p66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1" name="Google Shape;7101;p66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2" name="Google Shape;7102;p66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3" name="Google Shape;7103;p66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7" name="Google Shape;7107;p66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8" name="Google Shape;7108;p66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9" name="Google Shape;7109;p66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0" name="Google Shape;7110;p66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1" name="Google Shape;7111;p66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2" name="Google Shape;7112;p66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3" name="Google Shape;7113;p66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5" name="Google Shape;7115;p66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6" name="Google Shape;7116;p66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9" name="Google Shape;7119;p66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0" name="Google Shape;7120;p66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1" name="Google Shape;7121;p66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3" name="Google Shape;7123;p66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4" name="Google Shape;7124;p66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5" name="Google Shape;7125;p66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6" name="Google Shape;7126;p66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7" name="Google Shape;7127;p66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8" name="Google Shape;7128;p66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9" name="Google Shape;7129;p66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0" name="Google Shape;7130;p66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1" name="Google Shape;7131;p66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2" name="Google Shape;7132;p66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3" name="Google Shape;7133;p66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4" name="Google Shape;7134;p66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5" name="Google Shape;7135;p66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6" name="Google Shape;7136;p66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7" name="Google Shape;7137;p66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8" name="Google Shape;7138;p66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9" name="Google Shape;7139;p66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0" name="Google Shape;7140;p66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1" name="Google Shape;7141;p66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2" name="Google Shape;7142;p66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3" name="Google Shape;7143;p66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4" name="Google Shape;7144;p66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5" name="Google Shape;7145;p66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6" name="Google Shape;7146;p66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7" name="Google Shape;7147;p66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8" name="Google Shape;7148;p66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9" name="Google Shape;7149;p66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0" name="Google Shape;7150;p66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1" name="Google Shape;7151;p66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2" name="Google Shape;7152;p66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3" name="Google Shape;7153;p66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4" name="Google Shape;7154;p66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5" name="Google Shape;7155;p66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6" name="Google Shape;7156;p66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7" name="Google Shape;7157;p66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8" name="Google Shape;7158;p66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9" name="Google Shape;7159;p66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0" name="Google Shape;7160;p66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1" name="Google Shape;7161;p66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2" name="Google Shape;7162;p66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3" name="Google Shape;7163;p66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4" name="Google Shape;7164;p66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5" name="Google Shape;7165;p66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6" name="Google Shape;7166;p66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7" name="Google Shape;7167;p66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8" name="Google Shape;7168;p66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9" name="Google Shape;7169;p66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0" name="Google Shape;7170;p66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1" name="Google Shape;7171;p66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2" name="Google Shape;7172;p66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3" name="Google Shape;7173;p66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4" name="Google Shape;7174;p66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5" name="Google Shape;7175;p66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6" name="Google Shape;7176;p66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7" name="Google Shape;7177;p66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8" name="Google Shape;7178;p66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9" name="Google Shape;7179;p66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0" name="Google Shape;7180;p66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1" name="Google Shape;7181;p66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2" name="Google Shape;7182;p66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3" name="Google Shape;7183;p66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4" name="Google Shape;7184;p66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5" name="Google Shape;7185;p66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6" name="Google Shape;7186;p66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7" name="Google Shape;7187;p66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8" name="Google Shape;7188;p66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9" name="Google Shape;7189;p66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0" name="Google Shape;7190;p66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1" name="Google Shape;7191;p66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2" name="Google Shape;7192;p66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3" name="Google Shape;7193;p66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4" name="Google Shape;7194;p66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5" name="Google Shape;7195;p66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6" name="Google Shape;7196;p66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7" name="Google Shape;7197;p66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8" name="Google Shape;7198;p66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9" name="Google Shape;7199;p66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0" name="Google Shape;7200;p66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1" name="Google Shape;7201;p66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2" name="Google Shape;7202;p66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3" name="Google Shape;7203;p66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4" name="Google Shape;7204;p66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5" name="Google Shape;7205;p66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6" name="Google Shape;7206;p66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7" name="Google Shape;7207;p66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8" name="Google Shape;7208;p66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9" name="Google Shape;7209;p66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0" name="Google Shape;7210;p66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1" name="Google Shape;7211;p66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2" name="Google Shape;7212;p66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3" name="Google Shape;7213;p66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4" name="Google Shape;7214;p66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5" name="Google Shape;7215;p66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6" name="Google Shape;7216;p66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7" name="Google Shape;7217;p66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8" name="Google Shape;7218;p66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9" name="Google Shape;7219;p66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0" name="Google Shape;7220;p66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1" name="Google Shape;7221;p66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2" name="Google Shape;7222;p66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3" name="Google Shape;7223;p66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4" name="Google Shape;7224;p66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5" name="Google Shape;7225;p66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6" name="Google Shape;7226;p66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7" name="Google Shape;7227;p66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8" name="Google Shape;7228;p66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9" name="Google Shape;7229;p66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0" name="Google Shape;7230;p66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1" name="Google Shape;7231;p66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2" name="Google Shape;7232;p66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3" name="Google Shape;7233;p66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4" name="Google Shape;7234;p66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5" name="Google Shape;7235;p66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6" name="Google Shape;7236;p66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7" name="Google Shape;7237;p66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8" name="Google Shape;7238;p66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9" name="Google Shape;7239;p66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0" name="Google Shape;7240;p66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1" name="Google Shape;7241;p66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2" name="Google Shape;7242;p66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3" name="Google Shape;7243;p66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4" name="Google Shape;7244;p66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5" name="Google Shape;7245;p66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6" name="Google Shape;7246;p66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7" name="Google Shape;7247;p66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8" name="Google Shape;7248;p66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9" name="Google Shape;7249;p66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0" name="Google Shape;7250;p66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1" name="Google Shape;7251;p66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2" name="Google Shape;7252;p66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3" name="Google Shape;7253;p66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4" name="Google Shape;7254;p66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5" name="Google Shape;7255;p66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6" name="Google Shape;7256;p66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7" name="Google Shape;7257;p66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8" name="Google Shape;7258;p66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9" name="Google Shape;7259;p66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0" name="Google Shape;7260;p66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1" name="Google Shape;7261;p66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2" name="Google Shape;7262;p66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3" name="Google Shape;7263;p66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4" name="Google Shape;7264;p66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5" name="Google Shape;7265;p66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6" name="Google Shape;7266;p66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7" name="Google Shape;7267;p66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8" name="Google Shape;7268;p66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9" name="Google Shape;7269;p66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0" name="Google Shape;7270;p66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1" name="Google Shape;7271;p66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2" name="Google Shape;7272;p66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3" name="Google Shape;7273;p66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4" name="Google Shape;7274;p66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5" name="Google Shape;7275;p66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6" name="Google Shape;7276;p66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7" name="Google Shape;7277;p66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8" name="Google Shape;7278;p66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9" name="Google Shape;7279;p66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0" name="Google Shape;7280;p66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1" name="Google Shape;7281;p66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2" name="Google Shape;7282;p66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3" name="Google Shape;7283;p66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4" name="Google Shape;7284;p66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5" name="Google Shape;7285;p66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6" name="Google Shape;7286;p66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7" name="Google Shape;7287;p66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8" name="Google Shape;7288;p66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9" name="Google Shape;7289;p66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0" name="Google Shape;7290;p66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1" name="Google Shape;7291;p66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2" name="Google Shape;7292;p66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3" name="Google Shape;7293;p66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4" name="Google Shape;7294;p66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5" name="Google Shape;7295;p66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6" name="Google Shape;7296;p66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7" name="Google Shape;7297;p66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8" name="Google Shape;7298;p66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9" name="Google Shape;7299;p66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0" name="Google Shape;7300;p66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1" name="Google Shape;7301;p66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2" name="Google Shape;7302;p66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3" name="Google Shape;7303;p66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4" name="Google Shape;7304;p66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5" name="Google Shape;7305;p66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6" name="Google Shape;7306;p66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7" name="Google Shape;7307;p66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8" name="Google Shape;7308;p66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9" name="Google Shape;7309;p66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0" name="Google Shape;7310;p66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1" name="Google Shape;7311;p66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2" name="Google Shape;7312;p66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3" name="Google Shape;7313;p66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4" name="Google Shape;7314;p66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5" name="Google Shape;7315;p66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6" name="Google Shape;7316;p66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7" name="Google Shape;7317;p66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8" name="Google Shape;7318;p66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9" name="Google Shape;7319;p66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0" name="Google Shape;7320;p66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1" name="Google Shape;7321;p66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2" name="Google Shape;7322;p66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3" name="Google Shape;7323;p66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4" name="Google Shape;7324;p66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5" name="Google Shape;7325;p66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6" name="Google Shape;7326;p66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7" name="Google Shape;7327;p66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8" name="Google Shape;7328;p66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9" name="Google Shape;7329;p66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0" name="Google Shape;7330;p66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1" name="Google Shape;7331;p66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2" name="Google Shape;7332;p66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3" name="Google Shape;7333;p66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4" name="Google Shape;7334;p66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5" name="Google Shape;7335;p66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6" name="Google Shape;7336;p66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7" name="Google Shape;7337;p66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8" name="Google Shape;7338;p66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9" name="Google Shape;7339;p66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0" name="Google Shape;7340;p66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1" name="Google Shape;7341;p66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2" name="Google Shape;7342;p66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3" name="Google Shape;7343;p66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4" name="Google Shape;7344;p66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5" name="Google Shape;7345;p66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6" name="Google Shape;7346;p66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7" name="Google Shape;7347;p66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8" name="Google Shape;7348;p66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9" name="Google Shape;7349;p66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0" name="Google Shape;7350;p66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1" name="Google Shape;7351;p66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2" name="Google Shape;7352;p66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3" name="Google Shape;7353;p66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4" name="Google Shape;7354;p66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5" name="Google Shape;7355;p66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6" name="Google Shape;7356;p66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7" name="Google Shape;7357;p66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0" name="Google Shape;7360;p66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1" name="Google Shape;7361;p66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2" name="Google Shape;7362;p66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3" name="Google Shape;7363;p66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4" name="Google Shape;7364;p66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5" name="Google Shape;7365;p66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6" name="Google Shape;7366;p66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7" name="Google Shape;7367;p66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8" name="Google Shape;7368;p66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9" name="Google Shape;7369;p66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0" name="Google Shape;7370;p66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1" name="Google Shape;7371;p66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2" name="Google Shape;7372;p66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3" name="Google Shape;7373;p66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4" name="Google Shape;7374;p66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5" name="Google Shape;7375;p66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6" name="Google Shape;7376;p66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7" name="Google Shape;7377;p66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8" name="Google Shape;7378;p66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9" name="Google Shape;7379;p66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0" name="Google Shape;7380;p66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1" name="Google Shape;7381;p66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2" name="Google Shape;7382;p66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3" name="Google Shape;7383;p66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4" name="Google Shape;7384;p66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5" name="Google Shape;7385;p66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6" name="Google Shape;7386;p66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7" name="Google Shape;7387;p66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8" name="Google Shape;7388;p66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9" name="Google Shape;7389;p66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0" name="Google Shape;7390;p66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1" name="Google Shape;7391;p66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2" name="Google Shape;7392;p66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3" name="Google Shape;7393;p66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4" name="Google Shape;7394;p66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5" name="Google Shape;7395;p66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6" name="Google Shape;7396;p66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7" name="Google Shape;7397;p66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8" name="Google Shape;7398;p66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9" name="Google Shape;7399;p66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0" name="Google Shape;7400;p66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1" name="Google Shape;7401;p66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2" name="Google Shape;7402;p66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3" name="Google Shape;7403;p66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4" name="Google Shape;7404;p66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6" name="Google Shape;7406;p66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7" name="Google Shape;7407;p66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8" name="Google Shape;7408;p66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9" name="Google Shape;7409;p66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0" name="Google Shape;7410;p66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1" name="Google Shape;7411;p66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2" name="Google Shape;7412;p66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3" name="Google Shape;7413;p66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4" name="Google Shape;7414;p66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5" name="Google Shape;7415;p66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6" name="Google Shape;7416;p66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7" name="Google Shape;7417;p66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8" name="Google Shape;7418;p66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9" name="Google Shape;7419;p66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0" name="Google Shape;7420;p66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1" name="Google Shape;7421;p66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2" name="Google Shape;7422;p66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3" name="Google Shape;7423;p66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4" name="Google Shape;7424;p66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6" name="Google Shape;7426;p66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7" name="Google Shape;7427;p66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8" name="Google Shape;7428;p66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9" name="Google Shape;7429;p66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0" name="Google Shape;7430;p66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1" name="Google Shape;7431;p66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2" name="Google Shape;7432;p66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3" name="Google Shape;7433;p66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4" name="Google Shape;7434;p66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5" name="Google Shape;7435;p66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6" name="Google Shape;7436;p66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7" name="Google Shape;7437;p66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8" name="Google Shape;7438;p66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9" name="Google Shape;7439;p66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0" name="Google Shape;7440;p66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1" name="Google Shape;7441;p66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2" name="Google Shape;7442;p66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4" name="Google Shape;7444;p66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5" name="Google Shape;7445;p66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6" name="Google Shape;7446;p66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7" name="Google Shape;7447;p66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8" name="Google Shape;7448;p66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9" name="Google Shape;7449;p66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0" name="Google Shape;7450;p66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1" name="Google Shape;7451;p66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2" name="Google Shape;7452;p66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3" name="Google Shape;7453;p66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4" name="Google Shape;7454;p66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5" name="Google Shape;7455;p66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6" name="Google Shape;7456;p66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8" name="Google Shape;7458;p66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9" name="Google Shape;7459;p66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0" name="Google Shape;7460;p66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1" name="Google Shape;7461;p66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2" name="Google Shape;7462;p66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3" name="Google Shape;7463;p66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4" name="Google Shape;7464;p66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5" name="Google Shape;7465;p66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7" name="Google Shape;7467;p66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8" name="Google Shape;7468;p66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9" name="Google Shape;7469;p66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0" name="Google Shape;7470;p66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1" name="Google Shape;7471;p66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2" name="Google Shape;7472;p66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3" name="Google Shape;7473;p66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0" name="Google Shape;7530;p66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1" name="Google Shape;7531;p66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2" name="Google Shape;7532;p66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3" name="Google Shape;7533;p66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4" name="Google Shape;7534;p66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6" name="Google Shape;7536;p66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7" name="Google Shape;7537;p66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9" name="Google Shape;7539;p66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0" name="Google Shape;7540;p66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1" name="Google Shape;7541;p66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2" name="Google Shape;7542;p66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3" name="Google Shape;7543;p66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5" name="Google Shape;7545;p66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6" name="Google Shape;7546;p66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7" name="Google Shape;7547;p66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8" name="Google Shape;7548;p66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9" name="Google Shape;7549;p66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1" name="Google Shape;7551;p66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2" name="Google Shape;7552;p66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3" name="Google Shape;7553;p66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4" name="Google Shape;7554;p66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5" name="Google Shape;7555;p66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6" name="Google Shape;7556;p66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7" name="Google Shape;7557;p66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8" name="Google Shape;7558;p66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9" name="Google Shape;7559;p66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5" name="Google Shape;7565;p66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6" name="Google Shape;7566;p66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7" name="Google Shape;7567;p66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8" name="Google Shape;7568;p66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3" name="Google Shape;7573;p66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4" name="Google Shape;7574;p66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5" name="Google Shape;7575;p66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6" name="Google Shape;7576;p66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7" name="Google Shape;7577;p66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8" name="Google Shape;7578;p66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3" name="Google Shape;7583;p66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5" name="Google Shape;7585;p66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6" name="Google Shape;7586;p66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7" name="Google Shape;7587;p66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8" name="Google Shape;7588;p66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9" name="Google Shape;7589;p66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0" name="Google Shape;7590;p66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2" name="Google Shape;7592;p66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3" name="Google Shape;7593;p66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5" name="Google Shape;7595;p66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6" name="Google Shape;7596;p66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8" name="Google Shape;7598;p66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9" name="Google Shape;7599;p66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0" name="Google Shape;7600;p66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1" name="Google Shape;7601;p66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3" name="Google Shape;7603;p66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5" name="Google Shape;7605;p66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6" name="Google Shape;7606;p66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0" name="Google Shape;7610;p66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1" name="Google Shape;7611;p66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5" name="Google Shape;7615;p66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6" name="Google Shape;7616;p66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8" name="Google Shape;7618;p66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1" name="Google Shape;7621;p66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2" name="Google Shape;7622;p66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4" name="Google Shape;7624;p66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8" name="Google Shape;7628;p66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9" name="Google Shape;7629;p66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39" name="Google Shape;7639;p66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3" name="Google Shape;7643;p66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4" name="Google Shape;7644;p66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5" name="Google Shape;7645;p66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9" name="Google Shape;7649;p66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6" name="Google Shape;7656;p66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2" name="Google Shape;7662;p66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3" name="Google Shape;7663;p66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7" name="Google Shape;7667;p66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8" name="Google Shape;7668;p66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0" name="Google Shape;7670;p66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8" name="Google Shape;7678;p66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3" name="Google Shape;7683;p66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4" name="Google Shape;7684;p66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7" name="Google Shape;7687;p66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8" name="Google Shape;7688;p66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1" name="Google Shape;7691;p66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2" name="Google Shape;7692;p66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6" name="Google Shape;7696;p66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7" name="Google Shape;7697;p66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3" name="Google Shape;7703;p66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6" name="Google Shape;7706;p66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8" name="Google Shape;7708;p66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2" name="Google Shape;7712;p66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3" name="Google Shape;7713;p66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9" name="Google Shape;7719;p66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0" name="Google Shape;7720;p66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3" name="Google Shape;7723;p66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5" name="Google Shape;7725;p66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6" name="Google Shape;7726;p66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1" name="Google Shape;7731;p66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2" name="Google Shape;7732;p66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7" name="Google Shape;7737;p66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0" name="Google Shape;7740;p66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1" name="Google Shape;7741;p66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4" name="Google Shape;7744;p66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0" name="Google Shape;7750;p66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1" name="Google Shape;7751;p66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2" name="Google Shape;7752;p66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7" name="Google Shape;7757;p66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4" name="Google Shape;7764;p66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2" name="Google Shape;7772;p66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5" name="Google Shape;7775;p66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6" name="Google Shape;7776;p66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9" name="Google Shape;7779;p66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1" name="Google Shape;7781;p66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2" name="Google Shape;7782;p66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3" name="Google Shape;7783;p66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6" name="Google Shape;7786;p66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7" name="Google Shape;7787;p66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8" name="Google Shape;7788;p66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9" name="Google Shape;7789;p66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2" name="Google Shape;7792;p66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3" name="Google Shape;7793;p66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4" name="Google Shape;7794;p66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5" name="Google Shape;7795;p66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0" name="Google Shape;7800;p66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1" name="Google Shape;7801;p66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3" name="Google Shape;7803;p66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8" name="Google Shape;7808;p66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9" name="Google Shape;7809;p66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3" name="Google Shape;7813;p66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4" name="Google Shape;7814;p66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6" name="Google Shape;7816;p66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7" name="Google Shape;7817;p66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8" name="Google Shape;7818;p66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1" name="Google Shape;7821;p66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2" name="Google Shape;7822;p66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3" name="Google Shape;7823;p66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4" name="Google Shape;7824;p66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5" name="Google Shape;7825;p66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7" name="Google Shape;7827;p66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8" name="Google Shape;7828;p66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29" name="Google Shape;7829;p66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0" name="Google Shape;7830;p66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1" name="Google Shape;7831;p66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2" name="Google Shape;7832;p66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3" name="Google Shape;7833;p66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8" name="Google Shape;7838;p66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9" name="Google Shape;7839;p66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1" name="Google Shape;7841;p66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2" name="Google Shape;7842;p66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6" name="Google Shape;7846;p66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7" name="Google Shape;7847;p66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8" name="Google Shape;7848;p66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0" name="Google Shape;7850;p66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1" name="Google Shape;7851;p66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3" name="Google Shape;7853;p66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4" name="Google Shape;7854;p66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5" name="Google Shape;7855;p66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6" name="Google Shape;7856;p66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7" name="Google Shape;7857;p66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9" name="Google Shape;7859;p66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0" name="Google Shape;7860;p66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1" name="Google Shape;7861;p66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5" name="Google Shape;7865;p66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6" name="Google Shape;7866;p66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7" name="Google Shape;7867;p66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9" name="Google Shape;7869;p66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0" name="Google Shape;7870;p66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2" name="Google Shape;7872;p66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3" name="Google Shape;7873;p66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4" name="Google Shape;7874;p66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5" name="Google Shape;7875;p66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6" name="Google Shape;7876;p66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7" name="Google Shape;7877;p66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8" name="Google Shape;7878;p66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9" name="Google Shape;7879;p66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2" name="Google Shape;7882;p66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5" name="Google Shape;7885;p66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6" name="Google Shape;7886;p66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7" name="Google Shape;7887;p66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8" name="Google Shape;7888;p66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9" name="Google Shape;7889;p66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0" name="Google Shape;7890;p66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1" name="Google Shape;7891;p66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2" name="Google Shape;7892;p66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3" name="Google Shape;7893;p66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4" name="Google Shape;7894;p66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5" name="Google Shape;7895;p66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6" name="Google Shape;7896;p66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7" name="Google Shape;7897;p66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8" name="Google Shape;7898;p66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9" name="Google Shape;7899;p66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0" name="Google Shape;7900;p66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2" name="Google Shape;7902;p66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3" name="Google Shape;7903;p66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4" name="Google Shape;7904;p66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5" name="Google Shape;7905;p66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6" name="Google Shape;7906;p66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7" name="Google Shape;7907;p66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8" name="Google Shape;7908;p66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0" name="Google Shape;7910;p66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1" name="Google Shape;7911;p66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2" name="Google Shape;7912;p66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3" name="Google Shape;7913;p66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4" name="Google Shape;7914;p66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5" name="Google Shape;7915;p66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6" name="Google Shape;7916;p66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7" name="Google Shape;7917;p66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8" name="Google Shape;7918;p66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0" name="Google Shape;7920;p66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1" name="Google Shape;7921;p66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2" name="Google Shape;7922;p66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3" name="Google Shape;7923;p66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4" name="Google Shape;7924;p66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5" name="Google Shape;7925;p66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6" name="Google Shape;7926;p66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7" name="Google Shape;7927;p66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8" name="Google Shape;7928;p66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9" name="Google Shape;7929;p66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0" name="Google Shape;7930;p66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1" name="Google Shape;7931;p66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2" name="Google Shape;7932;p66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3" name="Google Shape;7933;p66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4" name="Google Shape;7934;p66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5" name="Google Shape;7935;p66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7" name="Google Shape;7937;p66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8" name="Google Shape;7938;p66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39" name="Google Shape;7939;p66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0" name="Google Shape;7940;p66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1" name="Google Shape;7941;p66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2" name="Google Shape;7942;p66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3" name="Google Shape;7943;p66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4" name="Google Shape;7944;p66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6" name="Google Shape;7946;p66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7" name="Google Shape;7947;p66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8" name="Google Shape;7948;p66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49" name="Google Shape;7949;p66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0" name="Google Shape;7950;p66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1" name="Google Shape;7951;p66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2" name="Google Shape;7952;p66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3" name="Google Shape;7953;p66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4" name="Google Shape;7954;p66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5" name="Google Shape;7955;p66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6" name="Google Shape;7956;p66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7" name="Google Shape;7957;p66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8" name="Google Shape;7958;p66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9" name="Google Shape;7959;p66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0" name="Google Shape;7960;p66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1" name="Google Shape;7961;p66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3" name="Google Shape;7963;p66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4" name="Google Shape;7964;p66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5" name="Google Shape;7965;p66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6" name="Google Shape;7966;p66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7" name="Google Shape;7967;p66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8" name="Google Shape;7968;p66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9" name="Google Shape;7969;p66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1" name="Google Shape;7971;p66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2" name="Google Shape;7972;p66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3" name="Google Shape;7973;p66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4" name="Google Shape;7974;p66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5" name="Google Shape;7975;p66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6" name="Google Shape;7976;p66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7" name="Google Shape;7977;p66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8" name="Google Shape;7978;p66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9" name="Google Shape;7979;p66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0" name="Google Shape;7980;p66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1" name="Google Shape;7981;p66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2" name="Google Shape;7982;p66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83" name="Google Shape;7983;p66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8" name="Google Shape;7988;p67"/>
          <p:cNvGrpSpPr/>
          <p:nvPr/>
        </p:nvGrpSpPr>
        <p:grpSpPr>
          <a:xfrm>
            <a:off x="2800749" y="4531545"/>
            <a:ext cx="1470521" cy="1013783"/>
            <a:chOff x="4967783" y="2151471"/>
            <a:chExt cx="3920692" cy="2702940"/>
          </a:xfrm>
        </p:grpSpPr>
        <p:grpSp>
          <p:nvGrpSpPr>
            <p:cNvPr id="7989" name="Google Shape;7989;p67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990" name="Google Shape;7990;p67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1" name="Google Shape;7991;p67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2" name="Google Shape;7992;p67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3" name="Google Shape;7993;p67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4" name="Google Shape;7994;p67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5" name="Google Shape;7995;p67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6" name="Google Shape;7996;p67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97" name="Google Shape;7997;p67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998" name="Google Shape;7998;p67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9" name="Google Shape;7999;p67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0" name="Google Shape;8000;p67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1" name="Google Shape;8001;p67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2" name="Google Shape;8002;p67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03" name="Google Shape;8003;p67"/>
          <p:cNvGrpSpPr/>
          <p:nvPr/>
        </p:nvGrpSpPr>
        <p:grpSpPr>
          <a:xfrm>
            <a:off x="4672627" y="1715914"/>
            <a:ext cx="2082548" cy="944773"/>
            <a:chOff x="3530532" y="1496185"/>
            <a:chExt cx="1561911" cy="708580"/>
          </a:xfrm>
        </p:grpSpPr>
        <p:grpSp>
          <p:nvGrpSpPr>
            <p:cNvPr id="8004" name="Google Shape;8004;p67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005" name="Google Shape;8005;p67"/>
              <p:cNvCxnSpPr>
                <a:endCxn id="8006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07" name="Google Shape;8007;p67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08" name="Google Shape;8008;p67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09" name="Google Shape;8009;p67"/>
              <p:cNvCxnSpPr>
                <a:stCxn id="8006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8010" name="Google Shape;8010;p67"/>
            <p:cNvGrpSpPr/>
            <p:nvPr/>
          </p:nvGrpSpPr>
          <p:grpSpPr>
            <a:xfrm>
              <a:off x="3567462" y="1496185"/>
              <a:ext cx="286587" cy="272914"/>
              <a:chOff x="3567462" y="1496185"/>
              <a:chExt cx="286587" cy="272914"/>
            </a:xfrm>
          </p:grpSpPr>
          <p:cxnSp>
            <p:nvCxnSpPr>
              <p:cNvPr id="8011" name="Google Shape;8011;p67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12" name="Google Shape;8012;p67"/>
              <p:cNvSpPr/>
              <p:nvPr/>
            </p:nvSpPr>
            <p:spPr>
              <a:xfrm>
                <a:off x="3567462" y="1496185"/>
                <a:ext cx="286587" cy="99936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013" name="Google Shape;8013;p67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015" name="Google Shape;8015;p67"/>
            <p:cNvGrpSpPr/>
            <p:nvPr/>
          </p:nvGrpSpPr>
          <p:grpSpPr>
            <a:xfrm>
              <a:off x="3929014" y="1960574"/>
              <a:ext cx="286587" cy="242378"/>
              <a:chOff x="3929014" y="1960574"/>
              <a:chExt cx="286587" cy="242378"/>
            </a:xfrm>
          </p:grpSpPr>
          <p:cxnSp>
            <p:nvCxnSpPr>
              <p:cNvPr id="8016" name="Google Shape;8016;p67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17" name="Google Shape;8017;p67"/>
              <p:cNvSpPr/>
              <p:nvPr/>
            </p:nvSpPr>
            <p:spPr>
              <a:xfrm>
                <a:off x="3929014" y="2103016"/>
                <a:ext cx="286587" cy="99936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18" name="Google Shape;8018;p67"/>
            <p:cNvGrpSpPr/>
            <p:nvPr/>
          </p:nvGrpSpPr>
          <p:grpSpPr>
            <a:xfrm>
              <a:off x="4290828" y="1496185"/>
              <a:ext cx="286587" cy="272914"/>
              <a:chOff x="4290828" y="1496185"/>
              <a:chExt cx="286587" cy="272914"/>
            </a:xfrm>
          </p:grpSpPr>
          <p:cxnSp>
            <p:nvCxnSpPr>
              <p:cNvPr id="8019" name="Google Shape;8019;p67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20" name="Google Shape;8020;p67"/>
              <p:cNvSpPr/>
              <p:nvPr/>
            </p:nvSpPr>
            <p:spPr>
              <a:xfrm>
                <a:off x="4290828" y="1496185"/>
                <a:ext cx="286587" cy="99936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021" name="Google Shape;8021;p67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06" name="Google Shape;8006;p67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022" name="Google Shape;8022;p67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023" name="Google Shape;8023;p67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24" name="Google Shape;8024;p67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25" name="Google Shape;8025;p67"/>
          <p:cNvGrpSpPr/>
          <p:nvPr/>
        </p:nvGrpSpPr>
        <p:grpSpPr>
          <a:xfrm>
            <a:off x="4648653" y="2865376"/>
            <a:ext cx="2129393" cy="504696"/>
            <a:chOff x="3512551" y="2358282"/>
            <a:chExt cx="1597045" cy="378522"/>
          </a:xfrm>
        </p:grpSpPr>
        <p:grpSp>
          <p:nvGrpSpPr>
            <p:cNvPr id="8026" name="Google Shape;8026;p67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027" name="Google Shape;8027;p67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28" name="Google Shape;8028;p67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29" name="Google Shape;8029;p67"/>
              <p:cNvCxnSpPr>
                <a:stCxn id="8030" idx="6"/>
                <a:endCxn id="8031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032" name="Google Shape;8032;p67"/>
            <p:cNvGrpSpPr/>
            <p:nvPr/>
          </p:nvGrpSpPr>
          <p:grpSpPr>
            <a:xfrm>
              <a:off x="3969644" y="2440153"/>
              <a:ext cx="225853" cy="296651"/>
              <a:chOff x="3969644" y="2440153"/>
              <a:chExt cx="225853" cy="296651"/>
            </a:xfrm>
          </p:grpSpPr>
          <p:cxnSp>
            <p:nvCxnSpPr>
              <p:cNvPr id="8033" name="Google Shape;8033;p67"/>
              <p:cNvCxnSpPr/>
              <p:nvPr/>
            </p:nvCxnSpPr>
            <p:spPr>
              <a:xfrm>
                <a:off x="4082390" y="2637031"/>
                <a:ext cx="0" cy="99772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31" name="Google Shape;8031;p67"/>
              <p:cNvSpPr/>
              <p:nvPr/>
            </p:nvSpPr>
            <p:spPr>
              <a:xfrm>
                <a:off x="3969644" y="2440153"/>
                <a:ext cx="225853" cy="225853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4" name="Google Shape;8034;p67"/>
              <p:cNvSpPr/>
              <p:nvPr/>
            </p:nvSpPr>
            <p:spPr>
              <a:xfrm>
                <a:off x="3998471" y="2468982"/>
                <a:ext cx="168273" cy="168273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35" name="Google Shape;8035;p67"/>
            <p:cNvGrpSpPr/>
            <p:nvPr/>
          </p:nvGrpSpPr>
          <p:grpSpPr>
            <a:xfrm>
              <a:off x="4426818" y="2358282"/>
              <a:ext cx="225613" cy="307569"/>
              <a:chOff x="4426818" y="2358282"/>
              <a:chExt cx="225613" cy="307569"/>
            </a:xfrm>
          </p:grpSpPr>
          <p:cxnSp>
            <p:nvCxnSpPr>
              <p:cNvPr id="8036" name="Google Shape;8036;p67"/>
              <p:cNvCxnSpPr>
                <a:stCxn id="8037" idx="0"/>
              </p:cNvCxnSpPr>
              <p:nvPr/>
            </p:nvCxnSpPr>
            <p:spPr>
              <a:xfrm rot="10800000">
                <a:off x="4539662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38" name="Google Shape;8038;p67"/>
              <p:cNvSpPr/>
              <p:nvPr/>
            </p:nvSpPr>
            <p:spPr>
              <a:xfrm>
                <a:off x="4426818" y="2440153"/>
                <a:ext cx="225613" cy="225698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7" name="Google Shape;8037;p67"/>
              <p:cNvSpPr/>
              <p:nvPr/>
            </p:nvSpPr>
            <p:spPr>
              <a:xfrm>
                <a:off x="4455644" y="2468982"/>
                <a:ext cx="168035" cy="168035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39" name="Google Shape;8039;p67"/>
            <p:cNvGrpSpPr/>
            <p:nvPr/>
          </p:nvGrpSpPr>
          <p:grpSpPr>
            <a:xfrm>
              <a:off x="4883984" y="2440153"/>
              <a:ext cx="225613" cy="296486"/>
              <a:chOff x="4883984" y="2440153"/>
              <a:chExt cx="225613" cy="296486"/>
            </a:xfrm>
          </p:grpSpPr>
          <p:cxnSp>
            <p:nvCxnSpPr>
              <p:cNvPr id="8040" name="Google Shape;8040;p67"/>
              <p:cNvCxnSpPr/>
              <p:nvPr/>
            </p:nvCxnSpPr>
            <p:spPr>
              <a:xfrm>
                <a:off x="4996858" y="2637031"/>
                <a:ext cx="0" cy="99608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41" name="Google Shape;8041;p67"/>
              <p:cNvSpPr/>
              <p:nvPr/>
            </p:nvSpPr>
            <p:spPr>
              <a:xfrm>
                <a:off x="4883984" y="2440153"/>
                <a:ext cx="225613" cy="225698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42" name="Google Shape;8042;p67"/>
              <p:cNvSpPr/>
              <p:nvPr/>
            </p:nvSpPr>
            <p:spPr>
              <a:xfrm>
                <a:off x="4912810" y="2468982"/>
                <a:ext cx="168035" cy="168035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43" name="Google Shape;8043;p67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044" name="Google Shape;8044;p67"/>
              <p:cNvCxnSpPr>
                <a:stCxn id="8045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030" name="Google Shape;8030;p67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45" name="Google Shape;8045;p67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46" name="Google Shape;8046;p67"/>
          <p:cNvGrpSpPr/>
          <p:nvPr/>
        </p:nvGrpSpPr>
        <p:grpSpPr>
          <a:xfrm>
            <a:off x="9128762" y="1297105"/>
            <a:ext cx="2079745" cy="963480"/>
            <a:chOff x="634175" y="2986275"/>
            <a:chExt cx="3147949" cy="1458344"/>
          </a:xfrm>
        </p:grpSpPr>
        <p:cxnSp>
          <p:nvCxnSpPr>
            <p:cNvPr id="8047" name="Google Shape;8047;p67"/>
            <p:cNvCxnSpPr>
              <a:stCxn id="8048" idx="4"/>
              <a:endCxn id="8049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50" name="Google Shape;8050;p67"/>
            <p:cNvCxnSpPr>
              <a:stCxn id="8049" idx="0"/>
              <a:endCxn id="8051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52" name="Google Shape;8052;p67"/>
            <p:cNvCxnSpPr>
              <a:stCxn id="8051" idx="4"/>
              <a:endCxn id="8053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54" name="Google Shape;8054;p67"/>
            <p:cNvCxnSpPr>
              <a:stCxn id="8053" idx="0"/>
              <a:endCxn id="8055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055" name="Google Shape;8055;p67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8" name="Google Shape;8048;p67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3" name="Google Shape;8053;p67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056" name="Google Shape;8056;p67"/>
          <p:cNvGrpSpPr/>
          <p:nvPr/>
        </p:nvGrpSpPr>
        <p:grpSpPr>
          <a:xfrm>
            <a:off x="4667149" y="3576983"/>
            <a:ext cx="2094292" cy="392164"/>
            <a:chOff x="998425" y="1182125"/>
            <a:chExt cx="1065400" cy="199500"/>
          </a:xfrm>
        </p:grpSpPr>
        <p:sp>
          <p:nvSpPr>
            <p:cNvPr id="8057" name="Google Shape;8057;p67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0" name="Google Shape;8060;p67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62" name="Google Shape;8062;p67"/>
          <p:cNvGrpSpPr/>
          <p:nvPr/>
        </p:nvGrpSpPr>
        <p:grpSpPr>
          <a:xfrm>
            <a:off x="9124823" y="2400299"/>
            <a:ext cx="2087621" cy="488972"/>
            <a:chOff x="1247650" y="2075423"/>
            <a:chExt cx="6648477" cy="1557238"/>
          </a:xfrm>
        </p:grpSpPr>
        <p:sp>
          <p:nvSpPr>
            <p:cNvPr id="8063" name="Google Shape;8063;p67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4" name="Google Shape;8064;p67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7" name="Google Shape;8067;p67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68" name="Google Shape;8068;p67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69" name="Google Shape;8069;p67"/>
          <p:cNvGrpSpPr/>
          <p:nvPr/>
        </p:nvGrpSpPr>
        <p:grpSpPr>
          <a:xfrm>
            <a:off x="9103905" y="3931905"/>
            <a:ext cx="2129456" cy="884884"/>
            <a:chOff x="6796238" y="3158184"/>
            <a:chExt cx="1630351" cy="677483"/>
          </a:xfrm>
        </p:grpSpPr>
        <p:cxnSp>
          <p:nvCxnSpPr>
            <p:cNvPr id="8070" name="Google Shape;8070;p67"/>
            <p:cNvCxnSpPr/>
            <p:nvPr/>
          </p:nvCxnSpPr>
          <p:spPr>
            <a:xfrm>
              <a:off x="7012244" y="3664854"/>
              <a:ext cx="0" cy="170813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8071" name="Google Shape;8071;p67"/>
            <p:cNvCxnSpPr/>
            <p:nvPr/>
          </p:nvCxnSpPr>
          <p:spPr>
            <a:xfrm>
              <a:off x="7810957" y="3664854"/>
              <a:ext cx="0" cy="170813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8072" name="Google Shape;8072;p67"/>
            <p:cNvCxnSpPr/>
            <p:nvPr/>
          </p:nvCxnSpPr>
          <p:spPr>
            <a:xfrm rot="10800000">
              <a:off x="8196652" y="3170679"/>
              <a:ext cx="0" cy="169947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8073" name="Google Shape;8073;p67"/>
            <p:cNvCxnSpPr/>
            <p:nvPr/>
          </p:nvCxnSpPr>
          <p:spPr>
            <a:xfrm rot="10800000">
              <a:off x="7411601" y="3158184"/>
              <a:ext cx="0" cy="170813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8074" name="Google Shape;8074;p67"/>
            <p:cNvGrpSpPr/>
            <p:nvPr/>
          </p:nvGrpSpPr>
          <p:grpSpPr>
            <a:xfrm>
              <a:off x="6796238" y="3311904"/>
              <a:ext cx="1630351" cy="377711"/>
              <a:chOff x="6796238" y="3311904"/>
              <a:chExt cx="1630351" cy="377711"/>
            </a:xfrm>
          </p:grpSpPr>
          <p:sp>
            <p:nvSpPr>
              <p:cNvPr id="8075" name="Google Shape;8075;p67"/>
              <p:cNvSpPr/>
              <p:nvPr/>
            </p:nvSpPr>
            <p:spPr>
              <a:xfrm>
                <a:off x="6796238" y="3311904"/>
                <a:ext cx="798057" cy="377711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76" name="Google Shape;8076;p67"/>
              <p:cNvSpPr/>
              <p:nvPr/>
            </p:nvSpPr>
            <p:spPr>
              <a:xfrm>
                <a:off x="7628207" y="3311904"/>
                <a:ext cx="798382" cy="377711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77" name="Google Shape;8077;p67"/>
              <p:cNvSpPr/>
              <p:nvPr/>
            </p:nvSpPr>
            <p:spPr>
              <a:xfrm>
                <a:off x="7229098" y="3311904"/>
                <a:ext cx="762854" cy="377711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78" name="Google Shape;8078;p67"/>
          <p:cNvGrpSpPr/>
          <p:nvPr/>
        </p:nvGrpSpPr>
        <p:grpSpPr>
          <a:xfrm>
            <a:off x="7132089" y="1293909"/>
            <a:ext cx="1824808" cy="2125073"/>
            <a:chOff x="1839112" y="2209163"/>
            <a:chExt cx="1918159" cy="2233784"/>
          </a:xfrm>
        </p:grpSpPr>
        <p:sp>
          <p:nvSpPr>
            <p:cNvPr id="8079" name="Google Shape;8079;p67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8082" name="Google Shape;8082;p67"/>
            <p:cNvCxnSpPr>
              <a:stCxn id="8079" idx="6"/>
              <a:endCxn id="8080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83" name="Google Shape;8083;p67"/>
            <p:cNvCxnSpPr>
              <a:stCxn id="8080" idx="4"/>
              <a:endCxn id="808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85" name="Google Shape;8085;p67"/>
            <p:cNvCxnSpPr>
              <a:stCxn id="8084" idx="6"/>
              <a:endCxn id="8081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86" name="Google Shape;8086;p67"/>
            <p:cNvCxnSpPr>
              <a:stCxn id="8081" idx="4"/>
              <a:endCxn id="8087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084" name="Google Shape;8084;p67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8089" name="Google Shape;8089;p67"/>
            <p:cNvCxnSpPr>
              <a:endCxn id="8088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090" name="Google Shape;8090;p67"/>
          <p:cNvGrpSpPr/>
          <p:nvPr/>
        </p:nvGrpSpPr>
        <p:grpSpPr>
          <a:xfrm>
            <a:off x="4641920" y="1302223"/>
            <a:ext cx="2183957" cy="206589"/>
            <a:chOff x="238125" y="2506075"/>
            <a:chExt cx="7115411" cy="673075"/>
          </a:xfrm>
        </p:grpSpPr>
        <p:sp>
          <p:nvSpPr>
            <p:cNvPr id="8091" name="Google Shape;8091;p67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3" name="Google Shape;8093;p67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4" name="Google Shape;8094;p67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96" name="Google Shape;8096;p67"/>
          <p:cNvGrpSpPr/>
          <p:nvPr/>
        </p:nvGrpSpPr>
        <p:grpSpPr>
          <a:xfrm>
            <a:off x="960167" y="1731019"/>
            <a:ext cx="3302349" cy="122324"/>
            <a:chOff x="1464850" y="436376"/>
            <a:chExt cx="6001362" cy="222300"/>
          </a:xfrm>
        </p:grpSpPr>
        <p:sp>
          <p:nvSpPr>
            <p:cNvPr id="8097" name="Google Shape;8097;p67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8102" name="Google Shape;8102;p67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3" name="Google Shape;8103;p67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4" name="Google Shape;8104;p67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5" name="Google Shape;8105;p67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106" name="Google Shape;8106;p67"/>
          <p:cNvGrpSpPr/>
          <p:nvPr/>
        </p:nvGrpSpPr>
        <p:grpSpPr>
          <a:xfrm>
            <a:off x="941856" y="3378307"/>
            <a:ext cx="1937149" cy="869163"/>
            <a:chOff x="803162" y="2667727"/>
            <a:chExt cx="1412054" cy="633562"/>
          </a:xfrm>
        </p:grpSpPr>
        <p:cxnSp>
          <p:nvCxnSpPr>
            <p:cNvPr id="8107" name="Google Shape;8107;p67"/>
            <p:cNvCxnSpPr>
              <a:stCxn id="8108" idx="2"/>
              <a:endCxn id="8109" idx="0"/>
            </p:cNvCxnSpPr>
            <p:nvPr/>
          </p:nvCxnSpPr>
          <p:spPr>
            <a:xfrm rot="-5400000" flipH="1">
              <a:off x="1629188" y="267277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8110" name="Google Shape;8110;p67"/>
            <p:cNvCxnSpPr>
              <a:stCxn id="8111" idx="0"/>
              <a:endCxn id="8108" idx="2"/>
            </p:cNvCxnSpPr>
            <p:nvPr/>
          </p:nvCxnSpPr>
          <p:spPr>
            <a:xfrm rot="-5400000">
              <a:off x="1259904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8112" name="Google Shape;8112;p67"/>
            <p:cNvCxnSpPr>
              <a:stCxn id="8111" idx="2"/>
              <a:endCxn id="8113" idx="0"/>
            </p:cNvCxnSpPr>
            <p:nvPr/>
          </p:nvCxnSpPr>
          <p:spPr>
            <a:xfrm rot="-5400000" flipH="1">
              <a:off x="1163454" y="3023483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8114" name="Google Shape;8114;p67"/>
            <p:cNvCxnSpPr>
              <a:stCxn id="8115" idx="0"/>
              <a:endCxn id="8111" idx="2"/>
            </p:cNvCxnSpPr>
            <p:nvPr/>
          </p:nvCxnSpPr>
          <p:spPr>
            <a:xfrm rot="-5400000">
              <a:off x="987135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8116" name="Google Shape;8116;p67"/>
            <p:cNvCxnSpPr>
              <a:stCxn id="8109" idx="2"/>
              <a:endCxn id="8117" idx="0"/>
            </p:cNvCxnSpPr>
            <p:nvPr/>
          </p:nvCxnSpPr>
          <p:spPr>
            <a:xfrm rot="-5400000" flipH="1">
              <a:off x="1902022" y="3023483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8118" name="Google Shape;8118;p67"/>
            <p:cNvCxnSpPr>
              <a:stCxn id="8119" idx="0"/>
              <a:endCxn id="8109" idx="2"/>
            </p:cNvCxnSpPr>
            <p:nvPr/>
          </p:nvCxnSpPr>
          <p:spPr>
            <a:xfrm rot="-5400000">
              <a:off x="1725705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8115" name="Google Shape;8115;p67"/>
            <p:cNvSpPr/>
            <p:nvPr/>
          </p:nvSpPr>
          <p:spPr>
            <a:xfrm>
              <a:off x="803162" y="3176238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1155799" y="3176238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19" name="Google Shape;8119;p67"/>
            <p:cNvSpPr/>
            <p:nvPr/>
          </p:nvSpPr>
          <p:spPr>
            <a:xfrm>
              <a:off x="1541731" y="3176238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17" name="Google Shape;8117;p67"/>
            <p:cNvSpPr/>
            <p:nvPr/>
          </p:nvSpPr>
          <p:spPr>
            <a:xfrm>
              <a:off x="1894368" y="3176238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09" name="Google Shape;8109;p67"/>
            <p:cNvSpPr/>
            <p:nvPr/>
          </p:nvSpPr>
          <p:spPr>
            <a:xfrm>
              <a:off x="1718048" y="2921982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979480" y="2921982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8108" name="Google Shape;8108;p67"/>
            <p:cNvSpPr/>
            <p:nvPr/>
          </p:nvSpPr>
          <p:spPr>
            <a:xfrm>
              <a:off x="1348764" y="2667727"/>
              <a:ext cx="320848" cy="125051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FFFF"/>
                </a:solidFill>
              </a:endParaRPr>
            </a:p>
          </p:txBody>
        </p:sp>
      </p:grpSp>
      <p:grpSp>
        <p:nvGrpSpPr>
          <p:cNvPr id="8120" name="Google Shape;8120;p67"/>
          <p:cNvGrpSpPr/>
          <p:nvPr/>
        </p:nvGrpSpPr>
        <p:grpSpPr>
          <a:xfrm>
            <a:off x="941846" y="1292358"/>
            <a:ext cx="3357897" cy="278957"/>
            <a:chOff x="803154" y="1111966"/>
            <a:chExt cx="2447684" cy="203341"/>
          </a:xfrm>
        </p:grpSpPr>
        <p:grpSp>
          <p:nvGrpSpPr>
            <p:cNvPr id="8121" name="Google Shape;8121;p67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8122" name="Google Shape;8122;p67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123" name="Google Shape;8123;p67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8124" name="Google Shape;8124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8125" name="Google Shape;8125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cxnSp>
          <p:nvCxnSpPr>
            <p:cNvPr id="8126" name="Google Shape;8126;p67"/>
            <p:cNvCxnSpPr/>
            <p:nvPr/>
          </p:nvCxnSpPr>
          <p:spPr>
            <a:xfrm>
              <a:off x="3237251" y="1127387"/>
              <a:ext cx="0" cy="105664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8127" name="Google Shape;8127;p67"/>
            <p:cNvSpPr/>
            <p:nvPr/>
          </p:nvSpPr>
          <p:spPr>
            <a:xfrm>
              <a:off x="3223663" y="1111974"/>
              <a:ext cx="27175" cy="27166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128" name="Google Shape;8128;p67"/>
            <p:cNvGrpSpPr/>
            <p:nvPr/>
          </p:nvGrpSpPr>
          <p:grpSpPr>
            <a:xfrm>
              <a:off x="803154" y="1112063"/>
              <a:ext cx="591111" cy="121410"/>
              <a:chOff x="803154" y="1112063"/>
              <a:chExt cx="591111" cy="121410"/>
            </a:xfrm>
          </p:grpSpPr>
          <p:grpSp>
            <p:nvGrpSpPr>
              <p:cNvPr id="8129" name="Google Shape;8129;p67"/>
              <p:cNvGrpSpPr/>
              <p:nvPr/>
            </p:nvGrpSpPr>
            <p:grpSpPr>
              <a:xfrm>
                <a:off x="803154" y="1112063"/>
                <a:ext cx="27174" cy="121091"/>
                <a:chOff x="845575" y="2563700"/>
                <a:chExt cx="92400" cy="411825"/>
              </a:xfrm>
            </p:grpSpPr>
            <p:cxnSp>
              <p:nvCxnSpPr>
                <p:cNvPr id="8130" name="Google Shape;8130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8131" name="Google Shape;8131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8132" name="Google Shape;8132;p67"/>
              <p:cNvSpPr/>
              <p:nvPr/>
            </p:nvSpPr>
            <p:spPr>
              <a:xfrm>
                <a:off x="818321" y="1194219"/>
                <a:ext cx="575943" cy="39254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133" name="Google Shape;8133;p67"/>
            <p:cNvGrpSpPr/>
            <p:nvPr/>
          </p:nvGrpSpPr>
          <p:grpSpPr>
            <a:xfrm>
              <a:off x="1381934" y="1194217"/>
              <a:ext cx="588259" cy="121091"/>
              <a:chOff x="1381934" y="1194217"/>
              <a:chExt cx="588259" cy="121091"/>
            </a:xfrm>
          </p:grpSpPr>
          <p:grpSp>
            <p:nvGrpSpPr>
              <p:cNvPr id="8134" name="Google Shape;8134;p67"/>
              <p:cNvGrpSpPr/>
              <p:nvPr/>
            </p:nvGrpSpPr>
            <p:grpSpPr>
              <a:xfrm rot="10800000">
                <a:off x="138193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8135" name="Google Shape;8135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8136" name="Google Shape;8136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8137" name="Google Shape;8137;p67"/>
              <p:cNvSpPr/>
              <p:nvPr/>
            </p:nvSpPr>
            <p:spPr>
              <a:xfrm>
                <a:off x="1394250" y="1194219"/>
                <a:ext cx="575943" cy="39254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138" name="Google Shape;8138;p67"/>
            <p:cNvGrpSpPr/>
            <p:nvPr/>
          </p:nvGrpSpPr>
          <p:grpSpPr>
            <a:xfrm>
              <a:off x="2532104" y="1194217"/>
              <a:ext cx="704905" cy="121091"/>
              <a:chOff x="2532104" y="1194217"/>
              <a:chExt cx="704905" cy="121091"/>
            </a:xfrm>
          </p:grpSpPr>
          <p:grpSp>
            <p:nvGrpSpPr>
              <p:cNvPr id="8139" name="Google Shape;8139;p67"/>
              <p:cNvGrpSpPr/>
              <p:nvPr/>
            </p:nvGrpSpPr>
            <p:grpSpPr>
              <a:xfrm rot="10800000">
                <a:off x="2532104" y="1194217"/>
                <a:ext cx="27174" cy="121091"/>
                <a:chOff x="2070100" y="2563700"/>
                <a:chExt cx="92400" cy="411825"/>
              </a:xfrm>
            </p:grpSpPr>
            <p:cxnSp>
              <p:nvCxnSpPr>
                <p:cNvPr id="8140" name="Google Shape;8140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8141" name="Google Shape;8141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8142" name="Google Shape;8142;p67"/>
              <p:cNvSpPr/>
              <p:nvPr/>
            </p:nvSpPr>
            <p:spPr>
              <a:xfrm>
                <a:off x="2546107" y="1194219"/>
                <a:ext cx="690902" cy="39254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143" name="Google Shape;8143;p67"/>
          <p:cNvGrpSpPr/>
          <p:nvPr/>
        </p:nvGrpSpPr>
        <p:grpSpPr>
          <a:xfrm>
            <a:off x="4665872" y="4887868"/>
            <a:ext cx="2090371" cy="655569"/>
            <a:chOff x="5194708" y="3484366"/>
            <a:chExt cx="3148148" cy="987304"/>
          </a:xfrm>
        </p:grpSpPr>
        <p:grpSp>
          <p:nvGrpSpPr>
            <p:cNvPr id="8144" name="Google Shape;8144;p67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8145" name="Google Shape;8145;p67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46" name="Google Shape;8146;p67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47" name="Google Shape;8147;p67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148" name="Google Shape;8148;p67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8149" name="Google Shape;8149;p67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0" name="Google Shape;8150;p67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1" name="Google Shape;8151;p67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152" name="Google Shape;8152;p67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8153" name="Google Shape;8153;p67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4" name="Google Shape;8154;p67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5" name="Google Shape;8155;p67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156" name="Google Shape;8156;p67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8157" name="Google Shape;8157;p67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8" name="Google Shape;8158;p67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59" name="Google Shape;8159;p67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160" name="Google Shape;8160;p67"/>
          <p:cNvGrpSpPr/>
          <p:nvPr/>
        </p:nvGrpSpPr>
        <p:grpSpPr>
          <a:xfrm>
            <a:off x="4613351" y="4195081"/>
            <a:ext cx="2155952" cy="461675"/>
            <a:chOff x="1808063" y="4294338"/>
            <a:chExt cx="3370782" cy="721817"/>
          </a:xfrm>
        </p:grpSpPr>
        <p:sp>
          <p:nvSpPr>
            <p:cNvPr id="8161" name="Google Shape;8161;p67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7" name="Google Shape;8167;p67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8" name="Google Shape;8168;p67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171" name="Google Shape;8171;p67"/>
          <p:cNvGrpSpPr/>
          <p:nvPr/>
        </p:nvGrpSpPr>
        <p:grpSpPr>
          <a:xfrm>
            <a:off x="984300" y="4576454"/>
            <a:ext cx="1727843" cy="862116"/>
            <a:chOff x="834100" y="3642869"/>
            <a:chExt cx="1259483" cy="628426"/>
          </a:xfrm>
        </p:grpSpPr>
        <p:sp>
          <p:nvSpPr>
            <p:cNvPr id="8172" name="Google Shape;8172;p67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3" name="Google Shape;8173;p67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7" name="Google Shape;8177;p67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8" name="Google Shape;8178;p67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79" name="Google Shape;8179;p67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5" name="Google Shape;8185;p67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6" name="Google Shape;8186;p67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89" name="Google Shape;8189;p67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5" name="Google Shape;8195;p67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197" name="Google Shape;8197;p67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8198" name="Google Shape;8198;p67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199" name="Google Shape;8199;p67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0" name="Google Shape;8200;p67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1" name="Google Shape;8201;p67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2" name="Google Shape;8202;p67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3" name="Google Shape;8203;p67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4" name="Google Shape;8204;p67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5" name="Google Shape;8205;p67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6" name="Google Shape;8206;p67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7" name="Google Shape;8207;p67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8" name="Google Shape;8208;p67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09" name="Google Shape;8209;p67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0" name="Google Shape;8210;p67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1" name="Google Shape;8211;p67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2" name="Google Shape;8212;p67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3" name="Google Shape;8213;p67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4" name="Google Shape;8214;p67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5" name="Google Shape;8215;p67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6" name="Google Shape;8216;p67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217" name="Google Shape;8217;p67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218" name="Google Shape;8218;p67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19" name="Google Shape;8219;p67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0" name="Google Shape;8220;p67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2" name="Google Shape;8222;p67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3" name="Google Shape;8223;p67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4" name="Google Shape;8224;p67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6" name="Google Shape;8226;p67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7" name="Google Shape;8227;p67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29" name="Google Shape;8229;p67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0" name="Google Shape;8230;p67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232" name="Google Shape;8232;p67"/>
          <p:cNvGrpSpPr/>
          <p:nvPr/>
        </p:nvGrpSpPr>
        <p:grpSpPr>
          <a:xfrm rot="5400000">
            <a:off x="7935117" y="4305116"/>
            <a:ext cx="218752" cy="1886555"/>
            <a:chOff x="4428249" y="1369375"/>
            <a:chExt cx="36905" cy="429569"/>
          </a:xfrm>
        </p:grpSpPr>
        <p:sp>
          <p:nvSpPr>
            <p:cNvPr id="8233" name="Google Shape;8233;p67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39" name="Google Shape;8239;p67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0" name="Google Shape;8240;p67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1" name="Google Shape;8241;p67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5" name="Google Shape;8245;p67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6" name="Google Shape;8246;p67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7" name="Google Shape;8247;p67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49" name="Google Shape;8249;p67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0" name="Google Shape;8250;p67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2" name="Google Shape;8252;p67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3" name="Google Shape;8253;p67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4" name="Google Shape;8254;p67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7" name="Google Shape;8257;p67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8" name="Google Shape;8258;p67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2" name="Google Shape;8262;p67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4" name="Google Shape;8264;p67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265" name="Google Shape;8265;p67"/>
          <p:cNvGrpSpPr/>
          <p:nvPr/>
        </p:nvGrpSpPr>
        <p:grpSpPr>
          <a:xfrm rot="10800000" flipH="1">
            <a:off x="7098357" y="3756507"/>
            <a:ext cx="1892276" cy="33077"/>
            <a:chOff x="219558" y="4738465"/>
            <a:chExt cx="5852400" cy="102300"/>
          </a:xfrm>
        </p:grpSpPr>
        <p:cxnSp>
          <p:nvCxnSpPr>
            <p:cNvPr id="8266" name="Google Shape;8266;p67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8267" name="Google Shape;8267;p67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69" name="Google Shape;8269;p67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0" name="Google Shape;8270;p67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272" name="Google Shape;8272;p67"/>
          <p:cNvGrpSpPr/>
          <p:nvPr/>
        </p:nvGrpSpPr>
        <p:grpSpPr>
          <a:xfrm>
            <a:off x="7113448" y="4253925"/>
            <a:ext cx="1862093" cy="513355"/>
            <a:chOff x="5286284" y="2966544"/>
            <a:chExt cx="1396570" cy="385016"/>
          </a:xfrm>
        </p:grpSpPr>
        <p:cxnSp>
          <p:nvCxnSpPr>
            <p:cNvPr id="8273" name="Google Shape;8273;p67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8274" name="Google Shape;8274;p67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8275" name="Google Shape;8275;p67"/>
            <p:cNvGrpSpPr/>
            <p:nvPr/>
          </p:nvGrpSpPr>
          <p:grpSpPr>
            <a:xfrm>
              <a:off x="5287688" y="3173364"/>
              <a:ext cx="1395166" cy="74015"/>
              <a:chOff x="5287688" y="3173364"/>
              <a:chExt cx="1395166" cy="74015"/>
            </a:xfrm>
          </p:grpSpPr>
          <p:cxnSp>
            <p:nvCxnSpPr>
              <p:cNvPr id="8276" name="Google Shape;8276;p67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77" name="Google Shape;8277;p67"/>
              <p:cNvCxnSpPr/>
              <p:nvPr/>
            </p:nvCxnSpPr>
            <p:spPr>
              <a:xfrm>
                <a:off x="5287688" y="3210371"/>
                <a:ext cx="1394835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78" name="Google Shape;8278;p67"/>
              <p:cNvCxnSpPr/>
              <p:nvPr/>
            </p:nvCxnSpPr>
            <p:spPr>
              <a:xfrm>
                <a:off x="5518476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79" name="Google Shape;8279;p67"/>
              <p:cNvCxnSpPr/>
              <p:nvPr/>
            </p:nvCxnSpPr>
            <p:spPr>
              <a:xfrm>
                <a:off x="5287935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80" name="Google Shape;8280;p67"/>
              <p:cNvCxnSpPr/>
              <p:nvPr/>
            </p:nvCxnSpPr>
            <p:spPr>
              <a:xfrm>
                <a:off x="5751239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81" name="Google Shape;8281;p67"/>
              <p:cNvCxnSpPr/>
              <p:nvPr/>
            </p:nvCxnSpPr>
            <p:spPr>
              <a:xfrm>
                <a:off x="5982252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82" name="Google Shape;8282;p67"/>
              <p:cNvCxnSpPr/>
              <p:nvPr/>
            </p:nvCxnSpPr>
            <p:spPr>
              <a:xfrm>
                <a:off x="6216184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83" name="Google Shape;8283;p67"/>
              <p:cNvCxnSpPr/>
              <p:nvPr/>
            </p:nvCxnSpPr>
            <p:spPr>
              <a:xfrm>
                <a:off x="6449534" y="3173364"/>
                <a:ext cx="0" cy="7401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8284" name="Google Shape;8284;p67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8285" name="Google Shape;8285;p67"/>
          <p:cNvGrpSpPr/>
          <p:nvPr/>
        </p:nvGrpSpPr>
        <p:grpSpPr>
          <a:xfrm>
            <a:off x="2694868" y="2145627"/>
            <a:ext cx="1576368" cy="882703"/>
            <a:chOff x="2029517" y="1732295"/>
            <a:chExt cx="1149068" cy="643432"/>
          </a:xfrm>
        </p:grpSpPr>
        <p:grpSp>
          <p:nvGrpSpPr>
            <p:cNvPr id="8286" name="Google Shape;8286;p67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287" name="Google Shape;8287;p67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288" name="Google Shape;8288;p67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8289" name="Google Shape;8289;p67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290" name="Google Shape;8290;p67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291" name="Google Shape;8291;p67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8292" name="Google Shape;8292;p67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8293" name="Google Shape;8293;p67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294" name="Google Shape;8294;p67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295" name="Google Shape;8295;p67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296" name="Google Shape;8296;p67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297" name="Google Shape;8297;p67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298" name="Google Shape;8298;p67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299" name="Google Shape;8299;p67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300" name="Google Shape;8300;p67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301" name="Google Shape;8301;p67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302" name="Google Shape;8302;p67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8303" name="Google Shape;8303;p67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304" name="Google Shape;8304;p67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305" name="Google Shape;8305;p67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306" name="Google Shape;8306;p67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307" name="Google Shape;8307;p67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308" name="Google Shape;8308;p67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</p:grpSp>
      <p:grpSp>
        <p:nvGrpSpPr>
          <p:cNvPr id="8309" name="Google Shape;8309;p67"/>
          <p:cNvGrpSpPr/>
          <p:nvPr/>
        </p:nvGrpSpPr>
        <p:grpSpPr>
          <a:xfrm>
            <a:off x="941867" y="2075778"/>
            <a:ext cx="1283535" cy="1080077"/>
            <a:chOff x="732462" y="1766083"/>
            <a:chExt cx="962651" cy="810058"/>
          </a:xfrm>
        </p:grpSpPr>
        <p:grpSp>
          <p:nvGrpSpPr>
            <p:cNvPr id="8310" name="Google Shape;8310;p67"/>
            <p:cNvGrpSpPr/>
            <p:nvPr/>
          </p:nvGrpSpPr>
          <p:grpSpPr>
            <a:xfrm>
              <a:off x="732462" y="1908333"/>
              <a:ext cx="339364" cy="524749"/>
              <a:chOff x="844912" y="1819635"/>
              <a:chExt cx="329831" cy="510010"/>
            </a:xfrm>
          </p:grpSpPr>
          <p:sp>
            <p:nvSpPr>
              <p:cNvPr id="8311" name="Google Shape;8311;p67"/>
              <p:cNvSpPr/>
              <p:nvPr/>
            </p:nvSpPr>
            <p:spPr>
              <a:xfrm>
                <a:off x="844912" y="2015566"/>
                <a:ext cx="118261" cy="118455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12" name="Google Shape;8312;p67"/>
              <p:cNvSpPr/>
              <p:nvPr/>
            </p:nvSpPr>
            <p:spPr>
              <a:xfrm>
                <a:off x="1013654" y="2074499"/>
                <a:ext cx="148123" cy="238282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13" name="Google Shape;8313;p67"/>
              <p:cNvSpPr/>
              <p:nvPr/>
            </p:nvSpPr>
            <p:spPr>
              <a:xfrm>
                <a:off x="1013654" y="1836607"/>
                <a:ext cx="148123" cy="238282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14" name="Google Shape;8314;p67"/>
              <p:cNvSpPr/>
              <p:nvPr/>
            </p:nvSpPr>
            <p:spPr>
              <a:xfrm>
                <a:off x="1004031" y="2056625"/>
                <a:ext cx="35952" cy="35952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15" name="Google Shape;8315;p67"/>
              <p:cNvSpPr/>
              <p:nvPr/>
            </p:nvSpPr>
            <p:spPr>
              <a:xfrm>
                <a:off x="1149398" y="2295742"/>
                <a:ext cx="25346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16" name="Google Shape;8316;p67"/>
              <p:cNvSpPr/>
              <p:nvPr/>
            </p:nvSpPr>
            <p:spPr>
              <a:xfrm>
                <a:off x="1149398" y="1819635"/>
                <a:ext cx="25346" cy="34026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317" name="Google Shape;8317;p67"/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8318" name="Google Shape;8318;p67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319" name="Google Shape;8319;p67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320" name="Google Shape;8320;p67"/>
                <p:cNvGrpSpPr/>
                <p:nvPr/>
              </p:nvGrpSpPr>
              <p:grpSpPr>
                <a:xfrm>
                  <a:off x="1507666" y="2176104"/>
                  <a:ext cx="166390" cy="273143"/>
                  <a:chOff x="1507666" y="2176104"/>
                  <a:chExt cx="166390" cy="273143"/>
                </a:xfrm>
              </p:grpSpPr>
              <p:sp>
                <p:nvSpPr>
                  <p:cNvPr id="8321" name="Google Shape;8321;p67"/>
                  <p:cNvSpPr/>
                  <p:nvPr/>
                </p:nvSpPr>
                <p:spPr>
                  <a:xfrm>
                    <a:off x="1512966" y="2312791"/>
                    <a:ext cx="75437" cy="660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2" name="Google Shape;8322;p67"/>
                  <p:cNvSpPr/>
                  <p:nvPr/>
                </p:nvSpPr>
                <p:spPr>
                  <a:xfrm>
                    <a:off x="1588205" y="2193153"/>
                    <a:ext cx="72887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3" name="Google Shape;8323;p67"/>
                  <p:cNvSpPr/>
                  <p:nvPr/>
                </p:nvSpPr>
                <p:spPr>
                  <a:xfrm>
                    <a:off x="1588205" y="2378202"/>
                    <a:ext cx="72887" cy="54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4" name="Google Shape;8324;p67"/>
                  <p:cNvSpPr/>
                  <p:nvPr/>
                </p:nvSpPr>
                <p:spPr>
                  <a:xfrm>
                    <a:off x="1512966" y="2246980"/>
                    <a:ext cx="75437" cy="658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5" name="Google Shape;8325;p67"/>
                  <p:cNvSpPr/>
                  <p:nvPr/>
                </p:nvSpPr>
                <p:spPr>
                  <a:xfrm>
                    <a:off x="1507666" y="2294782"/>
                    <a:ext cx="37919" cy="358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6" name="Google Shape;8326;p67"/>
                  <p:cNvSpPr/>
                  <p:nvPr/>
                </p:nvSpPr>
                <p:spPr>
                  <a:xfrm>
                    <a:off x="1648710" y="2415180"/>
                    <a:ext cx="25346" cy="340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27" name="Google Shape;8327;p67"/>
                  <p:cNvSpPr/>
                  <p:nvPr/>
                </p:nvSpPr>
                <p:spPr>
                  <a:xfrm>
                    <a:off x="1648710" y="2176104"/>
                    <a:ext cx="25346" cy="340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8328" name="Google Shape;8328;p67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329" name="Google Shape;8329;p67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8330" name="Google Shape;8330;p67"/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8331" name="Google Shape;8331;p67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332" name="Google Shape;8332;p67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333" name="Google Shape;8333;p67"/>
                <p:cNvGrpSpPr/>
                <p:nvPr/>
              </p:nvGrpSpPr>
              <p:grpSpPr>
                <a:xfrm>
                  <a:off x="1507666" y="1700120"/>
                  <a:ext cx="166390" cy="272978"/>
                  <a:chOff x="1507666" y="1700120"/>
                  <a:chExt cx="166390" cy="272978"/>
                </a:xfrm>
              </p:grpSpPr>
              <p:sp>
                <p:nvSpPr>
                  <p:cNvPr id="8334" name="Google Shape;8334;p67"/>
                  <p:cNvSpPr/>
                  <p:nvPr/>
                </p:nvSpPr>
                <p:spPr>
                  <a:xfrm>
                    <a:off x="1512966" y="1836607"/>
                    <a:ext cx="75437" cy="660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35" name="Google Shape;8335;p67"/>
                  <p:cNvSpPr/>
                  <p:nvPr/>
                </p:nvSpPr>
                <p:spPr>
                  <a:xfrm>
                    <a:off x="1588205" y="1716969"/>
                    <a:ext cx="72887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36" name="Google Shape;8336;p67"/>
                  <p:cNvSpPr/>
                  <p:nvPr/>
                </p:nvSpPr>
                <p:spPr>
                  <a:xfrm>
                    <a:off x="1588205" y="1902024"/>
                    <a:ext cx="72887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37" name="Google Shape;8337;p67"/>
                  <p:cNvSpPr/>
                  <p:nvPr/>
                </p:nvSpPr>
                <p:spPr>
                  <a:xfrm>
                    <a:off x="1512966" y="1770990"/>
                    <a:ext cx="75437" cy="656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38" name="Google Shape;8338;p67"/>
                  <p:cNvSpPr/>
                  <p:nvPr/>
                </p:nvSpPr>
                <p:spPr>
                  <a:xfrm>
                    <a:off x="1507666" y="1818598"/>
                    <a:ext cx="37919" cy="360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39" name="Google Shape;8339;p67"/>
                  <p:cNvSpPr/>
                  <p:nvPr/>
                </p:nvSpPr>
                <p:spPr>
                  <a:xfrm>
                    <a:off x="1648710" y="1939072"/>
                    <a:ext cx="25346" cy="340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40" name="Google Shape;8340;p67"/>
                  <p:cNvSpPr/>
                  <p:nvPr/>
                </p:nvSpPr>
                <p:spPr>
                  <a:xfrm>
                    <a:off x="1648710" y="1700120"/>
                    <a:ext cx="25346" cy="339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8341" name="Google Shape;8341;p67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342" name="Google Shape;8342;p67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8343" name="Google Shape;8343;p67"/>
          <p:cNvGrpSpPr/>
          <p:nvPr/>
        </p:nvGrpSpPr>
        <p:grpSpPr>
          <a:xfrm>
            <a:off x="9087122" y="3099017"/>
            <a:ext cx="2163025" cy="736591"/>
            <a:chOff x="6894650" y="2574740"/>
            <a:chExt cx="1445100" cy="492111"/>
          </a:xfrm>
        </p:grpSpPr>
        <p:sp>
          <p:nvSpPr>
            <p:cNvPr id="8344" name="Google Shape;8344;p67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5" name="Google Shape;8345;p67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6" name="Google Shape;8346;p67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7" name="Google Shape;8347;p67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8349" name="Google Shape;8349;p67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350" name="Google Shape;8350;p67"/>
          <p:cNvGrpSpPr/>
          <p:nvPr/>
        </p:nvGrpSpPr>
        <p:grpSpPr>
          <a:xfrm>
            <a:off x="9113149" y="4931175"/>
            <a:ext cx="2110972" cy="634456"/>
            <a:chOff x="6953899" y="3907783"/>
            <a:chExt cx="1377320" cy="475842"/>
          </a:xfrm>
        </p:grpSpPr>
        <p:cxnSp>
          <p:nvCxnSpPr>
            <p:cNvPr id="8351" name="Google Shape;8351;p67"/>
            <p:cNvCxnSpPr/>
            <p:nvPr/>
          </p:nvCxnSpPr>
          <p:spPr>
            <a:xfrm rot="10800000">
              <a:off x="7118546" y="4100552"/>
              <a:ext cx="0" cy="185236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2" name="Google Shape;8352;p67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3" name="Google Shape;8353;p67"/>
            <p:cNvCxnSpPr/>
            <p:nvPr/>
          </p:nvCxnSpPr>
          <p:spPr>
            <a:xfrm rot="10800000">
              <a:off x="7848574" y="3907783"/>
              <a:ext cx="0" cy="185236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4" name="Google Shape;8354;p67"/>
            <p:cNvCxnSpPr/>
            <p:nvPr/>
          </p:nvCxnSpPr>
          <p:spPr>
            <a:xfrm>
              <a:off x="8218032" y="3997243"/>
              <a:ext cx="0" cy="197219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5" name="Google Shape;8355;p67"/>
            <p:cNvCxnSpPr/>
            <p:nvPr/>
          </p:nvCxnSpPr>
          <p:spPr>
            <a:xfrm flipH="1">
              <a:off x="6953899" y="3961822"/>
              <a:ext cx="1377320" cy="376718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356" name="Google Shape;8356;p67"/>
          <p:cNvGrpSpPr/>
          <p:nvPr/>
        </p:nvGrpSpPr>
        <p:grpSpPr>
          <a:xfrm>
            <a:off x="3117963" y="3279551"/>
            <a:ext cx="1115048" cy="1099372"/>
            <a:chOff x="2389399" y="2595741"/>
            <a:chExt cx="812796" cy="801369"/>
          </a:xfrm>
        </p:grpSpPr>
        <p:grpSp>
          <p:nvGrpSpPr>
            <p:cNvPr id="8357" name="Google Shape;8357;p67"/>
            <p:cNvGrpSpPr/>
            <p:nvPr/>
          </p:nvGrpSpPr>
          <p:grpSpPr>
            <a:xfrm>
              <a:off x="2492145" y="2881565"/>
              <a:ext cx="607243" cy="229690"/>
              <a:chOff x="2492145" y="2881565"/>
              <a:chExt cx="607243" cy="229690"/>
            </a:xfrm>
          </p:grpSpPr>
          <p:sp>
            <p:nvSpPr>
              <p:cNvPr id="8358" name="Google Shape;8358;p67"/>
              <p:cNvSpPr/>
              <p:nvPr/>
            </p:nvSpPr>
            <p:spPr>
              <a:xfrm>
                <a:off x="2530550" y="2913581"/>
                <a:ext cx="530449" cy="165654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59" name="Google Shape;8359;p67"/>
              <p:cNvSpPr/>
              <p:nvPr/>
            </p:nvSpPr>
            <p:spPr>
              <a:xfrm>
                <a:off x="2886492" y="2881565"/>
                <a:ext cx="212896" cy="229690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360" name="Google Shape;8360;p67"/>
              <p:cNvSpPr/>
              <p:nvPr/>
            </p:nvSpPr>
            <p:spPr>
              <a:xfrm>
                <a:off x="2492145" y="2881565"/>
                <a:ext cx="212878" cy="229690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361" name="Google Shape;8361;p67"/>
            <p:cNvGrpSpPr/>
            <p:nvPr/>
          </p:nvGrpSpPr>
          <p:grpSpPr>
            <a:xfrm>
              <a:off x="2389399" y="2595741"/>
              <a:ext cx="812737" cy="296821"/>
              <a:chOff x="2389399" y="2595741"/>
              <a:chExt cx="812737" cy="296821"/>
            </a:xfrm>
          </p:grpSpPr>
          <p:grpSp>
            <p:nvGrpSpPr>
              <p:cNvPr id="8362" name="Google Shape;8362;p67"/>
              <p:cNvGrpSpPr/>
              <p:nvPr/>
            </p:nvGrpSpPr>
            <p:grpSpPr>
              <a:xfrm>
                <a:off x="2389399" y="2595741"/>
                <a:ext cx="363634" cy="296821"/>
                <a:chOff x="2389399" y="2595741"/>
                <a:chExt cx="363634" cy="296821"/>
              </a:xfrm>
            </p:grpSpPr>
            <p:grpSp>
              <p:nvGrpSpPr>
                <p:cNvPr id="8363" name="Google Shape;8363;p67"/>
                <p:cNvGrpSpPr/>
                <p:nvPr/>
              </p:nvGrpSpPr>
              <p:grpSpPr>
                <a:xfrm>
                  <a:off x="2493852" y="2794333"/>
                  <a:ext cx="259181" cy="98228"/>
                  <a:chOff x="2493852" y="2794333"/>
                  <a:chExt cx="259181" cy="98228"/>
                </a:xfrm>
              </p:grpSpPr>
              <p:sp>
                <p:nvSpPr>
                  <p:cNvPr id="8364" name="Google Shape;8364;p67"/>
                  <p:cNvSpPr/>
                  <p:nvPr/>
                </p:nvSpPr>
                <p:spPr>
                  <a:xfrm>
                    <a:off x="2500419" y="2800896"/>
                    <a:ext cx="246071" cy="85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65" name="Google Shape;8365;p67"/>
                  <p:cNvSpPr/>
                  <p:nvPr/>
                </p:nvSpPr>
                <p:spPr>
                  <a:xfrm>
                    <a:off x="2493852" y="2794333"/>
                    <a:ext cx="15356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66" name="Google Shape;8366;p67"/>
                  <p:cNvSpPr/>
                  <p:nvPr/>
                </p:nvSpPr>
                <p:spPr>
                  <a:xfrm>
                    <a:off x="2737686" y="2877210"/>
                    <a:ext cx="15347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367" name="Google Shape;8367;p67"/>
                <p:cNvGrpSpPr/>
                <p:nvPr/>
              </p:nvGrpSpPr>
              <p:grpSpPr>
                <a:xfrm>
                  <a:off x="2389399" y="2595741"/>
                  <a:ext cx="224284" cy="182006"/>
                  <a:chOff x="2389399" y="2595741"/>
                  <a:chExt cx="224284" cy="182006"/>
                </a:xfrm>
              </p:grpSpPr>
              <p:sp>
                <p:nvSpPr>
                  <p:cNvPr id="8368" name="Google Shape;8368;p67"/>
                  <p:cNvSpPr/>
                  <p:nvPr/>
                </p:nvSpPr>
                <p:spPr>
                  <a:xfrm>
                    <a:off x="2389399" y="2595741"/>
                    <a:ext cx="224284" cy="182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69" name="Google Shape;8369;p67"/>
                  <p:cNvSpPr/>
                  <p:nvPr/>
                </p:nvSpPr>
                <p:spPr>
                  <a:xfrm>
                    <a:off x="2430284" y="2686181"/>
                    <a:ext cx="140289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370" name="Google Shape;8370;p67"/>
              <p:cNvGrpSpPr/>
              <p:nvPr/>
            </p:nvGrpSpPr>
            <p:grpSpPr>
              <a:xfrm>
                <a:off x="2683630" y="2595741"/>
                <a:ext cx="224274" cy="296821"/>
                <a:chOff x="2683630" y="2595741"/>
                <a:chExt cx="224274" cy="296821"/>
              </a:xfrm>
            </p:grpSpPr>
            <p:grpSp>
              <p:nvGrpSpPr>
                <p:cNvPr id="8371" name="Google Shape;8371;p67"/>
                <p:cNvGrpSpPr/>
                <p:nvPr/>
              </p:nvGrpSpPr>
              <p:grpSpPr>
                <a:xfrm>
                  <a:off x="2788083" y="2794333"/>
                  <a:ext cx="15352" cy="98228"/>
                  <a:chOff x="2788083" y="2794333"/>
                  <a:chExt cx="15352" cy="98228"/>
                </a:xfrm>
              </p:grpSpPr>
              <p:sp>
                <p:nvSpPr>
                  <p:cNvPr id="8372" name="Google Shape;8372;p67"/>
                  <p:cNvSpPr/>
                  <p:nvPr/>
                </p:nvSpPr>
                <p:spPr>
                  <a:xfrm>
                    <a:off x="2794655" y="2800905"/>
                    <a:ext cx="2212" cy="85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73" name="Google Shape;8373;p67"/>
                  <p:cNvSpPr/>
                  <p:nvPr/>
                </p:nvSpPr>
                <p:spPr>
                  <a:xfrm>
                    <a:off x="2788083" y="2794333"/>
                    <a:ext cx="15352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74" name="Google Shape;8374;p67"/>
                  <p:cNvSpPr/>
                  <p:nvPr/>
                </p:nvSpPr>
                <p:spPr>
                  <a:xfrm>
                    <a:off x="2788083" y="2877210"/>
                    <a:ext cx="15352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375" name="Google Shape;8375;p67"/>
                <p:cNvGrpSpPr/>
                <p:nvPr/>
              </p:nvGrpSpPr>
              <p:grpSpPr>
                <a:xfrm>
                  <a:off x="2683630" y="2595741"/>
                  <a:ext cx="224274" cy="182006"/>
                  <a:chOff x="2683630" y="2595741"/>
                  <a:chExt cx="224274" cy="182006"/>
                </a:xfrm>
              </p:grpSpPr>
              <p:sp>
                <p:nvSpPr>
                  <p:cNvPr id="8376" name="Google Shape;8376;p67"/>
                  <p:cNvSpPr/>
                  <p:nvPr/>
                </p:nvSpPr>
                <p:spPr>
                  <a:xfrm>
                    <a:off x="2683630" y="2595741"/>
                    <a:ext cx="224274" cy="182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77" name="Google Shape;8377;p67"/>
                  <p:cNvSpPr/>
                  <p:nvPr/>
                </p:nvSpPr>
                <p:spPr>
                  <a:xfrm>
                    <a:off x="2724889" y="2686181"/>
                    <a:ext cx="140285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378" name="Google Shape;8378;p67"/>
              <p:cNvGrpSpPr/>
              <p:nvPr/>
            </p:nvGrpSpPr>
            <p:grpSpPr>
              <a:xfrm>
                <a:off x="2838475" y="2595741"/>
                <a:ext cx="363660" cy="296821"/>
                <a:chOff x="2838475" y="2595741"/>
                <a:chExt cx="363660" cy="296821"/>
              </a:xfrm>
            </p:grpSpPr>
            <p:grpSp>
              <p:nvGrpSpPr>
                <p:cNvPr id="8379" name="Google Shape;8379;p67"/>
                <p:cNvGrpSpPr/>
                <p:nvPr/>
              </p:nvGrpSpPr>
              <p:grpSpPr>
                <a:xfrm>
                  <a:off x="2838475" y="2794333"/>
                  <a:ext cx="259181" cy="98228"/>
                  <a:chOff x="2838475" y="2794333"/>
                  <a:chExt cx="259181" cy="98228"/>
                </a:xfrm>
              </p:grpSpPr>
              <p:sp>
                <p:nvSpPr>
                  <p:cNvPr id="8380" name="Google Shape;8380;p67"/>
                  <p:cNvSpPr/>
                  <p:nvPr/>
                </p:nvSpPr>
                <p:spPr>
                  <a:xfrm>
                    <a:off x="2845042" y="2800896"/>
                    <a:ext cx="246057" cy="85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81" name="Google Shape;8381;p67"/>
                  <p:cNvSpPr/>
                  <p:nvPr/>
                </p:nvSpPr>
                <p:spPr>
                  <a:xfrm>
                    <a:off x="3082301" y="2794333"/>
                    <a:ext cx="15356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82" name="Google Shape;8382;p67"/>
                  <p:cNvSpPr/>
                  <p:nvPr/>
                </p:nvSpPr>
                <p:spPr>
                  <a:xfrm>
                    <a:off x="2838475" y="2877210"/>
                    <a:ext cx="15347" cy="15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383" name="Google Shape;8383;p67"/>
                <p:cNvGrpSpPr/>
                <p:nvPr/>
              </p:nvGrpSpPr>
              <p:grpSpPr>
                <a:xfrm>
                  <a:off x="2977852" y="2595741"/>
                  <a:ext cx="224284" cy="182006"/>
                  <a:chOff x="2977852" y="2595741"/>
                  <a:chExt cx="224284" cy="182006"/>
                </a:xfrm>
              </p:grpSpPr>
              <p:sp>
                <p:nvSpPr>
                  <p:cNvPr id="8384" name="Google Shape;8384;p67"/>
                  <p:cNvSpPr/>
                  <p:nvPr/>
                </p:nvSpPr>
                <p:spPr>
                  <a:xfrm>
                    <a:off x="2977852" y="2595741"/>
                    <a:ext cx="224284" cy="182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85" name="Google Shape;8385;p67"/>
                  <p:cNvSpPr/>
                  <p:nvPr/>
                </p:nvSpPr>
                <p:spPr>
                  <a:xfrm>
                    <a:off x="3020572" y="2686181"/>
                    <a:ext cx="140289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  <p:grpSp>
          <p:nvGrpSpPr>
            <p:cNvPr id="8386" name="Google Shape;8386;p67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387" name="Google Shape;8387;p67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388" name="Google Shape;8388;p67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389" name="Google Shape;8389;p67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90" name="Google Shape;8390;p67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91" name="Google Shape;8391;p67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392" name="Google Shape;8392;p67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393" name="Google Shape;8393;p67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94" name="Google Shape;8394;p67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395" name="Google Shape;8395;p67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396" name="Google Shape;8396;p67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397" name="Google Shape;8397;p67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98" name="Google Shape;8398;p67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399" name="Google Shape;8399;p67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400" name="Google Shape;8400;p67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401" name="Google Shape;8401;p67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402" name="Google Shape;8402;p67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403" name="Google Shape;8403;p67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404" name="Google Shape;8404;p67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405" name="Google Shape;8405;p67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406" name="Google Shape;8406;p67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407" name="Google Shape;8407;p67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408" name="Google Shape;8408;p67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409" name="Google Shape;8409;p67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410" name="Google Shape;8410;p67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80" name="Google Shape;8980;p70"/>
          <p:cNvGrpSpPr/>
          <p:nvPr/>
        </p:nvGrpSpPr>
        <p:grpSpPr>
          <a:xfrm>
            <a:off x="944767" y="1287821"/>
            <a:ext cx="2181584" cy="2034953"/>
            <a:chOff x="729238" y="1179665"/>
            <a:chExt cx="1636188" cy="1526215"/>
          </a:xfrm>
        </p:grpSpPr>
        <p:grpSp>
          <p:nvGrpSpPr>
            <p:cNvPr id="8981" name="Google Shape;8981;p70"/>
            <p:cNvGrpSpPr/>
            <p:nvPr/>
          </p:nvGrpSpPr>
          <p:grpSpPr>
            <a:xfrm>
              <a:off x="729238" y="1179665"/>
              <a:ext cx="80771" cy="1526215"/>
              <a:chOff x="729238" y="1179665"/>
              <a:chExt cx="80771" cy="1526215"/>
            </a:xfrm>
          </p:grpSpPr>
          <p:sp>
            <p:nvSpPr>
              <p:cNvPr id="8982" name="Google Shape;8982;p70"/>
              <p:cNvSpPr/>
              <p:nvPr/>
            </p:nvSpPr>
            <p:spPr>
              <a:xfrm>
                <a:off x="729238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3" name="Google Shape;8983;p70"/>
              <p:cNvSpPr/>
              <p:nvPr/>
            </p:nvSpPr>
            <p:spPr>
              <a:xfrm>
                <a:off x="729238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4" name="Google Shape;8984;p70"/>
              <p:cNvSpPr/>
              <p:nvPr/>
            </p:nvSpPr>
            <p:spPr>
              <a:xfrm>
                <a:off x="729238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5" name="Google Shape;8985;p70"/>
              <p:cNvSpPr/>
              <p:nvPr/>
            </p:nvSpPr>
            <p:spPr>
              <a:xfrm>
                <a:off x="729238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6" name="Google Shape;8986;p70"/>
              <p:cNvSpPr/>
              <p:nvPr/>
            </p:nvSpPr>
            <p:spPr>
              <a:xfrm>
                <a:off x="729238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7" name="Google Shape;8987;p70"/>
              <p:cNvSpPr/>
              <p:nvPr/>
            </p:nvSpPr>
            <p:spPr>
              <a:xfrm>
                <a:off x="729238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8" name="Google Shape;8988;p70"/>
              <p:cNvSpPr/>
              <p:nvPr/>
            </p:nvSpPr>
            <p:spPr>
              <a:xfrm>
                <a:off x="729238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89" name="Google Shape;8989;p70"/>
              <p:cNvSpPr/>
              <p:nvPr/>
            </p:nvSpPr>
            <p:spPr>
              <a:xfrm>
                <a:off x="72923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0" name="Google Shape;8990;p70"/>
              <p:cNvSpPr/>
              <p:nvPr/>
            </p:nvSpPr>
            <p:spPr>
              <a:xfrm>
                <a:off x="72923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1" name="Google Shape;8991;p70"/>
              <p:cNvSpPr/>
              <p:nvPr/>
            </p:nvSpPr>
            <p:spPr>
              <a:xfrm>
                <a:off x="72923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92" name="Google Shape;8992;p70"/>
            <p:cNvGrpSpPr/>
            <p:nvPr/>
          </p:nvGrpSpPr>
          <p:grpSpPr>
            <a:xfrm>
              <a:off x="903098" y="1179665"/>
              <a:ext cx="80771" cy="1526215"/>
              <a:chOff x="903098" y="1179665"/>
              <a:chExt cx="80771" cy="1526215"/>
            </a:xfrm>
          </p:grpSpPr>
          <p:sp>
            <p:nvSpPr>
              <p:cNvPr id="8993" name="Google Shape;8993;p70"/>
              <p:cNvSpPr/>
              <p:nvPr/>
            </p:nvSpPr>
            <p:spPr>
              <a:xfrm>
                <a:off x="903098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4" name="Google Shape;8994;p70"/>
              <p:cNvSpPr/>
              <p:nvPr/>
            </p:nvSpPr>
            <p:spPr>
              <a:xfrm>
                <a:off x="903098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5" name="Google Shape;8995;p70"/>
              <p:cNvSpPr/>
              <p:nvPr/>
            </p:nvSpPr>
            <p:spPr>
              <a:xfrm>
                <a:off x="903098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6" name="Google Shape;8996;p70"/>
              <p:cNvSpPr/>
              <p:nvPr/>
            </p:nvSpPr>
            <p:spPr>
              <a:xfrm>
                <a:off x="903098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7" name="Google Shape;8997;p70"/>
              <p:cNvSpPr/>
              <p:nvPr/>
            </p:nvSpPr>
            <p:spPr>
              <a:xfrm>
                <a:off x="903098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8" name="Google Shape;8998;p70"/>
              <p:cNvSpPr/>
              <p:nvPr/>
            </p:nvSpPr>
            <p:spPr>
              <a:xfrm>
                <a:off x="903098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99" name="Google Shape;8999;p70"/>
              <p:cNvSpPr/>
              <p:nvPr/>
            </p:nvSpPr>
            <p:spPr>
              <a:xfrm>
                <a:off x="903098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0" name="Google Shape;9000;p70"/>
              <p:cNvSpPr/>
              <p:nvPr/>
            </p:nvSpPr>
            <p:spPr>
              <a:xfrm>
                <a:off x="90309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1" name="Google Shape;9001;p70"/>
              <p:cNvSpPr/>
              <p:nvPr/>
            </p:nvSpPr>
            <p:spPr>
              <a:xfrm>
                <a:off x="90309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2" name="Google Shape;9002;p70"/>
              <p:cNvSpPr/>
              <p:nvPr/>
            </p:nvSpPr>
            <p:spPr>
              <a:xfrm>
                <a:off x="90309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03" name="Google Shape;9003;p70"/>
            <p:cNvGrpSpPr/>
            <p:nvPr/>
          </p:nvGrpSpPr>
          <p:grpSpPr>
            <a:xfrm>
              <a:off x="1076958" y="1179665"/>
              <a:ext cx="80771" cy="1526215"/>
              <a:chOff x="1076958" y="1179665"/>
              <a:chExt cx="80771" cy="1526215"/>
            </a:xfrm>
          </p:grpSpPr>
          <p:sp>
            <p:nvSpPr>
              <p:cNvPr id="9004" name="Google Shape;9004;p70"/>
              <p:cNvSpPr/>
              <p:nvPr/>
            </p:nvSpPr>
            <p:spPr>
              <a:xfrm>
                <a:off x="1076958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5" name="Google Shape;9005;p70"/>
              <p:cNvSpPr/>
              <p:nvPr/>
            </p:nvSpPr>
            <p:spPr>
              <a:xfrm>
                <a:off x="1076958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6" name="Google Shape;9006;p70"/>
              <p:cNvSpPr/>
              <p:nvPr/>
            </p:nvSpPr>
            <p:spPr>
              <a:xfrm>
                <a:off x="1076958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7" name="Google Shape;9007;p70"/>
              <p:cNvSpPr/>
              <p:nvPr/>
            </p:nvSpPr>
            <p:spPr>
              <a:xfrm>
                <a:off x="1076958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8" name="Google Shape;9008;p70"/>
              <p:cNvSpPr/>
              <p:nvPr/>
            </p:nvSpPr>
            <p:spPr>
              <a:xfrm>
                <a:off x="1076958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09" name="Google Shape;9009;p70"/>
              <p:cNvSpPr/>
              <p:nvPr/>
            </p:nvSpPr>
            <p:spPr>
              <a:xfrm>
                <a:off x="1076958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0" name="Google Shape;9010;p70"/>
              <p:cNvSpPr/>
              <p:nvPr/>
            </p:nvSpPr>
            <p:spPr>
              <a:xfrm>
                <a:off x="1076958" y="214302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1" name="Google Shape;9011;p70"/>
              <p:cNvSpPr/>
              <p:nvPr/>
            </p:nvSpPr>
            <p:spPr>
              <a:xfrm>
                <a:off x="1076958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2" name="Google Shape;9012;p70"/>
              <p:cNvSpPr/>
              <p:nvPr/>
            </p:nvSpPr>
            <p:spPr>
              <a:xfrm>
                <a:off x="1076958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3" name="Google Shape;9013;p70"/>
              <p:cNvSpPr/>
              <p:nvPr/>
            </p:nvSpPr>
            <p:spPr>
              <a:xfrm>
                <a:off x="1076958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14" name="Google Shape;9014;p70"/>
            <p:cNvGrpSpPr/>
            <p:nvPr/>
          </p:nvGrpSpPr>
          <p:grpSpPr>
            <a:xfrm>
              <a:off x="1247707" y="1179665"/>
              <a:ext cx="80771" cy="1526215"/>
              <a:chOff x="1247707" y="1179665"/>
              <a:chExt cx="80771" cy="1526215"/>
            </a:xfrm>
          </p:grpSpPr>
          <p:sp>
            <p:nvSpPr>
              <p:cNvPr id="9015" name="Google Shape;9015;p70"/>
              <p:cNvSpPr/>
              <p:nvPr/>
            </p:nvSpPr>
            <p:spPr>
              <a:xfrm>
                <a:off x="1247707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6" name="Google Shape;9016;p70"/>
              <p:cNvSpPr/>
              <p:nvPr/>
            </p:nvSpPr>
            <p:spPr>
              <a:xfrm>
                <a:off x="1247707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7" name="Google Shape;9017;p70"/>
              <p:cNvSpPr/>
              <p:nvPr/>
            </p:nvSpPr>
            <p:spPr>
              <a:xfrm>
                <a:off x="1247707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8" name="Google Shape;9018;p70"/>
              <p:cNvSpPr/>
              <p:nvPr/>
            </p:nvSpPr>
            <p:spPr>
              <a:xfrm>
                <a:off x="1247707" y="166175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19" name="Google Shape;9019;p70"/>
              <p:cNvSpPr/>
              <p:nvPr/>
            </p:nvSpPr>
            <p:spPr>
              <a:xfrm>
                <a:off x="1247707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0" name="Google Shape;9020;p70"/>
              <p:cNvSpPr/>
              <p:nvPr/>
            </p:nvSpPr>
            <p:spPr>
              <a:xfrm>
                <a:off x="1247707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1" name="Google Shape;9021;p70"/>
              <p:cNvSpPr/>
              <p:nvPr/>
            </p:nvSpPr>
            <p:spPr>
              <a:xfrm>
                <a:off x="1247707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2" name="Google Shape;9022;p70"/>
              <p:cNvSpPr/>
              <p:nvPr/>
            </p:nvSpPr>
            <p:spPr>
              <a:xfrm>
                <a:off x="1247707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3" name="Google Shape;9023;p70"/>
              <p:cNvSpPr/>
              <p:nvPr/>
            </p:nvSpPr>
            <p:spPr>
              <a:xfrm>
                <a:off x="124770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4" name="Google Shape;9024;p70"/>
              <p:cNvSpPr/>
              <p:nvPr/>
            </p:nvSpPr>
            <p:spPr>
              <a:xfrm>
                <a:off x="124770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25" name="Google Shape;9025;p70"/>
            <p:cNvGrpSpPr/>
            <p:nvPr/>
          </p:nvGrpSpPr>
          <p:grpSpPr>
            <a:xfrm>
              <a:off x="1421567" y="1179665"/>
              <a:ext cx="80771" cy="1526215"/>
              <a:chOff x="1421567" y="1179665"/>
              <a:chExt cx="80771" cy="1526215"/>
            </a:xfrm>
          </p:grpSpPr>
          <p:sp>
            <p:nvSpPr>
              <p:cNvPr id="9026" name="Google Shape;9026;p70"/>
              <p:cNvSpPr/>
              <p:nvPr/>
            </p:nvSpPr>
            <p:spPr>
              <a:xfrm>
                <a:off x="1421567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7" name="Google Shape;9027;p70"/>
              <p:cNvSpPr/>
              <p:nvPr/>
            </p:nvSpPr>
            <p:spPr>
              <a:xfrm>
                <a:off x="1421567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8" name="Google Shape;9028;p70"/>
              <p:cNvSpPr/>
              <p:nvPr/>
            </p:nvSpPr>
            <p:spPr>
              <a:xfrm>
                <a:off x="1421567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29" name="Google Shape;9029;p70"/>
              <p:cNvSpPr/>
              <p:nvPr/>
            </p:nvSpPr>
            <p:spPr>
              <a:xfrm>
                <a:off x="1421567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0" name="Google Shape;9030;p70"/>
              <p:cNvSpPr/>
              <p:nvPr/>
            </p:nvSpPr>
            <p:spPr>
              <a:xfrm>
                <a:off x="1421567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1" name="Google Shape;9031;p70"/>
              <p:cNvSpPr/>
              <p:nvPr/>
            </p:nvSpPr>
            <p:spPr>
              <a:xfrm>
                <a:off x="1421567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2" name="Google Shape;9032;p70"/>
              <p:cNvSpPr/>
              <p:nvPr/>
            </p:nvSpPr>
            <p:spPr>
              <a:xfrm>
                <a:off x="1421567" y="214302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3" name="Google Shape;9033;p70"/>
              <p:cNvSpPr/>
              <p:nvPr/>
            </p:nvSpPr>
            <p:spPr>
              <a:xfrm>
                <a:off x="1421567" y="2303717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4" name="Google Shape;9034;p70"/>
              <p:cNvSpPr/>
              <p:nvPr/>
            </p:nvSpPr>
            <p:spPr>
              <a:xfrm>
                <a:off x="142156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5" name="Google Shape;9035;p70"/>
              <p:cNvSpPr/>
              <p:nvPr/>
            </p:nvSpPr>
            <p:spPr>
              <a:xfrm>
                <a:off x="142156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36" name="Google Shape;9036;p70"/>
            <p:cNvGrpSpPr/>
            <p:nvPr/>
          </p:nvGrpSpPr>
          <p:grpSpPr>
            <a:xfrm>
              <a:off x="1592327" y="1179665"/>
              <a:ext cx="80771" cy="1526215"/>
              <a:chOff x="1592327" y="1179665"/>
              <a:chExt cx="80771" cy="1526215"/>
            </a:xfrm>
          </p:grpSpPr>
          <p:sp>
            <p:nvSpPr>
              <p:cNvPr id="9037" name="Google Shape;9037;p70"/>
              <p:cNvSpPr/>
              <p:nvPr/>
            </p:nvSpPr>
            <p:spPr>
              <a:xfrm>
                <a:off x="1592327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8" name="Google Shape;9038;p70"/>
              <p:cNvSpPr/>
              <p:nvPr/>
            </p:nvSpPr>
            <p:spPr>
              <a:xfrm>
                <a:off x="1592327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39" name="Google Shape;9039;p70"/>
              <p:cNvSpPr/>
              <p:nvPr/>
            </p:nvSpPr>
            <p:spPr>
              <a:xfrm>
                <a:off x="1592327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0" name="Google Shape;9040;p70"/>
              <p:cNvSpPr/>
              <p:nvPr/>
            </p:nvSpPr>
            <p:spPr>
              <a:xfrm>
                <a:off x="1592327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1" name="Google Shape;9041;p70"/>
              <p:cNvSpPr/>
              <p:nvPr/>
            </p:nvSpPr>
            <p:spPr>
              <a:xfrm>
                <a:off x="1592327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2" name="Google Shape;9042;p70"/>
              <p:cNvSpPr/>
              <p:nvPr/>
            </p:nvSpPr>
            <p:spPr>
              <a:xfrm>
                <a:off x="1592327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3" name="Google Shape;9043;p70"/>
              <p:cNvSpPr/>
              <p:nvPr/>
            </p:nvSpPr>
            <p:spPr>
              <a:xfrm>
                <a:off x="1592327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4" name="Google Shape;9044;p70"/>
              <p:cNvSpPr/>
              <p:nvPr/>
            </p:nvSpPr>
            <p:spPr>
              <a:xfrm>
                <a:off x="1592327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5" name="Google Shape;9045;p70"/>
              <p:cNvSpPr/>
              <p:nvPr/>
            </p:nvSpPr>
            <p:spPr>
              <a:xfrm>
                <a:off x="1592327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6" name="Google Shape;9046;p70"/>
              <p:cNvSpPr/>
              <p:nvPr/>
            </p:nvSpPr>
            <p:spPr>
              <a:xfrm>
                <a:off x="159232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47" name="Google Shape;9047;p70"/>
            <p:cNvGrpSpPr/>
            <p:nvPr/>
          </p:nvGrpSpPr>
          <p:grpSpPr>
            <a:xfrm>
              <a:off x="1766187" y="1179665"/>
              <a:ext cx="80771" cy="1526215"/>
              <a:chOff x="1766187" y="1179665"/>
              <a:chExt cx="80771" cy="1526215"/>
            </a:xfrm>
          </p:grpSpPr>
          <p:sp>
            <p:nvSpPr>
              <p:cNvPr id="9048" name="Google Shape;9048;p70"/>
              <p:cNvSpPr/>
              <p:nvPr/>
            </p:nvSpPr>
            <p:spPr>
              <a:xfrm>
                <a:off x="1766187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49" name="Google Shape;9049;p70"/>
              <p:cNvSpPr/>
              <p:nvPr/>
            </p:nvSpPr>
            <p:spPr>
              <a:xfrm>
                <a:off x="1766187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0" name="Google Shape;9050;p70"/>
              <p:cNvSpPr/>
              <p:nvPr/>
            </p:nvSpPr>
            <p:spPr>
              <a:xfrm>
                <a:off x="1766187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1" name="Google Shape;9051;p70"/>
              <p:cNvSpPr/>
              <p:nvPr/>
            </p:nvSpPr>
            <p:spPr>
              <a:xfrm>
                <a:off x="1766187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2" name="Google Shape;9052;p70"/>
              <p:cNvSpPr/>
              <p:nvPr/>
            </p:nvSpPr>
            <p:spPr>
              <a:xfrm>
                <a:off x="1766187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3" name="Google Shape;9053;p70"/>
              <p:cNvSpPr/>
              <p:nvPr/>
            </p:nvSpPr>
            <p:spPr>
              <a:xfrm>
                <a:off x="1766187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4" name="Google Shape;9054;p70"/>
              <p:cNvSpPr/>
              <p:nvPr/>
            </p:nvSpPr>
            <p:spPr>
              <a:xfrm>
                <a:off x="1766187" y="214302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5" name="Google Shape;9055;p70"/>
              <p:cNvSpPr/>
              <p:nvPr/>
            </p:nvSpPr>
            <p:spPr>
              <a:xfrm>
                <a:off x="1766187" y="2303717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6" name="Google Shape;9056;p70"/>
              <p:cNvSpPr/>
              <p:nvPr/>
            </p:nvSpPr>
            <p:spPr>
              <a:xfrm>
                <a:off x="1766187" y="2464413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57" name="Google Shape;9057;p70"/>
              <p:cNvSpPr/>
              <p:nvPr/>
            </p:nvSpPr>
            <p:spPr>
              <a:xfrm>
                <a:off x="1766187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58" name="Google Shape;9058;p70"/>
            <p:cNvGrpSpPr/>
            <p:nvPr/>
          </p:nvGrpSpPr>
          <p:grpSpPr>
            <a:xfrm>
              <a:off x="1936935" y="1179665"/>
              <a:ext cx="80771" cy="1526215"/>
              <a:chOff x="1936935" y="1179665"/>
              <a:chExt cx="80771" cy="1526215"/>
            </a:xfrm>
          </p:grpSpPr>
          <p:sp>
            <p:nvSpPr>
              <p:cNvPr id="9059" name="Google Shape;9059;p70"/>
              <p:cNvSpPr/>
              <p:nvPr/>
            </p:nvSpPr>
            <p:spPr>
              <a:xfrm>
                <a:off x="1936935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0" name="Google Shape;9060;p70"/>
              <p:cNvSpPr/>
              <p:nvPr/>
            </p:nvSpPr>
            <p:spPr>
              <a:xfrm>
                <a:off x="1936935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1" name="Google Shape;9061;p70"/>
              <p:cNvSpPr/>
              <p:nvPr/>
            </p:nvSpPr>
            <p:spPr>
              <a:xfrm>
                <a:off x="1936935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2" name="Google Shape;9062;p70"/>
              <p:cNvSpPr/>
              <p:nvPr/>
            </p:nvSpPr>
            <p:spPr>
              <a:xfrm>
                <a:off x="1936935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3" name="Google Shape;9063;p70"/>
              <p:cNvSpPr/>
              <p:nvPr/>
            </p:nvSpPr>
            <p:spPr>
              <a:xfrm>
                <a:off x="1936935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4" name="Google Shape;9064;p70"/>
              <p:cNvSpPr/>
              <p:nvPr/>
            </p:nvSpPr>
            <p:spPr>
              <a:xfrm>
                <a:off x="1936935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5" name="Google Shape;9065;p70"/>
              <p:cNvSpPr/>
              <p:nvPr/>
            </p:nvSpPr>
            <p:spPr>
              <a:xfrm>
                <a:off x="193693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6" name="Google Shape;9066;p70"/>
              <p:cNvSpPr/>
              <p:nvPr/>
            </p:nvSpPr>
            <p:spPr>
              <a:xfrm>
                <a:off x="193693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7" name="Google Shape;9067;p70"/>
              <p:cNvSpPr/>
              <p:nvPr/>
            </p:nvSpPr>
            <p:spPr>
              <a:xfrm>
                <a:off x="193693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68" name="Google Shape;9068;p70"/>
              <p:cNvSpPr/>
              <p:nvPr/>
            </p:nvSpPr>
            <p:spPr>
              <a:xfrm>
                <a:off x="193693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69" name="Google Shape;9069;p70"/>
            <p:cNvGrpSpPr/>
            <p:nvPr/>
          </p:nvGrpSpPr>
          <p:grpSpPr>
            <a:xfrm>
              <a:off x="2110795" y="1179665"/>
              <a:ext cx="80771" cy="1526215"/>
              <a:chOff x="2110795" y="1179665"/>
              <a:chExt cx="80771" cy="1526215"/>
            </a:xfrm>
          </p:grpSpPr>
          <p:sp>
            <p:nvSpPr>
              <p:cNvPr id="9070" name="Google Shape;9070;p70"/>
              <p:cNvSpPr/>
              <p:nvPr/>
            </p:nvSpPr>
            <p:spPr>
              <a:xfrm>
                <a:off x="2110795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1" name="Google Shape;9071;p70"/>
              <p:cNvSpPr/>
              <p:nvPr/>
            </p:nvSpPr>
            <p:spPr>
              <a:xfrm>
                <a:off x="2110795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2" name="Google Shape;9072;p70"/>
              <p:cNvSpPr/>
              <p:nvPr/>
            </p:nvSpPr>
            <p:spPr>
              <a:xfrm>
                <a:off x="2110795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3" name="Google Shape;9073;p70"/>
              <p:cNvSpPr/>
              <p:nvPr/>
            </p:nvSpPr>
            <p:spPr>
              <a:xfrm>
                <a:off x="2110795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4" name="Google Shape;9074;p70"/>
              <p:cNvSpPr/>
              <p:nvPr/>
            </p:nvSpPr>
            <p:spPr>
              <a:xfrm>
                <a:off x="2110795" y="1821630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5" name="Google Shape;9075;p70"/>
              <p:cNvSpPr/>
              <p:nvPr/>
            </p:nvSpPr>
            <p:spPr>
              <a:xfrm>
                <a:off x="2110795" y="1982326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6" name="Google Shape;9076;p70"/>
              <p:cNvSpPr/>
              <p:nvPr/>
            </p:nvSpPr>
            <p:spPr>
              <a:xfrm>
                <a:off x="211079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7" name="Google Shape;9077;p70"/>
              <p:cNvSpPr/>
              <p:nvPr/>
            </p:nvSpPr>
            <p:spPr>
              <a:xfrm>
                <a:off x="211079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8" name="Google Shape;9078;p70"/>
              <p:cNvSpPr/>
              <p:nvPr/>
            </p:nvSpPr>
            <p:spPr>
              <a:xfrm>
                <a:off x="211079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79" name="Google Shape;9079;p70"/>
              <p:cNvSpPr/>
              <p:nvPr/>
            </p:nvSpPr>
            <p:spPr>
              <a:xfrm>
                <a:off x="211079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80" name="Google Shape;9080;p70"/>
            <p:cNvGrpSpPr/>
            <p:nvPr/>
          </p:nvGrpSpPr>
          <p:grpSpPr>
            <a:xfrm>
              <a:off x="2284655" y="1179665"/>
              <a:ext cx="80771" cy="1526215"/>
              <a:chOff x="2284655" y="1179665"/>
              <a:chExt cx="80771" cy="1526215"/>
            </a:xfrm>
          </p:grpSpPr>
          <p:sp>
            <p:nvSpPr>
              <p:cNvPr id="9081" name="Google Shape;9081;p70"/>
              <p:cNvSpPr/>
              <p:nvPr/>
            </p:nvSpPr>
            <p:spPr>
              <a:xfrm>
                <a:off x="2284655" y="1179665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2" name="Google Shape;9082;p70"/>
              <p:cNvSpPr/>
              <p:nvPr/>
            </p:nvSpPr>
            <p:spPr>
              <a:xfrm>
                <a:off x="2284655" y="134036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3" name="Google Shape;9083;p70"/>
              <p:cNvSpPr/>
              <p:nvPr/>
            </p:nvSpPr>
            <p:spPr>
              <a:xfrm>
                <a:off x="2284655" y="150105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4" name="Google Shape;9084;p70"/>
              <p:cNvSpPr/>
              <p:nvPr/>
            </p:nvSpPr>
            <p:spPr>
              <a:xfrm>
                <a:off x="2284655" y="1661752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5" name="Google Shape;9085;p70"/>
              <p:cNvSpPr/>
              <p:nvPr/>
            </p:nvSpPr>
            <p:spPr>
              <a:xfrm>
                <a:off x="2284655" y="1821630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6" name="Google Shape;9086;p70"/>
              <p:cNvSpPr/>
              <p:nvPr/>
            </p:nvSpPr>
            <p:spPr>
              <a:xfrm>
                <a:off x="2284655" y="1982326"/>
                <a:ext cx="80771" cy="80771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7" name="Google Shape;9087;p70"/>
              <p:cNvSpPr/>
              <p:nvPr/>
            </p:nvSpPr>
            <p:spPr>
              <a:xfrm>
                <a:off x="2284655" y="2143022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8" name="Google Shape;9088;p70"/>
              <p:cNvSpPr/>
              <p:nvPr/>
            </p:nvSpPr>
            <p:spPr>
              <a:xfrm>
                <a:off x="2284655" y="2303717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89" name="Google Shape;9089;p70"/>
              <p:cNvSpPr/>
              <p:nvPr/>
            </p:nvSpPr>
            <p:spPr>
              <a:xfrm>
                <a:off x="2284655" y="2464413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90" name="Google Shape;9090;p70"/>
              <p:cNvSpPr/>
              <p:nvPr/>
            </p:nvSpPr>
            <p:spPr>
              <a:xfrm>
                <a:off x="2284655" y="2625109"/>
                <a:ext cx="80771" cy="80771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9091" name="Google Shape;9091;p70"/>
          <p:cNvGrpSpPr/>
          <p:nvPr/>
        </p:nvGrpSpPr>
        <p:grpSpPr>
          <a:xfrm>
            <a:off x="3470990" y="1313337"/>
            <a:ext cx="1818863" cy="1469376"/>
            <a:chOff x="2623904" y="1198803"/>
            <a:chExt cx="1364147" cy="1102032"/>
          </a:xfrm>
        </p:grpSpPr>
        <p:grpSp>
          <p:nvGrpSpPr>
            <p:cNvPr id="9092" name="Google Shape;9092;p70"/>
            <p:cNvGrpSpPr/>
            <p:nvPr/>
          </p:nvGrpSpPr>
          <p:grpSpPr>
            <a:xfrm>
              <a:off x="2623907" y="1198803"/>
              <a:ext cx="1364144" cy="272899"/>
              <a:chOff x="2623907" y="1198803"/>
              <a:chExt cx="1364144" cy="272899"/>
            </a:xfrm>
          </p:grpSpPr>
          <p:sp>
            <p:nvSpPr>
              <p:cNvPr id="9093" name="Google Shape;9093;p70"/>
              <p:cNvSpPr/>
              <p:nvPr/>
            </p:nvSpPr>
            <p:spPr>
              <a:xfrm>
                <a:off x="3715152" y="1198803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94" name="Google Shape;9094;p70"/>
              <p:cNvSpPr/>
              <p:nvPr/>
            </p:nvSpPr>
            <p:spPr>
              <a:xfrm>
                <a:off x="2623907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95" name="Google Shape;9095;p70"/>
              <p:cNvSpPr/>
              <p:nvPr/>
            </p:nvSpPr>
            <p:spPr>
              <a:xfrm>
                <a:off x="2896718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96" name="Google Shape;9096;p70"/>
              <p:cNvSpPr/>
              <p:nvPr/>
            </p:nvSpPr>
            <p:spPr>
              <a:xfrm>
                <a:off x="3169529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097" name="Google Shape;9097;p70"/>
              <p:cNvSpPr/>
              <p:nvPr/>
            </p:nvSpPr>
            <p:spPr>
              <a:xfrm>
                <a:off x="3442341" y="1198803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098" name="Google Shape;9098;p70"/>
            <p:cNvGrpSpPr/>
            <p:nvPr/>
          </p:nvGrpSpPr>
          <p:grpSpPr>
            <a:xfrm>
              <a:off x="2623904" y="1476964"/>
              <a:ext cx="1364144" cy="272899"/>
              <a:chOff x="2623904" y="1476964"/>
              <a:chExt cx="1364144" cy="272899"/>
            </a:xfrm>
          </p:grpSpPr>
          <p:sp>
            <p:nvSpPr>
              <p:cNvPr id="9099" name="Google Shape;9099;p70"/>
              <p:cNvSpPr/>
              <p:nvPr/>
            </p:nvSpPr>
            <p:spPr>
              <a:xfrm>
                <a:off x="3169527" y="1476964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0" name="Google Shape;9100;p70"/>
              <p:cNvSpPr/>
              <p:nvPr/>
            </p:nvSpPr>
            <p:spPr>
              <a:xfrm>
                <a:off x="3442338" y="1476964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1" name="Google Shape;9101;p70"/>
              <p:cNvSpPr/>
              <p:nvPr/>
            </p:nvSpPr>
            <p:spPr>
              <a:xfrm>
                <a:off x="3715149" y="1476964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2" name="Google Shape;9102;p70"/>
              <p:cNvSpPr/>
              <p:nvPr/>
            </p:nvSpPr>
            <p:spPr>
              <a:xfrm>
                <a:off x="2623904" y="1476964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3" name="Google Shape;9103;p70"/>
              <p:cNvSpPr/>
              <p:nvPr/>
            </p:nvSpPr>
            <p:spPr>
              <a:xfrm>
                <a:off x="2896716" y="1476964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04" name="Google Shape;9104;p70"/>
            <p:cNvGrpSpPr/>
            <p:nvPr/>
          </p:nvGrpSpPr>
          <p:grpSpPr>
            <a:xfrm>
              <a:off x="2623907" y="1749775"/>
              <a:ext cx="1364144" cy="272899"/>
              <a:chOff x="2623907" y="1749775"/>
              <a:chExt cx="1364144" cy="272899"/>
            </a:xfrm>
          </p:grpSpPr>
          <p:sp>
            <p:nvSpPr>
              <p:cNvPr id="9105" name="Google Shape;9105;p70"/>
              <p:cNvSpPr/>
              <p:nvPr/>
            </p:nvSpPr>
            <p:spPr>
              <a:xfrm>
                <a:off x="3442341" y="1749775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6" name="Google Shape;9106;p70"/>
              <p:cNvSpPr/>
              <p:nvPr/>
            </p:nvSpPr>
            <p:spPr>
              <a:xfrm>
                <a:off x="3715152" y="1749775"/>
                <a:ext cx="272899" cy="272899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7" name="Google Shape;9107;p70"/>
              <p:cNvSpPr/>
              <p:nvPr/>
            </p:nvSpPr>
            <p:spPr>
              <a:xfrm>
                <a:off x="2623907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8" name="Google Shape;9108;p70"/>
              <p:cNvSpPr/>
              <p:nvPr/>
            </p:nvSpPr>
            <p:spPr>
              <a:xfrm>
                <a:off x="2896718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09" name="Google Shape;9109;p70"/>
              <p:cNvSpPr/>
              <p:nvPr/>
            </p:nvSpPr>
            <p:spPr>
              <a:xfrm>
                <a:off x="3169529" y="1749775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10" name="Google Shape;9110;p70"/>
            <p:cNvGrpSpPr/>
            <p:nvPr/>
          </p:nvGrpSpPr>
          <p:grpSpPr>
            <a:xfrm>
              <a:off x="2623904" y="2027936"/>
              <a:ext cx="1364144" cy="272899"/>
              <a:chOff x="2623904" y="2027936"/>
              <a:chExt cx="1364144" cy="272899"/>
            </a:xfrm>
          </p:grpSpPr>
          <p:sp>
            <p:nvSpPr>
              <p:cNvPr id="9111" name="Google Shape;9111;p70"/>
              <p:cNvSpPr/>
              <p:nvPr/>
            </p:nvSpPr>
            <p:spPr>
              <a:xfrm>
                <a:off x="2623904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12" name="Google Shape;9112;p70"/>
              <p:cNvSpPr/>
              <p:nvPr/>
            </p:nvSpPr>
            <p:spPr>
              <a:xfrm>
                <a:off x="2896716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13" name="Google Shape;9113;p70"/>
              <p:cNvSpPr/>
              <p:nvPr/>
            </p:nvSpPr>
            <p:spPr>
              <a:xfrm>
                <a:off x="3169527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14" name="Google Shape;9114;p70"/>
              <p:cNvSpPr/>
              <p:nvPr/>
            </p:nvSpPr>
            <p:spPr>
              <a:xfrm>
                <a:off x="3442338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15" name="Google Shape;9115;p70"/>
              <p:cNvSpPr/>
              <p:nvPr/>
            </p:nvSpPr>
            <p:spPr>
              <a:xfrm>
                <a:off x="3715149" y="2027936"/>
                <a:ext cx="272899" cy="272899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9116" name="Google Shape;9116;p70"/>
          <p:cNvGrpSpPr/>
          <p:nvPr/>
        </p:nvGrpSpPr>
        <p:grpSpPr>
          <a:xfrm>
            <a:off x="3456938" y="3258915"/>
            <a:ext cx="1850055" cy="212165"/>
            <a:chOff x="3200660" y="2180272"/>
            <a:chExt cx="2563824" cy="378237"/>
          </a:xfrm>
        </p:grpSpPr>
        <p:sp>
          <p:nvSpPr>
            <p:cNvPr id="9117" name="Google Shape;9117;p70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8" name="Google Shape;9118;p70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9" name="Google Shape;9119;p70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0" name="Google Shape;9120;p70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1" name="Google Shape;9121;p70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2" name="Google Shape;9122;p70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3" name="Google Shape;9123;p70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4" name="Google Shape;9124;p70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5" name="Google Shape;9125;p70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6" name="Google Shape;9126;p70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7" name="Google Shape;9127;p70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8" name="Google Shape;9128;p70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9" name="Google Shape;9129;p70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0" name="Google Shape;9130;p70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1" name="Google Shape;9131;p70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2" name="Google Shape;9132;p70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3" name="Google Shape;9133;p70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4" name="Google Shape;9134;p70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35" name="Google Shape;9135;p70"/>
          <p:cNvGrpSpPr/>
          <p:nvPr/>
        </p:nvGrpSpPr>
        <p:grpSpPr>
          <a:xfrm>
            <a:off x="3452303" y="3629349"/>
            <a:ext cx="1854003" cy="212833"/>
            <a:chOff x="3530150" y="2790075"/>
            <a:chExt cx="1962600" cy="225300"/>
          </a:xfrm>
        </p:grpSpPr>
        <p:sp>
          <p:nvSpPr>
            <p:cNvPr id="9136" name="Google Shape;9136;p70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7" name="Google Shape;9137;p70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38" name="Google Shape;9138;p70"/>
          <p:cNvGrpSpPr/>
          <p:nvPr/>
        </p:nvGrpSpPr>
        <p:grpSpPr>
          <a:xfrm>
            <a:off x="3453174" y="4000450"/>
            <a:ext cx="1882172" cy="205015"/>
            <a:chOff x="3558802" y="4011427"/>
            <a:chExt cx="1866000" cy="111300"/>
          </a:xfrm>
        </p:grpSpPr>
        <p:sp>
          <p:nvSpPr>
            <p:cNvPr id="9139" name="Google Shape;9139;p7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0" name="Google Shape;9140;p70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41" name="Google Shape;9141;p70"/>
          <p:cNvGrpSpPr/>
          <p:nvPr/>
        </p:nvGrpSpPr>
        <p:grpSpPr>
          <a:xfrm>
            <a:off x="3452765" y="2940982"/>
            <a:ext cx="1844671" cy="159665"/>
            <a:chOff x="3465975" y="2270276"/>
            <a:chExt cx="1986364" cy="171929"/>
          </a:xfrm>
        </p:grpSpPr>
        <p:sp>
          <p:nvSpPr>
            <p:cNvPr id="9142" name="Google Shape;9142;p70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3" name="Google Shape;9143;p70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4" name="Google Shape;9144;p70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5" name="Google Shape;9145;p70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6" name="Google Shape;9146;p70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7" name="Google Shape;9147;p70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8" name="Google Shape;9148;p70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9" name="Google Shape;9149;p70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50" name="Google Shape;9150;p70"/>
          <p:cNvGrpSpPr/>
          <p:nvPr/>
        </p:nvGrpSpPr>
        <p:grpSpPr>
          <a:xfrm>
            <a:off x="3467441" y="4759183"/>
            <a:ext cx="1826041" cy="260613"/>
            <a:chOff x="723300" y="4253549"/>
            <a:chExt cx="2276482" cy="324900"/>
          </a:xfrm>
        </p:grpSpPr>
        <p:sp>
          <p:nvSpPr>
            <p:cNvPr id="9151" name="Google Shape;9151;p70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2" name="Google Shape;9152;p70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3" name="Google Shape;9153;p70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4" name="Google Shape;9154;p70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5" name="Google Shape;9155;p70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56" name="Google Shape;9156;p70"/>
          <p:cNvGrpSpPr/>
          <p:nvPr/>
        </p:nvGrpSpPr>
        <p:grpSpPr>
          <a:xfrm>
            <a:off x="3453521" y="4360757"/>
            <a:ext cx="1852088" cy="240159"/>
            <a:chOff x="705948" y="3788465"/>
            <a:chExt cx="2308953" cy="299400"/>
          </a:xfrm>
        </p:grpSpPr>
        <p:sp>
          <p:nvSpPr>
            <p:cNvPr id="9157" name="Google Shape;9157;p70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8" name="Google Shape;9158;p70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9" name="Google Shape;9159;p70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0" name="Google Shape;9160;p70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1" name="Google Shape;9161;p70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62" name="Google Shape;9162;p70"/>
          <p:cNvGrpSpPr/>
          <p:nvPr/>
        </p:nvGrpSpPr>
        <p:grpSpPr>
          <a:xfrm>
            <a:off x="3517438" y="5178063"/>
            <a:ext cx="1739479" cy="392099"/>
            <a:chOff x="2658741" y="4097347"/>
            <a:chExt cx="1304609" cy="294074"/>
          </a:xfrm>
        </p:grpSpPr>
        <p:grpSp>
          <p:nvGrpSpPr>
            <p:cNvPr id="9163" name="Google Shape;9163;p70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9164" name="Google Shape;9164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65" name="Google Shape;9165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66" name="Google Shape;9166;p70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9167" name="Google Shape;9167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68" name="Google Shape;9168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69" name="Google Shape;9169;p70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9170" name="Google Shape;9170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71" name="Google Shape;9171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72" name="Google Shape;9172;p70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9173" name="Google Shape;9173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74" name="Google Shape;9174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175" name="Google Shape;9175;p70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9176" name="Google Shape;9176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177" name="Google Shape;9177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9178" name="Google Shape;9178;p70"/>
          <p:cNvGrpSpPr/>
          <p:nvPr/>
        </p:nvGrpSpPr>
        <p:grpSpPr>
          <a:xfrm>
            <a:off x="5675878" y="2488893"/>
            <a:ext cx="1911761" cy="255335"/>
            <a:chOff x="4273350" y="2080469"/>
            <a:chExt cx="1433821" cy="191501"/>
          </a:xfrm>
        </p:grpSpPr>
        <p:grpSp>
          <p:nvGrpSpPr>
            <p:cNvPr id="9179" name="Google Shape;9179;p70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9180" name="Google Shape;9180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81" name="Google Shape;9181;p70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9182" name="Google Shape;9182;p70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9183" name="Google Shape;9183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84" name="Google Shape;9184;p70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9185" name="Google Shape;9185;p70"/>
          <p:cNvGrpSpPr/>
          <p:nvPr/>
        </p:nvGrpSpPr>
        <p:grpSpPr>
          <a:xfrm>
            <a:off x="5677951" y="1292316"/>
            <a:ext cx="1907615" cy="991185"/>
            <a:chOff x="5159450" y="1919950"/>
            <a:chExt cx="1541050" cy="862500"/>
          </a:xfrm>
        </p:grpSpPr>
        <p:sp>
          <p:nvSpPr>
            <p:cNvPr id="9186" name="Google Shape;9186;p70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9187" name="Google Shape;9187;p70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9188" name="Google Shape;9188;p70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89" name="Google Shape;9189;p70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9190" name="Google Shape;9190;p70"/>
          <p:cNvGrpSpPr/>
          <p:nvPr/>
        </p:nvGrpSpPr>
        <p:grpSpPr>
          <a:xfrm>
            <a:off x="5664769" y="2923419"/>
            <a:ext cx="1933979" cy="1402783"/>
            <a:chOff x="5230575" y="1554475"/>
            <a:chExt cx="2137150" cy="1550150"/>
          </a:xfrm>
        </p:grpSpPr>
        <p:sp>
          <p:nvSpPr>
            <p:cNvPr id="9191" name="Google Shape;9191;p70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2" name="Google Shape;9192;p70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3" name="Google Shape;9193;p70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4" name="Google Shape;9194;p70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5" name="Google Shape;9195;p70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6" name="Google Shape;9196;p70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7" name="Google Shape;9197;p70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8" name="Google Shape;9198;p70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9" name="Google Shape;9199;p70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0" name="Google Shape;9200;p70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1" name="Google Shape;9201;p70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2" name="Google Shape;9202;p70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3" name="Google Shape;9203;p70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04" name="Google Shape;9204;p70"/>
          <p:cNvGrpSpPr/>
          <p:nvPr/>
        </p:nvGrpSpPr>
        <p:grpSpPr>
          <a:xfrm rot="10800000">
            <a:off x="5686837" y="4379671"/>
            <a:ext cx="1889844" cy="1183928"/>
            <a:chOff x="5645403" y="2920021"/>
            <a:chExt cx="2650800" cy="2180614"/>
          </a:xfrm>
        </p:grpSpPr>
        <p:sp>
          <p:nvSpPr>
            <p:cNvPr id="9205" name="Google Shape;9205;p70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9206" name="Google Shape;9206;p70"/>
            <p:cNvCxnSpPr>
              <a:stCxn id="920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207" name="Google Shape;9207;p70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9208" name="Google Shape;9208;p70"/>
            <p:cNvCxnSpPr>
              <a:endCxn id="9207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209" name="Google Shape;9209;p70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9210" name="Google Shape;9210;p70"/>
            <p:cNvCxnSpPr>
              <a:stCxn id="9209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211" name="Google Shape;9211;p70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9212" name="Google Shape;9212;p70"/>
            <p:cNvCxnSpPr>
              <a:endCxn id="921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213" name="Google Shape;9213;p70"/>
          <p:cNvGrpSpPr/>
          <p:nvPr/>
        </p:nvGrpSpPr>
        <p:grpSpPr>
          <a:xfrm>
            <a:off x="9820650" y="2917478"/>
            <a:ext cx="1428991" cy="1362105"/>
            <a:chOff x="7189833" y="2022667"/>
            <a:chExt cx="1251159" cy="1192597"/>
          </a:xfrm>
        </p:grpSpPr>
        <p:sp>
          <p:nvSpPr>
            <p:cNvPr id="9214" name="Google Shape;9214;p70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5" name="Google Shape;9215;p70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6" name="Google Shape;9216;p70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7" name="Google Shape;9217;p70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18" name="Google Shape;9218;p70"/>
          <p:cNvGrpSpPr/>
          <p:nvPr/>
        </p:nvGrpSpPr>
        <p:grpSpPr>
          <a:xfrm>
            <a:off x="942344" y="3486021"/>
            <a:ext cx="2260499" cy="2081116"/>
            <a:chOff x="727421" y="2828315"/>
            <a:chExt cx="1695374" cy="1560837"/>
          </a:xfrm>
        </p:grpSpPr>
        <p:grpSp>
          <p:nvGrpSpPr>
            <p:cNvPr id="9219" name="Google Shape;9219;p70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220" name="Google Shape;9220;p70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1" name="Google Shape;9221;p70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2" name="Google Shape;9222;p70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3" name="Google Shape;9223;p70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4" name="Google Shape;9224;p70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5" name="Google Shape;9225;p70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6" name="Google Shape;9226;p70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27" name="Google Shape;9227;p70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228" name="Google Shape;9228;p70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9" name="Google Shape;9229;p70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0" name="Google Shape;9230;p70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1" name="Google Shape;9231;p70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2" name="Google Shape;9232;p70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3" name="Google Shape;9233;p70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4" name="Google Shape;9234;p70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35" name="Google Shape;9235;p70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236" name="Google Shape;9236;p7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7" name="Google Shape;9237;p7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8" name="Google Shape;9238;p7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9" name="Google Shape;9239;p7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0" name="Google Shape;9240;p7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1" name="Google Shape;9241;p7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2" name="Google Shape;9242;p7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43" name="Google Shape;9243;p70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244" name="Google Shape;9244;p7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5" name="Google Shape;9245;p7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6" name="Google Shape;9246;p7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7" name="Google Shape;9247;p7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8" name="Google Shape;9248;p7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9" name="Google Shape;9249;p7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0" name="Google Shape;9250;p7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51" name="Google Shape;9251;p70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252" name="Google Shape;9252;p70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3" name="Google Shape;9253;p70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4" name="Google Shape;9254;p70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5" name="Google Shape;9255;p70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6" name="Google Shape;9256;p70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7" name="Google Shape;9257;p70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8" name="Google Shape;9258;p70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59" name="Google Shape;9259;p70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260" name="Google Shape;9260;p70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61" name="Google Shape;9261;p70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262" name="Google Shape;9262;p70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263" name="Google Shape;9263;p7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4" name="Google Shape;9264;p7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5" name="Google Shape;9265;p7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6" name="Google Shape;9266;p7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7" name="Google Shape;9267;p7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8" name="Google Shape;9268;p7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9" name="Google Shape;9269;p7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9270" name="Google Shape;9270;p70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271" name="Google Shape;9271;p7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2" name="Google Shape;9272;p7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3" name="Google Shape;9273;p7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4" name="Google Shape;9274;p7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5" name="Google Shape;9275;p7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6" name="Google Shape;9276;p7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7" name="Google Shape;9277;p7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9278" name="Google Shape;9278;p70"/>
          <p:cNvGrpSpPr/>
          <p:nvPr/>
        </p:nvGrpSpPr>
        <p:grpSpPr>
          <a:xfrm>
            <a:off x="7887118" y="2922783"/>
            <a:ext cx="1664724" cy="1367092"/>
            <a:chOff x="5183758" y="1210600"/>
            <a:chExt cx="3605380" cy="2960783"/>
          </a:xfrm>
        </p:grpSpPr>
        <p:sp>
          <p:nvSpPr>
            <p:cNvPr id="9279" name="Google Shape;9279;p70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0" name="Google Shape;9280;p70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1" name="Google Shape;9281;p70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2" name="Google Shape;9282;p70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9283" name="Google Shape;9283;p70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9284" name="Google Shape;9284;p70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9285" name="Google Shape;9285;p70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9286" name="Google Shape;9286;p70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9287" name="Google Shape;9287;p70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88" name="Google Shape;9288;p70"/>
          <p:cNvGrpSpPr/>
          <p:nvPr/>
        </p:nvGrpSpPr>
        <p:grpSpPr>
          <a:xfrm>
            <a:off x="7696533" y="4440539"/>
            <a:ext cx="3553108" cy="1124587"/>
            <a:chOff x="5916567" y="1099697"/>
            <a:chExt cx="2556683" cy="809211"/>
          </a:xfrm>
        </p:grpSpPr>
        <p:sp>
          <p:nvSpPr>
            <p:cNvPr id="9289" name="Google Shape;9289;p70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0" name="Google Shape;9290;p70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1" name="Google Shape;9291;p70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2" name="Google Shape;9292;p70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3" name="Google Shape;9293;p70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4" name="Google Shape;9294;p70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5" name="Google Shape;9295;p70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6" name="Google Shape;9296;p70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97" name="Google Shape;9297;p70"/>
          <p:cNvGrpSpPr/>
          <p:nvPr/>
        </p:nvGrpSpPr>
        <p:grpSpPr>
          <a:xfrm>
            <a:off x="7839921" y="1305684"/>
            <a:ext cx="1733159" cy="1364451"/>
            <a:chOff x="5900602" y="1193063"/>
            <a:chExt cx="1299869" cy="1023338"/>
          </a:xfrm>
        </p:grpSpPr>
        <p:grpSp>
          <p:nvGrpSpPr>
            <p:cNvPr id="9298" name="Google Shape;9298;p70"/>
            <p:cNvGrpSpPr/>
            <p:nvPr/>
          </p:nvGrpSpPr>
          <p:grpSpPr>
            <a:xfrm>
              <a:off x="6743564" y="1193063"/>
              <a:ext cx="456907" cy="700379"/>
              <a:chOff x="6743564" y="1193063"/>
              <a:chExt cx="456907" cy="700379"/>
            </a:xfrm>
          </p:grpSpPr>
          <p:grpSp>
            <p:nvGrpSpPr>
              <p:cNvPr id="9299" name="Google Shape;9299;p70"/>
              <p:cNvGrpSpPr/>
              <p:nvPr/>
            </p:nvGrpSpPr>
            <p:grpSpPr>
              <a:xfrm>
                <a:off x="6743564" y="1690724"/>
                <a:ext cx="214416" cy="202717"/>
                <a:chOff x="6743564" y="1690724"/>
                <a:chExt cx="214416" cy="202717"/>
              </a:xfrm>
            </p:grpSpPr>
            <p:sp>
              <p:nvSpPr>
                <p:cNvPr id="9300" name="Google Shape;9300;p70"/>
                <p:cNvSpPr/>
                <p:nvPr/>
              </p:nvSpPr>
              <p:spPr>
                <a:xfrm rot="-5400000">
                  <a:off x="6796935" y="1637353"/>
                  <a:ext cx="107673" cy="214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9301" name="Google Shape;9301;p70"/>
                <p:cNvSpPr/>
                <p:nvPr/>
              </p:nvSpPr>
              <p:spPr>
                <a:xfrm rot="-5400000">
                  <a:off x="6797062" y="1744953"/>
                  <a:ext cx="95052" cy="201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9302" name="Google Shape;9302;p70"/>
              <p:cNvGrpSpPr/>
              <p:nvPr/>
            </p:nvGrpSpPr>
            <p:grpSpPr>
              <a:xfrm>
                <a:off x="6915505" y="1193063"/>
                <a:ext cx="284966" cy="589637"/>
                <a:chOff x="6915505" y="1193063"/>
                <a:chExt cx="284966" cy="589637"/>
              </a:xfrm>
            </p:grpSpPr>
            <p:sp>
              <p:nvSpPr>
                <p:cNvPr id="9303" name="Google Shape;9303;p70"/>
                <p:cNvSpPr/>
                <p:nvPr/>
              </p:nvSpPr>
              <p:spPr>
                <a:xfrm>
                  <a:off x="6915505" y="1193063"/>
                  <a:ext cx="284966" cy="6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04" name="Google Shape;9304;p70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05" name="Google Shape;9305;p70"/>
            <p:cNvGrpSpPr/>
            <p:nvPr/>
          </p:nvGrpSpPr>
          <p:grpSpPr>
            <a:xfrm>
              <a:off x="6520337" y="1193063"/>
              <a:ext cx="341833" cy="801589"/>
              <a:chOff x="6520337" y="1193063"/>
              <a:chExt cx="341833" cy="801589"/>
            </a:xfrm>
          </p:grpSpPr>
          <p:grpSp>
            <p:nvGrpSpPr>
              <p:cNvPr id="9306" name="Google Shape;9306;p70"/>
              <p:cNvGrpSpPr/>
              <p:nvPr/>
            </p:nvGrpSpPr>
            <p:grpSpPr>
              <a:xfrm>
                <a:off x="6520337" y="1589514"/>
                <a:ext cx="213964" cy="405138"/>
                <a:chOff x="6520337" y="1589514"/>
                <a:chExt cx="213964" cy="405138"/>
              </a:xfrm>
            </p:grpSpPr>
            <p:sp>
              <p:nvSpPr>
                <p:cNvPr id="9307" name="Google Shape;9307;p70"/>
                <p:cNvSpPr/>
                <p:nvPr/>
              </p:nvSpPr>
              <p:spPr>
                <a:xfrm rot="-5400000">
                  <a:off x="6522864" y="1586987"/>
                  <a:ext cx="208867" cy="2139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9308" name="Google Shape;9308;p70"/>
                <p:cNvSpPr/>
                <p:nvPr/>
              </p:nvSpPr>
              <p:spPr>
                <a:xfrm rot="-5400000">
                  <a:off x="6529205" y="1789556"/>
                  <a:ext cx="196263" cy="2139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9309" name="Google Shape;9309;p70"/>
              <p:cNvGrpSpPr/>
              <p:nvPr/>
            </p:nvGrpSpPr>
            <p:grpSpPr>
              <a:xfrm>
                <a:off x="6577204" y="1193063"/>
                <a:ext cx="284966" cy="453562"/>
                <a:chOff x="6577204" y="1193063"/>
                <a:chExt cx="284966" cy="453562"/>
              </a:xfrm>
            </p:grpSpPr>
            <p:sp>
              <p:nvSpPr>
                <p:cNvPr id="9310" name="Google Shape;9310;p70"/>
                <p:cNvSpPr/>
                <p:nvPr/>
              </p:nvSpPr>
              <p:spPr>
                <a:xfrm>
                  <a:off x="6577204" y="1193063"/>
                  <a:ext cx="284966" cy="6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11" name="Google Shape;9311;p70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12" name="Google Shape;9312;p70"/>
            <p:cNvGrpSpPr/>
            <p:nvPr/>
          </p:nvGrpSpPr>
          <p:grpSpPr>
            <a:xfrm>
              <a:off x="6238903" y="1193063"/>
              <a:ext cx="300491" cy="901782"/>
              <a:chOff x="6238903" y="1193063"/>
              <a:chExt cx="300491" cy="901782"/>
            </a:xfrm>
          </p:grpSpPr>
          <p:grpSp>
            <p:nvGrpSpPr>
              <p:cNvPr id="9313" name="Google Shape;9313;p70"/>
              <p:cNvGrpSpPr/>
              <p:nvPr/>
            </p:nvGrpSpPr>
            <p:grpSpPr>
              <a:xfrm>
                <a:off x="6290865" y="1489295"/>
                <a:ext cx="248530" cy="605550"/>
                <a:chOff x="6290865" y="1489295"/>
                <a:chExt cx="248530" cy="605550"/>
              </a:xfrm>
            </p:grpSpPr>
            <p:sp>
              <p:nvSpPr>
                <p:cNvPr id="9314" name="Google Shape;9314;p70"/>
                <p:cNvSpPr/>
                <p:nvPr/>
              </p:nvSpPr>
              <p:spPr>
                <a:xfrm rot="-5400000">
                  <a:off x="6260587" y="1519573"/>
                  <a:ext cx="309086" cy="248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9315" name="Google Shape;9315;p70"/>
                <p:cNvSpPr/>
                <p:nvPr/>
              </p:nvSpPr>
              <p:spPr>
                <a:xfrm rot="-5400000">
                  <a:off x="6266915" y="1822365"/>
                  <a:ext cx="296456" cy="248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9316" name="Google Shape;9316;p70"/>
              <p:cNvGrpSpPr/>
              <p:nvPr/>
            </p:nvGrpSpPr>
            <p:grpSpPr>
              <a:xfrm>
                <a:off x="6238903" y="1193063"/>
                <a:ext cx="284966" cy="327512"/>
                <a:chOff x="6238903" y="1193063"/>
                <a:chExt cx="284966" cy="327512"/>
              </a:xfrm>
            </p:grpSpPr>
            <p:sp>
              <p:nvSpPr>
                <p:cNvPr id="9317" name="Google Shape;9317;p70"/>
                <p:cNvSpPr/>
                <p:nvPr/>
              </p:nvSpPr>
              <p:spPr>
                <a:xfrm>
                  <a:off x="6238903" y="1193063"/>
                  <a:ext cx="284966" cy="6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18" name="Google Shape;9318;p70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19" name="Google Shape;9319;p70"/>
            <p:cNvGrpSpPr/>
            <p:nvPr/>
          </p:nvGrpSpPr>
          <p:grpSpPr>
            <a:xfrm>
              <a:off x="5900602" y="1193063"/>
              <a:ext cx="444365" cy="1023338"/>
              <a:chOff x="5900602" y="1193063"/>
              <a:chExt cx="444365" cy="1023338"/>
            </a:xfrm>
          </p:grpSpPr>
          <p:grpSp>
            <p:nvGrpSpPr>
              <p:cNvPr id="9320" name="Google Shape;9320;p70"/>
              <p:cNvGrpSpPr/>
              <p:nvPr/>
            </p:nvGrpSpPr>
            <p:grpSpPr>
              <a:xfrm>
                <a:off x="6046501" y="1367757"/>
                <a:ext cx="298465" cy="848644"/>
                <a:chOff x="6046501" y="1367757"/>
                <a:chExt cx="298465" cy="848644"/>
              </a:xfrm>
            </p:grpSpPr>
            <p:sp>
              <p:nvSpPr>
                <p:cNvPr id="9321" name="Google Shape;9321;p70"/>
                <p:cNvSpPr/>
                <p:nvPr/>
              </p:nvSpPr>
              <p:spPr>
                <a:xfrm rot="-5400000">
                  <a:off x="5980413" y="1433845"/>
                  <a:ext cx="430641" cy="298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9322" name="Google Shape;9322;p70"/>
                <p:cNvSpPr/>
                <p:nvPr/>
              </p:nvSpPr>
              <p:spPr>
                <a:xfrm rot="-5400000">
                  <a:off x="5986741" y="1858175"/>
                  <a:ext cx="418012" cy="2984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9323" name="Google Shape;9323;p70"/>
              <p:cNvGrpSpPr/>
              <p:nvPr/>
            </p:nvGrpSpPr>
            <p:grpSpPr>
              <a:xfrm>
                <a:off x="5900602" y="1193063"/>
                <a:ext cx="284966" cy="182312"/>
                <a:chOff x="5900602" y="1193063"/>
                <a:chExt cx="284966" cy="182312"/>
              </a:xfrm>
            </p:grpSpPr>
            <p:sp>
              <p:nvSpPr>
                <p:cNvPr id="9324" name="Google Shape;9324;p70"/>
                <p:cNvSpPr/>
                <p:nvPr/>
              </p:nvSpPr>
              <p:spPr>
                <a:xfrm>
                  <a:off x="5900602" y="1193063"/>
                  <a:ext cx="284966" cy="6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25" name="Google Shape;9325;p70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9326" name="Google Shape;9326;p70"/>
          <p:cNvGrpSpPr/>
          <p:nvPr/>
        </p:nvGrpSpPr>
        <p:grpSpPr>
          <a:xfrm>
            <a:off x="9623763" y="1305878"/>
            <a:ext cx="1625884" cy="1401839"/>
            <a:chOff x="7287122" y="1165658"/>
            <a:chExt cx="1219413" cy="1051379"/>
          </a:xfrm>
        </p:grpSpPr>
        <p:grpSp>
          <p:nvGrpSpPr>
            <p:cNvPr id="9327" name="Google Shape;9327;p70"/>
            <p:cNvGrpSpPr/>
            <p:nvPr/>
          </p:nvGrpSpPr>
          <p:grpSpPr>
            <a:xfrm>
              <a:off x="7287162" y="1969723"/>
              <a:ext cx="1219372" cy="247314"/>
              <a:chOff x="7287162" y="1969723"/>
              <a:chExt cx="1219372" cy="247314"/>
            </a:xfrm>
          </p:grpSpPr>
          <p:sp>
            <p:nvSpPr>
              <p:cNvPr id="9328" name="Google Shape;9328;p70"/>
              <p:cNvSpPr/>
              <p:nvPr/>
            </p:nvSpPr>
            <p:spPr>
              <a:xfrm flipH="1">
                <a:off x="8366239" y="1969723"/>
                <a:ext cx="140295" cy="247314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9329" name="Google Shape;9329;p70"/>
              <p:cNvGrpSpPr/>
              <p:nvPr/>
            </p:nvGrpSpPr>
            <p:grpSpPr>
              <a:xfrm>
                <a:off x="7287162" y="2063892"/>
                <a:ext cx="1151713" cy="73432"/>
                <a:chOff x="7287162" y="2063892"/>
                <a:chExt cx="1151713" cy="73432"/>
              </a:xfrm>
            </p:grpSpPr>
            <p:sp>
              <p:nvSpPr>
                <p:cNvPr id="9330" name="Google Shape;9330;p70"/>
                <p:cNvSpPr/>
                <p:nvPr/>
              </p:nvSpPr>
              <p:spPr>
                <a:xfrm flipH="1">
                  <a:off x="7287162" y="2063892"/>
                  <a:ext cx="507062" cy="734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31" name="Google Shape;9331;p70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32" name="Google Shape;9332;p70"/>
            <p:cNvGrpSpPr/>
            <p:nvPr/>
          </p:nvGrpSpPr>
          <p:grpSpPr>
            <a:xfrm>
              <a:off x="7287122" y="1712201"/>
              <a:ext cx="1219403" cy="246780"/>
              <a:chOff x="7287122" y="1712201"/>
              <a:chExt cx="1219403" cy="246780"/>
            </a:xfrm>
          </p:grpSpPr>
          <p:sp>
            <p:nvSpPr>
              <p:cNvPr id="9333" name="Google Shape;9333;p70"/>
              <p:cNvSpPr/>
              <p:nvPr/>
            </p:nvSpPr>
            <p:spPr>
              <a:xfrm flipH="1">
                <a:off x="8226234" y="1712201"/>
                <a:ext cx="280291" cy="246780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9334" name="Google Shape;9334;p70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335" name="Google Shape;9335;p70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36" name="Google Shape;9336;p70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37" name="Google Shape;9337;p70"/>
            <p:cNvGrpSpPr/>
            <p:nvPr/>
          </p:nvGrpSpPr>
          <p:grpSpPr>
            <a:xfrm>
              <a:off x="7287162" y="1447520"/>
              <a:ext cx="1219363" cy="286683"/>
              <a:chOff x="7287162" y="1447520"/>
              <a:chExt cx="1219363" cy="286683"/>
            </a:xfrm>
          </p:grpSpPr>
          <p:sp>
            <p:nvSpPr>
              <p:cNvPr id="9338" name="Google Shape;9338;p70"/>
              <p:cNvSpPr/>
              <p:nvPr/>
            </p:nvSpPr>
            <p:spPr>
              <a:xfrm flipH="1">
                <a:off x="8087641" y="1447520"/>
                <a:ext cx="418884" cy="286683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9339" name="Google Shape;9339;p70"/>
              <p:cNvGrpSpPr/>
              <p:nvPr/>
            </p:nvGrpSpPr>
            <p:grpSpPr>
              <a:xfrm>
                <a:off x="7287162" y="1581977"/>
                <a:ext cx="852763" cy="73432"/>
                <a:chOff x="7287162" y="1581977"/>
                <a:chExt cx="852763" cy="73432"/>
              </a:xfrm>
            </p:grpSpPr>
            <p:sp>
              <p:nvSpPr>
                <p:cNvPr id="9340" name="Google Shape;9340;p70"/>
                <p:cNvSpPr/>
                <p:nvPr/>
              </p:nvSpPr>
              <p:spPr>
                <a:xfrm flipH="1">
                  <a:off x="7287162" y="1581977"/>
                  <a:ext cx="507062" cy="734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41" name="Google Shape;9341;p70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9342" name="Google Shape;9342;p70"/>
            <p:cNvGrpSpPr/>
            <p:nvPr/>
          </p:nvGrpSpPr>
          <p:grpSpPr>
            <a:xfrm>
              <a:off x="7287162" y="1165658"/>
              <a:ext cx="1219363" cy="344284"/>
              <a:chOff x="7287162" y="1165658"/>
              <a:chExt cx="1219363" cy="344284"/>
            </a:xfrm>
          </p:grpSpPr>
          <p:sp>
            <p:nvSpPr>
              <p:cNvPr id="9343" name="Google Shape;9343;p70"/>
              <p:cNvSpPr/>
              <p:nvPr/>
            </p:nvSpPr>
            <p:spPr>
              <a:xfrm flipH="1">
                <a:off x="7919504" y="1165658"/>
                <a:ext cx="587021" cy="344284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9344" name="Google Shape;9344;p70"/>
              <p:cNvGrpSpPr/>
              <p:nvPr/>
            </p:nvGrpSpPr>
            <p:grpSpPr>
              <a:xfrm>
                <a:off x="7287162" y="1341025"/>
                <a:ext cx="695663" cy="73423"/>
                <a:chOff x="7287162" y="1341025"/>
                <a:chExt cx="695663" cy="73423"/>
              </a:xfrm>
            </p:grpSpPr>
            <p:sp>
              <p:nvSpPr>
                <p:cNvPr id="9345" name="Google Shape;9345;p70"/>
                <p:cNvSpPr/>
                <p:nvPr/>
              </p:nvSpPr>
              <p:spPr>
                <a:xfrm flipH="1">
                  <a:off x="7287162" y="1341025"/>
                  <a:ext cx="507062" cy="73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9346" name="Google Shape;9346;p70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8" name="Google Shape;8578;p69"/>
          <p:cNvGrpSpPr/>
          <p:nvPr/>
        </p:nvGrpSpPr>
        <p:grpSpPr>
          <a:xfrm>
            <a:off x="6395579" y="1294573"/>
            <a:ext cx="993908" cy="958484"/>
            <a:chOff x="4249973" y="1201875"/>
            <a:chExt cx="1958568" cy="1888762"/>
          </a:xfrm>
        </p:grpSpPr>
        <p:sp>
          <p:nvSpPr>
            <p:cNvPr id="8579" name="Google Shape;8579;p69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580" name="Google Shape;8580;p69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581" name="Google Shape;8581;p69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 dirty="0">
                  <a:solidFill>
                    <a:srgbClr val="FFFFFF"/>
                  </a:solidFill>
                  <a:latin typeface="Arial" panose="020B0604020202020204" pitchFamily="34" charset="0"/>
                  <a:ea typeface="Roboto Medium"/>
                  <a:cs typeface="Arial" panose="020B0604020202020204" pitchFamily="34" charset="0"/>
                  <a:sym typeface="Roboto Medium"/>
                </a:endParaRPr>
              </a:p>
            </p:txBody>
          </p:sp>
          <p:sp>
            <p:nvSpPr>
              <p:cNvPr id="8582" name="Google Shape;8582;p69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583" name="Google Shape;8583;p69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584" name="Google Shape;8584;p69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 dirty="0">
                  <a:solidFill>
                    <a:srgbClr val="FFFFFF"/>
                  </a:solidFill>
                  <a:latin typeface="Arial" panose="020B0604020202020204" pitchFamily="34" charset="0"/>
                  <a:ea typeface="Roboto Medium"/>
                  <a:cs typeface="Arial" panose="020B0604020202020204" pitchFamily="34" charset="0"/>
                  <a:sym typeface="Roboto Medium"/>
                </a:endParaRPr>
              </a:p>
            </p:txBody>
          </p:sp>
          <p:sp>
            <p:nvSpPr>
              <p:cNvPr id="8585" name="Google Shape;8585;p69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586" name="Google Shape;8586;p69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587" name="Google Shape;8587;p69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 dirty="0">
                  <a:solidFill>
                    <a:srgbClr val="FFFFFF"/>
                  </a:solidFill>
                  <a:latin typeface="Arial" panose="020B0604020202020204" pitchFamily="34" charset="0"/>
                  <a:ea typeface="Roboto Medium"/>
                  <a:cs typeface="Arial" panose="020B0604020202020204" pitchFamily="34" charset="0"/>
                  <a:sym typeface="Roboto Medium"/>
                </a:endParaRPr>
              </a:p>
            </p:txBody>
          </p:sp>
          <p:sp>
            <p:nvSpPr>
              <p:cNvPr id="8588" name="Google Shape;8588;p69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589" name="Google Shape;8589;p69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590" name="Google Shape;8590;p69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 dirty="0">
                  <a:solidFill>
                    <a:srgbClr val="FFFFFF"/>
                  </a:solidFill>
                  <a:latin typeface="Arial" panose="020B0604020202020204" pitchFamily="34" charset="0"/>
                  <a:ea typeface="Roboto Medium"/>
                  <a:cs typeface="Arial" panose="020B0604020202020204" pitchFamily="34" charset="0"/>
                  <a:sym typeface="Roboto Medium"/>
                </a:endParaRPr>
              </a:p>
            </p:txBody>
          </p:sp>
          <p:sp>
            <p:nvSpPr>
              <p:cNvPr id="8591" name="Google Shape;8591;p69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592" name="Google Shape;8592;p69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593" name="Google Shape;8593;p69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 dirty="0">
                  <a:solidFill>
                    <a:srgbClr val="FFFFFF"/>
                  </a:solidFill>
                  <a:latin typeface="Arial" panose="020B0604020202020204" pitchFamily="34" charset="0"/>
                  <a:ea typeface="Roboto Medium"/>
                  <a:cs typeface="Arial" panose="020B0604020202020204" pitchFamily="34" charset="0"/>
                  <a:sym typeface="Roboto Medium"/>
                </a:endParaRPr>
              </a:p>
            </p:txBody>
          </p:sp>
          <p:sp>
            <p:nvSpPr>
              <p:cNvPr id="8594" name="Google Shape;8594;p69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595" name="Google Shape;8595;p69"/>
          <p:cNvGrpSpPr/>
          <p:nvPr/>
        </p:nvGrpSpPr>
        <p:grpSpPr>
          <a:xfrm>
            <a:off x="950744" y="2465837"/>
            <a:ext cx="1015689" cy="973195"/>
            <a:chOff x="2657744" y="2337745"/>
            <a:chExt cx="832987" cy="798137"/>
          </a:xfrm>
        </p:grpSpPr>
        <p:sp>
          <p:nvSpPr>
            <p:cNvPr id="8596" name="Google Shape;8596;p69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7" name="Google Shape;8597;p69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8" name="Google Shape;8598;p69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9" name="Google Shape;8599;p69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0" name="Google Shape;8600;p69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1" name="Google Shape;8601;p69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02" name="Google Shape;8602;p69"/>
          <p:cNvGrpSpPr/>
          <p:nvPr/>
        </p:nvGrpSpPr>
        <p:grpSpPr>
          <a:xfrm>
            <a:off x="4298697" y="2469977"/>
            <a:ext cx="914092" cy="964919"/>
            <a:chOff x="3398134" y="2057650"/>
            <a:chExt cx="704087" cy="743236"/>
          </a:xfrm>
        </p:grpSpPr>
        <p:grpSp>
          <p:nvGrpSpPr>
            <p:cNvPr id="8603" name="Google Shape;8603;p69"/>
            <p:cNvGrpSpPr/>
            <p:nvPr/>
          </p:nvGrpSpPr>
          <p:grpSpPr>
            <a:xfrm>
              <a:off x="3398134" y="2290183"/>
              <a:ext cx="315181" cy="219781"/>
              <a:chOff x="3398134" y="2290183"/>
              <a:chExt cx="315181" cy="219781"/>
            </a:xfrm>
          </p:grpSpPr>
          <p:sp>
            <p:nvSpPr>
              <p:cNvPr id="8604" name="Google Shape;8604;p69"/>
              <p:cNvSpPr/>
              <p:nvPr/>
            </p:nvSpPr>
            <p:spPr>
              <a:xfrm>
                <a:off x="3493534" y="2290183"/>
                <a:ext cx="219781" cy="219781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05" name="Google Shape;8605;p69"/>
              <p:cNvCxnSpPr>
                <a:stCxn id="8604" idx="2"/>
              </p:cNvCxnSpPr>
              <p:nvPr/>
            </p:nvCxnSpPr>
            <p:spPr>
              <a:xfrm rot="10800000">
                <a:off x="3398134" y="240007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606" name="Google Shape;8606;p69"/>
            <p:cNvGrpSpPr/>
            <p:nvPr/>
          </p:nvGrpSpPr>
          <p:grpSpPr>
            <a:xfrm>
              <a:off x="3547823" y="2467358"/>
              <a:ext cx="219781" cy="333527"/>
              <a:chOff x="3547823" y="2467358"/>
              <a:chExt cx="219781" cy="333527"/>
            </a:xfrm>
          </p:grpSpPr>
          <p:sp>
            <p:nvSpPr>
              <p:cNvPr id="8607" name="Google Shape;8607;p69"/>
              <p:cNvSpPr/>
              <p:nvPr/>
            </p:nvSpPr>
            <p:spPr>
              <a:xfrm>
                <a:off x="3547823" y="2467358"/>
                <a:ext cx="219781" cy="219781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08" name="Google Shape;8608;p69"/>
              <p:cNvCxnSpPr/>
              <p:nvPr/>
            </p:nvCxnSpPr>
            <p:spPr>
              <a:xfrm rot="10800000">
                <a:off x="3657701" y="2687080"/>
                <a:ext cx="0" cy="113805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609" name="Google Shape;8609;p69"/>
            <p:cNvGrpSpPr/>
            <p:nvPr/>
          </p:nvGrpSpPr>
          <p:grpSpPr>
            <a:xfrm>
              <a:off x="3734138" y="2467358"/>
              <a:ext cx="219781" cy="333527"/>
              <a:chOff x="3734138" y="2467358"/>
              <a:chExt cx="219781" cy="333527"/>
            </a:xfrm>
          </p:grpSpPr>
          <p:sp>
            <p:nvSpPr>
              <p:cNvPr id="8610" name="Google Shape;8610;p69"/>
              <p:cNvSpPr/>
              <p:nvPr/>
            </p:nvSpPr>
            <p:spPr>
              <a:xfrm>
                <a:off x="3734138" y="2467358"/>
                <a:ext cx="219781" cy="219781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11" name="Google Shape;8611;p69"/>
              <p:cNvCxnSpPr/>
              <p:nvPr/>
            </p:nvCxnSpPr>
            <p:spPr>
              <a:xfrm rot="10800000">
                <a:off x="3844020" y="2687080"/>
                <a:ext cx="0" cy="113805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612" name="Google Shape;8612;p69"/>
            <p:cNvGrpSpPr/>
            <p:nvPr/>
          </p:nvGrpSpPr>
          <p:grpSpPr>
            <a:xfrm>
              <a:off x="3787560" y="2288011"/>
              <a:ext cx="314661" cy="219781"/>
              <a:chOff x="3787560" y="2288011"/>
              <a:chExt cx="314661" cy="219781"/>
            </a:xfrm>
          </p:grpSpPr>
          <p:sp>
            <p:nvSpPr>
              <p:cNvPr id="8613" name="Google Shape;8613;p69"/>
              <p:cNvSpPr/>
              <p:nvPr/>
            </p:nvSpPr>
            <p:spPr>
              <a:xfrm>
                <a:off x="3787560" y="2288011"/>
                <a:ext cx="219781" cy="219781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14" name="Google Shape;8614;p69"/>
              <p:cNvCxnSpPr/>
              <p:nvPr/>
            </p:nvCxnSpPr>
            <p:spPr>
              <a:xfrm rot="10800000">
                <a:off x="4007279" y="2400064"/>
                <a:ext cx="94942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615" name="Google Shape;8615;p69"/>
            <p:cNvGrpSpPr/>
            <p:nvPr/>
          </p:nvGrpSpPr>
          <p:grpSpPr>
            <a:xfrm>
              <a:off x="3637290" y="2057650"/>
              <a:ext cx="219781" cy="335485"/>
              <a:chOff x="3637290" y="2057650"/>
              <a:chExt cx="219781" cy="335485"/>
            </a:xfrm>
          </p:grpSpPr>
          <p:sp>
            <p:nvSpPr>
              <p:cNvPr id="8616" name="Google Shape;8616;p69"/>
              <p:cNvSpPr/>
              <p:nvPr/>
            </p:nvSpPr>
            <p:spPr>
              <a:xfrm>
                <a:off x="3637290" y="2173354"/>
                <a:ext cx="219781" cy="219781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617" name="Google Shape;8617;p69"/>
              <p:cNvCxnSpPr/>
              <p:nvPr/>
            </p:nvCxnSpPr>
            <p:spPr>
              <a:xfrm rot="10800000">
                <a:off x="3747169" y="2057650"/>
                <a:ext cx="0" cy="113805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8618" name="Google Shape;8618;p69"/>
          <p:cNvGrpSpPr/>
          <p:nvPr/>
        </p:nvGrpSpPr>
        <p:grpSpPr>
          <a:xfrm>
            <a:off x="6532326" y="2479040"/>
            <a:ext cx="947007" cy="946789"/>
            <a:chOff x="5007123" y="2079403"/>
            <a:chExt cx="687698" cy="687541"/>
          </a:xfrm>
        </p:grpSpPr>
        <p:sp>
          <p:nvSpPr>
            <p:cNvPr id="8619" name="Google Shape;8619;p69"/>
            <p:cNvSpPr/>
            <p:nvPr/>
          </p:nvSpPr>
          <p:spPr>
            <a:xfrm>
              <a:off x="5007123" y="2079403"/>
              <a:ext cx="687698" cy="687541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0" name="Google Shape;8620;p69"/>
            <p:cNvSpPr/>
            <p:nvPr/>
          </p:nvSpPr>
          <p:spPr>
            <a:xfrm>
              <a:off x="5069448" y="2141702"/>
              <a:ext cx="563048" cy="562943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1" name="Google Shape;8621;p69"/>
            <p:cNvSpPr/>
            <p:nvPr/>
          </p:nvSpPr>
          <p:spPr>
            <a:xfrm>
              <a:off x="5146403" y="2218605"/>
              <a:ext cx="409137" cy="409137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2" name="Google Shape;8622;p69"/>
            <p:cNvSpPr/>
            <p:nvPr/>
          </p:nvSpPr>
          <p:spPr>
            <a:xfrm>
              <a:off x="5221891" y="2294066"/>
              <a:ext cx="258162" cy="258215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23" name="Google Shape;8623;p69"/>
          <p:cNvGrpSpPr/>
          <p:nvPr/>
        </p:nvGrpSpPr>
        <p:grpSpPr>
          <a:xfrm>
            <a:off x="7611575" y="2471717"/>
            <a:ext cx="961439" cy="961439"/>
            <a:chOff x="5797446" y="2063053"/>
            <a:chExt cx="698179" cy="698179"/>
          </a:xfrm>
        </p:grpSpPr>
        <p:sp>
          <p:nvSpPr>
            <p:cNvPr id="8624" name="Google Shape;8624;p69"/>
            <p:cNvSpPr/>
            <p:nvPr/>
          </p:nvSpPr>
          <p:spPr>
            <a:xfrm>
              <a:off x="5797446" y="2063053"/>
              <a:ext cx="698179" cy="698179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5" name="Google Shape;8625;p69"/>
            <p:cNvSpPr/>
            <p:nvPr/>
          </p:nvSpPr>
          <p:spPr>
            <a:xfrm>
              <a:off x="5872067" y="2212295"/>
              <a:ext cx="548937" cy="548937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6" name="Google Shape;8626;p69"/>
            <p:cNvSpPr/>
            <p:nvPr/>
          </p:nvSpPr>
          <p:spPr>
            <a:xfrm>
              <a:off x="5921353" y="2310867"/>
              <a:ext cx="450365" cy="450365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7" name="Google Shape;8627;p69"/>
            <p:cNvSpPr/>
            <p:nvPr/>
          </p:nvSpPr>
          <p:spPr>
            <a:xfrm>
              <a:off x="5967936" y="2404033"/>
              <a:ext cx="357199" cy="357199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28" name="Google Shape;8628;p69"/>
          <p:cNvGrpSpPr/>
          <p:nvPr/>
        </p:nvGrpSpPr>
        <p:grpSpPr>
          <a:xfrm>
            <a:off x="10871771" y="4665856"/>
            <a:ext cx="374101" cy="897547"/>
            <a:chOff x="8075075" y="3754290"/>
            <a:chExt cx="255604" cy="613190"/>
          </a:xfrm>
        </p:grpSpPr>
        <p:grpSp>
          <p:nvGrpSpPr>
            <p:cNvPr id="8629" name="Google Shape;8629;p69"/>
            <p:cNvGrpSpPr/>
            <p:nvPr/>
          </p:nvGrpSpPr>
          <p:grpSpPr>
            <a:xfrm>
              <a:off x="8075075" y="3754290"/>
              <a:ext cx="255604" cy="613190"/>
              <a:chOff x="8075075" y="3754290"/>
              <a:chExt cx="255604" cy="613190"/>
            </a:xfrm>
          </p:grpSpPr>
          <p:sp>
            <p:nvSpPr>
              <p:cNvPr id="8630" name="Google Shape;8630;p69"/>
              <p:cNvSpPr/>
              <p:nvPr/>
            </p:nvSpPr>
            <p:spPr>
              <a:xfrm>
                <a:off x="8075075" y="4252967"/>
                <a:ext cx="255604" cy="1145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631" name="Google Shape;8631;p69"/>
              <p:cNvSpPr/>
              <p:nvPr/>
            </p:nvSpPr>
            <p:spPr>
              <a:xfrm>
                <a:off x="8075075" y="3754290"/>
                <a:ext cx="255604" cy="498698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632" name="Google Shape;8632;p69"/>
            <p:cNvSpPr/>
            <p:nvPr/>
          </p:nvSpPr>
          <p:spPr>
            <a:xfrm>
              <a:off x="8107762" y="3782257"/>
              <a:ext cx="190275" cy="190275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33" name="Google Shape;8633;p69"/>
          <p:cNvGrpSpPr/>
          <p:nvPr/>
        </p:nvGrpSpPr>
        <p:grpSpPr>
          <a:xfrm>
            <a:off x="7027849" y="4650918"/>
            <a:ext cx="627136" cy="911660"/>
            <a:chOff x="1697726" y="3244179"/>
            <a:chExt cx="788124" cy="1146069"/>
          </a:xfrm>
        </p:grpSpPr>
        <p:sp>
          <p:nvSpPr>
            <p:cNvPr id="8634" name="Google Shape;8634;p69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5" name="Google Shape;8635;p69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36" name="Google Shape;8636;p69"/>
          <p:cNvSpPr/>
          <p:nvPr/>
        </p:nvSpPr>
        <p:spPr>
          <a:xfrm>
            <a:off x="10837801" y="4536254"/>
            <a:ext cx="272" cy="5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37" name="Google Shape;8637;p69"/>
          <p:cNvGrpSpPr/>
          <p:nvPr/>
        </p:nvGrpSpPr>
        <p:grpSpPr>
          <a:xfrm>
            <a:off x="7856050" y="4665854"/>
            <a:ext cx="391855" cy="391793"/>
            <a:chOff x="6134814" y="3754290"/>
            <a:chExt cx="293891" cy="293845"/>
          </a:xfrm>
        </p:grpSpPr>
        <p:sp>
          <p:nvSpPr>
            <p:cNvPr id="8638" name="Google Shape;8638;p69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9" name="Google Shape;8639;p69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40" name="Google Shape;8640;p69"/>
          <p:cNvGrpSpPr/>
          <p:nvPr/>
        </p:nvGrpSpPr>
        <p:grpSpPr>
          <a:xfrm>
            <a:off x="7856050" y="5170749"/>
            <a:ext cx="391855" cy="391855"/>
            <a:chOff x="6134814" y="4086186"/>
            <a:chExt cx="293891" cy="293891"/>
          </a:xfrm>
        </p:grpSpPr>
        <p:sp>
          <p:nvSpPr>
            <p:cNvPr id="8641" name="Google Shape;8641;p69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2" name="Google Shape;8642;p69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43" name="Google Shape;8643;p69"/>
          <p:cNvSpPr/>
          <p:nvPr/>
        </p:nvSpPr>
        <p:spPr>
          <a:xfrm>
            <a:off x="9240619" y="4664783"/>
            <a:ext cx="812924" cy="897533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44" name="Google Shape;8644;p69"/>
          <p:cNvSpPr/>
          <p:nvPr/>
        </p:nvSpPr>
        <p:spPr>
          <a:xfrm rot="10800000">
            <a:off x="8448970" y="4661767"/>
            <a:ext cx="590585" cy="900851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45" name="Google Shape;8645;p69"/>
          <p:cNvGrpSpPr/>
          <p:nvPr/>
        </p:nvGrpSpPr>
        <p:grpSpPr>
          <a:xfrm>
            <a:off x="10422685" y="3609005"/>
            <a:ext cx="830511" cy="829259"/>
            <a:chOff x="1187048" y="238125"/>
            <a:chExt cx="5256397" cy="5248476"/>
          </a:xfrm>
        </p:grpSpPr>
        <p:sp>
          <p:nvSpPr>
            <p:cNvPr id="8646" name="Google Shape;8646;p69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7" name="Google Shape;8647;p69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8" name="Google Shape;8648;p69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9" name="Google Shape;8649;p69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50" name="Google Shape;8650;p69"/>
          <p:cNvGrpSpPr/>
          <p:nvPr/>
        </p:nvGrpSpPr>
        <p:grpSpPr>
          <a:xfrm>
            <a:off x="3032158" y="3621818"/>
            <a:ext cx="1747983" cy="816543"/>
            <a:chOff x="238125" y="1188750"/>
            <a:chExt cx="7140450" cy="3335550"/>
          </a:xfrm>
        </p:grpSpPr>
        <p:sp>
          <p:nvSpPr>
            <p:cNvPr id="8651" name="Google Shape;8651;p69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2" name="Google Shape;8652;p69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3" name="Google Shape;8653;p69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56" name="Google Shape;8656;p69"/>
          <p:cNvGrpSpPr/>
          <p:nvPr/>
        </p:nvGrpSpPr>
        <p:grpSpPr>
          <a:xfrm>
            <a:off x="8799987" y="3609223"/>
            <a:ext cx="1480399" cy="828936"/>
            <a:chOff x="238125" y="1335475"/>
            <a:chExt cx="5418735" cy="3034175"/>
          </a:xfrm>
        </p:grpSpPr>
        <p:sp>
          <p:nvSpPr>
            <p:cNvPr id="8657" name="Google Shape;8657;p69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8" name="Google Shape;8658;p69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9" name="Google Shape;8659;p69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60" name="Google Shape;8660;p69"/>
          <p:cNvGrpSpPr/>
          <p:nvPr/>
        </p:nvGrpSpPr>
        <p:grpSpPr>
          <a:xfrm>
            <a:off x="7221981" y="3605085"/>
            <a:ext cx="1435708" cy="832968"/>
            <a:chOff x="5357937" y="2910889"/>
            <a:chExt cx="1100103" cy="638322"/>
          </a:xfrm>
        </p:grpSpPr>
        <p:grpSp>
          <p:nvGrpSpPr>
            <p:cNvPr id="8661" name="Google Shape;8661;p69"/>
            <p:cNvGrpSpPr/>
            <p:nvPr/>
          </p:nvGrpSpPr>
          <p:grpSpPr>
            <a:xfrm>
              <a:off x="5929791" y="3263088"/>
              <a:ext cx="528250" cy="286122"/>
              <a:chOff x="5929791" y="3263088"/>
              <a:chExt cx="528250" cy="286122"/>
            </a:xfrm>
          </p:grpSpPr>
          <p:sp>
            <p:nvSpPr>
              <p:cNvPr id="8662" name="Google Shape;8662;p69"/>
              <p:cNvSpPr/>
              <p:nvPr/>
            </p:nvSpPr>
            <p:spPr>
              <a:xfrm>
                <a:off x="5929791" y="3263088"/>
                <a:ext cx="330335" cy="28612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8663" name="Google Shape;8663;p69"/>
              <p:cNvSpPr/>
              <p:nvPr/>
            </p:nvSpPr>
            <p:spPr>
              <a:xfrm>
                <a:off x="6247886" y="3331025"/>
                <a:ext cx="210154" cy="216576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8664" name="Google Shape;8664;p69"/>
            <p:cNvGrpSpPr/>
            <p:nvPr/>
          </p:nvGrpSpPr>
          <p:grpSpPr>
            <a:xfrm>
              <a:off x="5357937" y="3263089"/>
              <a:ext cx="529488" cy="286122"/>
              <a:chOff x="5357937" y="3263089"/>
              <a:chExt cx="529488" cy="286122"/>
            </a:xfrm>
          </p:grpSpPr>
          <p:sp>
            <p:nvSpPr>
              <p:cNvPr id="8665" name="Google Shape;8665;p69"/>
              <p:cNvSpPr/>
              <p:nvPr/>
            </p:nvSpPr>
            <p:spPr>
              <a:xfrm>
                <a:off x="5557090" y="3263089"/>
                <a:ext cx="330335" cy="28612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8666" name="Google Shape;8666;p69"/>
              <p:cNvSpPr/>
              <p:nvPr/>
            </p:nvSpPr>
            <p:spPr>
              <a:xfrm flipH="1">
                <a:off x="5357937" y="3332559"/>
                <a:ext cx="210154" cy="216576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8667" name="Google Shape;8667;p69"/>
            <p:cNvGrpSpPr/>
            <p:nvPr/>
          </p:nvGrpSpPr>
          <p:grpSpPr>
            <a:xfrm>
              <a:off x="5550335" y="2910889"/>
              <a:ext cx="523962" cy="611903"/>
              <a:chOff x="5550335" y="2910889"/>
              <a:chExt cx="523962" cy="611903"/>
            </a:xfrm>
          </p:grpSpPr>
          <p:sp>
            <p:nvSpPr>
              <p:cNvPr id="8668" name="Google Shape;8668;p69"/>
              <p:cNvSpPr/>
              <p:nvPr/>
            </p:nvSpPr>
            <p:spPr>
              <a:xfrm>
                <a:off x="5743962" y="3236669"/>
                <a:ext cx="330335" cy="28612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8669" name="Google Shape;8669;p69"/>
              <p:cNvSpPr/>
              <p:nvPr/>
            </p:nvSpPr>
            <p:spPr>
              <a:xfrm flipH="1">
                <a:off x="5550335" y="2910889"/>
                <a:ext cx="210154" cy="327506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8670" name="Google Shape;8670;p69"/>
            <p:cNvGrpSpPr/>
            <p:nvPr/>
          </p:nvGrpSpPr>
          <p:grpSpPr>
            <a:xfrm>
              <a:off x="5743962" y="2919100"/>
              <a:ext cx="624099" cy="286122"/>
              <a:chOff x="5743962" y="2919100"/>
              <a:chExt cx="624099" cy="286122"/>
            </a:xfrm>
          </p:grpSpPr>
          <p:sp>
            <p:nvSpPr>
              <p:cNvPr id="8671" name="Google Shape;8671;p69"/>
              <p:cNvSpPr/>
              <p:nvPr/>
            </p:nvSpPr>
            <p:spPr>
              <a:xfrm>
                <a:off x="5743962" y="2919100"/>
                <a:ext cx="330335" cy="28612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8672" name="Google Shape;8672;p69"/>
              <p:cNvSpPr/>
              <p:nvPr/>
            </p:nvSpPr>
            <p:spPr>
              <a:xfrm>
                <a:off x="6060335" y="2920591"/>
                <a:ext cx="307725" cy="283486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</p:grpSp>
      <p:grpSp>
        <p:nvGrpSpPr>
          <p:cNvPr id="8673" name="Google Shape;8673;p69"/>
          <p:cNvGrpSpPr/>
          <p:nvPr/>
        </p:nvGrpSpPr>
        <p:grpSpPr>
          <a:xfrm>
            <a:off x="10091817" y="2472701"/>
            <a:ext cx="1166635" cy="959467"/>
            <a:chOff x="7608988" y="2093194"/>
            <a:chExt cx="817276" cy="672147"/>
          </a:xfrm>
        </p:grpSpPr>
        <p:cxnSp>
          <p:nvCxnSpPr>
            <p:cNvPr id="8674" name="Google Shape;8674;p69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75" name="Google Shape;8675;p69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76" name="Google Shape;8676;p69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77" name="Google Shape;8677;p69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78" name="Google Shape;8678;p69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79" name="Google Shape;8679;p69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8680" name="Google Shape;8680;p69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681" name="Google Shape;8681;p69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682" name="Google Shape;8682;p69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3" name="Google Shape;8683;p69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4" name="Google Shape;8684;p69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5" name="Google Shape;8685;p69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6" name="Google Shape;8686;p69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7" name="Google Shape;8687;p69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88" name="Google Shape;8688;p69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689" name="Google Shape;8689;p69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690" name="Google Shape;8690;p69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1" name="Google Shape;8691;p69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2" name="Google Shape;8692;p69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3" name="Google Shape;8693;p69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4" name="Google Shape;8694;p69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5" name="Google Shape;8695;p69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696" name="Google Shape;8696;p69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8697" name="Google Shape;8697;p69"/>
          <p:cNvGrpSpPr/>
          <p:nvPr/>
        </p:nvGrpSpPr>
        <p:grpSpPr>
          <a:xfrm>
            <a:off x="5351066" y="1294573"/>
            <a:ext cx="950076" cy="1047868"/>
            <a:chOff x="4206459" y="1191441"/>
            <a:chExt cx="712557" cy="785901"/>
          </a:xfrm>
        </p:grpSpPr>
        <p:sp>
          <p:nvSpPr>
            <p:cNvPr id="8698" name="Google Shape;8698;p69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9" name="Google Shape;8699;p69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0" name="Google Shape;8700;p69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1" name="Google Shape;8701;p69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702" name="Google Shape;8702;p69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703" name="Google Shape;8703;p69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04" name="Google Shape;8704;p69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05" name="Google Shape;8705;p69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06" name="Google Shape;8706;p69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07" name="Google Shape;8707;p69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708" name="Google Shape;8708;p69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09" name="Google Shape;8709;p69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0" name="Google Shape;8710;p69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1" name="Google Shape;8711;p69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12" name="Google Shape;8712;p69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713" name="Google Shape;8713;p69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4" name="Google Shape;8714;p69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5" name="Google Shape;8715;p69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6" name="Google Shape;8716;p69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17" name="Google Shape;8717;p69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718" name="Google Shape;8718;p69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19" name="Google Shape;8719;p69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20" name="Google Shape;8720;p69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21" name="Google Shape;8721;p69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722" name="Google Shape;8722;p69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3" name="Google Shape;8723;p69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4" name="Google Shape;8724;p69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5" name="Google Shape;8725;p69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726" name="Google Shape;8726;p69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727" name="Google Shape;8727;p69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28" name="Google Shape;8728;p69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29" name="Google Shape;8729;p69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30" name="Google Shape;8730;p69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31" name="Google Shape;8731;p69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732" name="Google Shape;8732;p69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33" name="Google Shape;8733;p69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34" name="Google Shape;8734;p69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35" name="Google Shape;8735;p69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736" name="Google Shape;8736;p69"/>
          <p:cNvGrpSpPr/>
          <p:nvPr/>
        </p:nvGrpSpPr>
        <p:grpSpPr>
          <a:xfrm>
            <a:off x="5345033" y="2472201"/>
            <a:ext cx="1055049" cy="960467"/>
            <a:chOff x="267375" y="1071875"/>
            <a:chExt cx="470500" cy="428550"/>
          </a:xfrm>
        </p:grpSpPr>
        <p:sp>
          <p:nvSpPr>
            <p:cNvPr id="8737" name="Google Shape;8737;p69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8" name="Google Shape;8738;p69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9" name="Google Shape;8739;p69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0" name="Google Shape;8740;p69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1" name="Google Shape;8741;p69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2" name="Google Shape;8742;p69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3" name="Google Shape;8743;p69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4" name="Google Shape;8744;p69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45" name="Google Shape;8745;p69"/>
          <p:cNvGrpSpPr/>
          <p:nvPr/>
        </p:nvGrpSpPr>
        <p:grpSpPr>
          <a:xfrm>
            <a:off x="945692" y="4665041"/>
            <a:ext cx="1877925" cy="897555"/>
            <a:chOff x="712664" y="3693287"/>
            <a:chExt cx="1460738" cy="698160"/>
          </a:xfrm>
        </p:grpSpPr>
        <p:grpSp>
          <p:nvGrpSpPr>
            <p:cNvPr id="8746" name="Google Shape;8746;p69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747" name="Google Shape;8747;p69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48" name="Google Shape;8748;p69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49" name="Google Shape;8749;p69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50" name="Google Shape;8750;p69"/>
            <p:cNvGrpSpPr/>
            <p:nvPr/>
          </p:nvGrpSpPr>
          <p:grpSpPr>
            <a:xfrm>
              <a:off x="884610" y="3864082"/>
              <a:ext cx="1118583" cy="527293"/>
              <a:chOff x="890961" y="3865463"/>
              <a:chExt cx="1115237" cy="525715"/>
            </a:xfrm>
          </p:grpSpPr>
          <p:sp>
            <p:nvSpPr>
              <p:cNvPr id="8751" name="Google Shape;8751;p69"/>
              <p:cNvSpPr/>
              <p:nvPr/>
            </p:nvSpPr>
            <p:spPr>
              <a:xfrm>
                <a:off x="1070568" y="3865463"/>
                <a:ext cx="756508" cy="330089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2" name="Google Shape;8752;p69"/>
              <p:cNvSpPr/>
              <p:nvPr/>
            </p:nvSpPr>
            <p:spPr>
              <a:xfrm>
                <a:off x="890961" y="4013171"/>
                <a:ext cx="362022" cy="378007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3" name="Google Shape;8753;p69"/>
              <p:cNvSpPr/>
              <p:nvPr/>
            </p:nvSpPr>
            <p:spPr>
              <a:xfrm>
                <a:off x="1645508" y="4013554"/>
                <a:ext cx="360690" cy="377624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54" name="Google Shape;8754;p69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755" name="Google Shape;8755;p69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6" name="Google Shape;8756;p69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7" name="Google Shape;8757;p69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8" name="Google Shape;8758;p69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59" name="Google Shape;8759;p69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60" name="Google Shape;8760;p69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761" name="Google Shape;8761;p69"/>
          <p:cNvGrpSpPr/>
          <p:nvPr/>
        </p:nvGrpSpPr>
        <p:grpSpPr>
          <a:xfrm>
            <a:off x="4195981" y="1294573"/>
            <a:ext cx="1060647" cy="985108"/>
            <a:chOff x="3348603" y="1236445"/>
            <a:chExt cx="749256" cy="695894"/>
          </a:xfrm>
        </p:grpSpPr>
        <p:grpSp>
          <p:nvGrpSpPr>
            <p:cNvPr id="8762" name="Google Shape;8762;p69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763" name="Google Shape;8763;p6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64" name="Google Shape;8764;p6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65" name="Google Shape;8765;p69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766" name="Google Shape;8766;p6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67" name="Google Shape;8767;p6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68" name="Google Shape;8768;p69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769" name="Google Shape;8769;p6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70" name="Google Shape;8770;p6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771" name="Google Shape;8771;p69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772" name="Google Shape;8772;p69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73" name="Google Shape;8773;p69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774" name="Google Shape;8774;p69"/>
          <p:cNvGrpSpPr/>
          <p:nvPr/>
        </p:nvGrpSpPr>
        <p:grpSpPr>
          <a:xfrm>
            <a:off x="3024683" y="4658434"/>
            <a:ext cx="1766565" cy="904164"/>
            <a:chOff x="2413923" y="3711366"/>
            <a:chExt cx="1374117" cy="703301"/>
          </a:xfrm>
        </p:grpSpPr>
        <p:grpSp>
          <p:nvGrpSpPr>
            <p:cNvPr id="8775" name="Google Shape;8775;p69"/>
            <p:cNvGrpSpPr/>
            <p:nvPr/>
          </p:nvGrpSpPr>
          <p:grpSpPr>
            <a:xfrm>
              <a:off x="2413923" y="3711366"/>
              <a:ext cx="1374117" cy="703301"/>
              <a:chOff x="2413923" y="3711366"/>
              <a:chExt cx="1374117" cy="703301"/>
            </a:xfrm>
          </p:grpSpPr>
          <p:sp>
            <p:nvSpPr>
              <p:cNvPr id="8776" name="Google Shape;8776;p69"/>
              <p:cNvSpPr/>
              <p:nvPr/>
            </p:nvSpPr>
            <p:spPr>
              <a:xfrm>
                <a:off x="2484774" y="3827200"/>
                <a:ext cx="1231176" cy="58746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777" name="Google Shape;8777;p69"/>
              <p:cNvGrpSpPr/>
              <p:nvPr/>
            </p:nvGrpSpPr>
            <p:grpSpPr>
              <a:xfrm>
                <a:off x="2600284" y="3808654"/>
                <a:ext cx="234394" cy="137897"/>
                <a:chOff x="2600284" y="3808654"/>
                <a:chExt cx="234394" cy="137897"/>
              </a:xfrm>
            </p:grpSpPr>
            <p:sp>
              <p:nvSpPr>
                <p:cNvPr id="8778" name="Google Shape;8778;p69"/>
                <p:cNvSpPr/>
                <p:nvPr/>
              </p:nvSpPr>
              <p:spPr>
                <a:xfrm>
                  <a:off x="2767890" y="3879764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779" name="Google Shape;8779;p69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780" name="Google Shape;8780;p69"/>
              <p:cNvGrpSpPr/>
              <p:nvPr/>
            </p:nvGrpSpPr>
            <p:grpSpPr>
              <a:xfrm>
                <a:off x="3359659" y="3805664"/>
                <a:ext cx="232294" cy="140888"/>
                <a:chOff x="3359659" y="3805664"/>
                <a:chExt cx="232294" cy="140888"/>
              </a:xfrm>
            </p:grpSpPr>
            <p:sp>
              <p:nvSpPr>
                <p:cNvPr id="8781" name="Google Shape;8781;p69"/>
                <p:cNvSpPr/>
                <p:nvPr/>
              </p:nvSpPr>
              <p:spPr>
                <a:xfrm>
                  <a:off x="3359659" y="3879764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782" name="Google Shape;8782;p69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783" name="Google Shape;8783;p69"/>
              <p:cNvGrpSpPr/>
              <p:nvPr/>
            </p:nvGrpSpPr>
            <p:grpSpPr>
              <a:xfrm>
                <a:off x="3067316" y="3711366"/>
                <a:ext cx="66788" cy="166697"/>
                <a:chOff x="3067316" y="3711366"/>
                <a:chExt cx="66788" cy="166697"/>
              </a:xfrm>
            </p:grpSpPr>
            <p:sp>
              <p:nvSpPr>
                <p:cNvPr id="8784" name="Google Shape;8784;p69"/>
                <p:cNvSpPr/>
                <p:nvPr/>
              </p:nvSpPr>
              <p:spPr>
                <a:xfrm>
                  <a:off x="3067316" y="381127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785" name="Google Shape;8785;p69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786" name="Google Shape;8786;p69"/>
              <p:cNvGrpSpPr/>
              <p:nvPr/>
            </p:nvGrpSpPr>
            <p:grpSpPr>
              <a:xfrm>
                <a:off x="2413923" y="4058666"/>
                <a:ext cx="224007" cy="66788"/>
                <a:chOff x="2413923" y="4058666"/>
                <a:chExt cx="224007" cy="66788"/>
              </a:xfrm>
            </p:grpSpPr>
            <p:sp>
              <p:nvSpPr>
                <p:cNvPr id="8787" name="Google Shape;8787;p69"/>
                <p:cNvSpPr/>
                <p:nvPr/>
              </p:nvSpPr>
              <p:spPr>
                <a:xfrm>
                  <a:off x="2571142" y="405866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788" name="Google Shape;8788;p69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789" name="Google Shape;8789;p69"/>
              <p:cNvGrpSpPr/>
              <p:nvPr/>
            </p:nvGrpSpPr>
            <p:grpSpPr>
              <a:xfrm>
                <a:off x="3564643" y="4058666"/>
                <a:ext cx="223397" cy="66788"/>
                <a:chOff x="3564643" y="4058666"/>
                <a:chExt cx="223397" cy="66788"/>
              </a:xfrm>
            </p:grpSpPr>
            <p:sp>
              <p:nvSpPr>
                <p:cNvPr id="8790" name="Google Shape;8790;p69"/>
                <p:cNvSpPr/>
                <p:nvPr/>
              </p:nvSpPr>
              <p:spPr>
                <a:xfrm>
                  <a:off x="3564643" y="4058666"/>
                  <a:ext cx="66788" cy="66788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791" name="Google Shape;8791;p69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8792" name="Google Shape;8792;p69"/>
            <p:cNvGrpSpPr/>
            <p:nvPr/>
          </p:nvGrpSpPr>
          <p:grpSpPr>
            <a:xfrm>
              <a:off x="2633353" y="3965763"/>
              <a:ext cx="934017" cy="445681"/>
              <a:chOff x="2633353" y="3965763"/>
              <a:chExt cx="934017" cy="445681"/>
            </a:xfrm>
          </p:grpSpPr>
          <p:sp>
            <p:nvSpPr>
              <p:cNvPr id="8793" name="Google Shape;8793;p69"/>
              <p:cNvSpPr/>
              <p:nvPr/>
            </p:nvSpPr>
            <p:spPr>
              <a:xfrm>
                <a:off x="2633353" y="3965763"/>
                <a:ext cx="934017" cy="44568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794" name="Google Shape;8794;p69"/>
              <p:cNvSpPr/>
              <p:nvPr/>
            </p:nvSpPr>
            <p:spPr>
              <a:xfrm>
                <a:off x="2702006" y="4030399"/>
                <a:ext cx="798563" cy="381034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795" name="Google Shape;8795;p69"/>
          <p:cNvGrpSpPr/>
          <p:nvPr/>
        </p:nvGrpSpPr>
        <p:grpSpPr>
          <a:xfrm>
            <a:off x="8523713" y="1392497"/>
            <a:ext cx="1508116" cy="783177"/>
            <a:chOff x="238125" y="999450"/>
            <a:chExt cx="7140700" cy="3708225"/>
          </a:xfrm>
        </p:grpSpPr>
        <p:sp>
          <p:nvSpPr>
            <p:cNvPr id="8796" name="Google Shape;8796;p69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7" name="Google Shape;8797;p69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8" name="Google Shape;8798;p69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9" name="Google Shape;8799;p69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1" name="Google Shape;8801;p69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2" name="Google Shape;8802;p69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3" name="Google Shape;8803;p69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4" name="Google Shape;8804;p69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05" name="Google Shape;8805;p69"/>
          <p:cNvGrpSpPr/>
          <p:nvPr/>
        </p:nvGrpSpPr>
        <p:grpSpPr>
          <a:xfrm>
            <a:off x="4992312" y="4658490"/>
            <a:ext cx="1834472" cy="904175"/>
            <a:chOff x="3913765" y="3641905"/>
            <a:chExt cx="1522805" cy="750560"/>
          </a:xfrm>
        </p:grpSpPr>
        <p:grpSp>
          <p:nvGrpSpPr>
            <p:cNvPr id="8806" name="Google Shape;8806;p69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807" name="Google Shape;8807;p69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808" name="Google Shape;8808;p69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09" name="Google Shape;8809;p69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r>
                    <a:rPr lang="en" sz="2400"/>
                    <a:t>     </a:t>
                  </a:r>
                  <a:endParaRPr sz="2400"/>
                </a:p>
              </p:txBody>
            </p:sp>
          </p:grpSp>
          <p:grpSp>
            <p:nvGrpSpPr>
              <p:cNvPr id="8810" name="Google Shape;8810;p69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811" name="Google Shape;8811;p69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12" name="Google Shape;8812;p69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813" name="Google Shape;8813;p69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814" name="Google Shape;8814;p69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15" name="Google Shape;8815;p69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8816" name="Google Shape;8816;p69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817" name="Google Shape;8817;p69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18" name="Google Shape;8818;p69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19" name="Google Shape;8819;p69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20" name="Google Shape;8820;p69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821" name="Google Shape;8821;p69"/>
          <p:cNvGrpSpPr/>
          <p:nvPr/>
        </p:nvGrpSpPr>
        <p:grpSpPr>
          <a:xfrm>
            <a:off x="8705258" y="2471725"/>
            <a:ext cx="1254316" cy="961423"/>
            <a:chOff x="6599718" y="2068734"/>
            <a:chExt cx="940737" cy="721067"/>
          </a:xfrm>
        </p:grpSpPr>
        <p:sp>
          <p:nvSpPr>
            <p:cNvPr id="8822" name="Google Shape;8822;p69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3" name="Google Shape;8823;p69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4" name="Google Shape;8824;p69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5" name="Google Shape;8825;p69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6" name="Google Shape;8826;p69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7" name="Google Shape;8827;p69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828" name="Google Shape;8828;p69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829" name="Google Shape;8829;p69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30" name="Google Shape;8830;p69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31" name="Google Shape;8831;p69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32" name="Google Shape;8832;p69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33" name="Google Shape;8833;p69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34" name="Google Shape;8834;p69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835" name="Google Shape;8835;p69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836" name="Google Shape;8836;p69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37" name="Google Shape;8837;p69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38" name="Google Shape;8838;p69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39" name="Google Shape;8839;p69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40" name="Google Shape;8840;p69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41" name="Google Shape;8841;p69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842" name="Google Shape;8842;p69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8843" name="Google Shape;8843;p69"/>
          <p:cNvGrpSpPr/>
          <p:nvPr/>
        </p:nvGrpSpPr>
        <p:grpSpPr>
          <a:xfrm>
            <a:off x="3216350" y="2477519"/>
            <a:ext cx="950103" cy="949832"/>
            <a:chOff x="2559249" y="2069323"/>
            <a:chExt cx="685566" cy="685634"/>
          </a:xfrm>
        </p:grpSpPr>
        <p:sp>
          <p:nvSpPr>
            <p:cNvPr id="8844" name="Google Shape;8844;p69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5" name="Google Shape;8845;p69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6" name="Google Shape;8846;p69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7" name="Google Shape;8847;p69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8" name="Google Shape;8848;p69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9" name="Google Shape;8849;p69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0" name="Google Shape;8850;p69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1" name="Google Shape;8851;p69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2" name="Google Shape;8852;p69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3" name="Google Shape;8853;p69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4" name="Google Shape;8854;p69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5" name="Google Shape;8855;p69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6" name="Google Shape;8856;p69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57" name="Google Shape;8857;p69"/>
          <p:cNvGrpSpPr/>
          <p:nvPr/>
        </p:nvGrpSpPr>
        <p:grpSpPr>
          <a:xfrm>
            <a:off x="10126266" y="1294573"/>
            <a:ext cx="1127527" cy="949215"/>
            <a:chOff x="951975" y="315800"/>
            <a:chExt cx="5860325" cy="4933550"/>
          </a:xfrm>
        </p:grpSpPr>
        <p:sp>
          <p:nvSpPr>
            <p:cNvPr id="8858" name="Google Shape;8858;p69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9" name="Google Shape;8859;p69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0" name="Google Shape;8860;p69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1" name="Google Shape;8861;p69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2" name="Google Shape;8862;p69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3" name="Google Shape;8863;p69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4" name="Google Shape;8864;p69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5" name="Google Shape;8865;p69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66" name="Google Shape;8866;p69"/>
          <p:cNvGrpSpPr/>
          <p:nvPr/>
        </p:nvGrpSpPr>
        <p:grpSpPr>
          <a:xfrm>
            <a:off x="4922437" y="3609383"/>
            <a:ext cx="2157243" cy="828935"/>
            <a:chOff x="3862800" y="3038525"/>
            <a:chExt cx="1329006" cy="510680"/>
          </a:xfrm>
        </p:grpSpPr>
        <p:sp>
          <p:nvSpPr>
            <p:cNvPr id="8867" name="Google Shape;8867;p69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8" name="Google Shape;8868;p69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869" name="Google Shape;8869;p69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870" name="Google Shape;8870;p69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71" name="Google Shape;8871;p69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872" name="Google Shape;8872;p69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873" name="Google Shape;8873;p69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74" name="Google Shape;8874;p69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875" name="Google Shape;8875;p69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876" name="Google Shape;8876;p69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77" name="Google Shape;8877;p69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878" name="Google Shape;8878;p69"/>
            <p:cNvGrpSpPr/>
            <p:nvPr/>
          </p:nvGrpSpPr>
          <p:grpSpPr>
            <a:xfrm>
              <a:off x="3862800" y="3038525"/>
              <a:ext cx="1329006" cy="510680"/>
              <a:chOff x="3862800" y="3038525"/>
              <a:chExt cx="1329006" cy="510680"/>
            </a:xfrm>
          </p:grpSpPr>
          <p:sp>
            <p:nvSpPr>
              <p:cNvPr id="8879" name="Google Shape;8879;p69"/>
              <p:cNvSpPr/>
              <p:nvPr/>
            </p:nvSpPr>
            <p:spPr>
              <a:xfrm>
                <a:off x="4370175" y="3441875"/>
                <a:ext cx="821631" cy="107330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80" name="Google Shape;8880;p69"/>
              <p:cNvSpPr/>
              <p:nvPr/>
            </p:nvSpPr>
            <p:spPr>
              <a:xfrm>
                <a:off x="3862800" y="3038525"/>
                <a:ext cx="507990" cy="510584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881" name="Google Shape;8881;p69"/>
          <p:cNvGrpSpPr/>
          <p:nvPr/>
        </p:nvGrpSpPr>
        <p:grpSpPr>
          <a:xfrm>
            <a:off x="933534" y="1294572"/>
            <a:ext cx="1177607" cy="1033568"/>
            <a:chOff x="649648" y="271400"/>
            <a:chExt cx="6215377" cy="5455143"/>
          </a:xfrm>
        </p:grpSpPr>
        <p:sp>
          <p:nvSpPr>
            <p:cNvPr id="8882" name="Google Shape;8882;p69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3" name="Google Shape;8883;p69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4" name="Google Shape;8884;p69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5" name="Google Shape;8885;p69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6" name="Google Shape;8886;p69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7" name="Google Shape;8887;p69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8" name="Google Shape;8888;p69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9" name="Google Shape;8889;p69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0" name="Google Shape;8890;p69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1" name="Google Shape;8891;p69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3" name="Google Shape;8893;p69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94" name="Google Shape;8894;p69"/>
          <p:cNvGrpSpPr/>
          <p:nvPr/>
        </p:nvGrpSpPr>
        <p:grpSpPr>
          <a:xfrm>
            <a:off x="3077936" y="1294573"/>
            <a:ext cx="1023605" cy="1087319"/>
            <a:chOff x="2499700" y="1135950"/>
            <a:chExt cx="732402" cy="777990"/>
          </a:xfrm>
        </p:grpSpPr>
        <p:grpSp>
          <p:nvGrpSpPr>
            <p:cNvPr id="8895" name="Google Shape;8895;p69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896" name="Google Shape;8896;p69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7" name="Google Shape;8897;p69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8" name="Google Shape;8898;p69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9" name="Google Shape;8899;p69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0" name="Google Shape;8900;p69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1" name="Google Shape;8901;p69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2" name="Google Shape;8902;p69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3" name="Google Shape;8903;p69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4" name="Google Shape;8904;p69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5" name="Google Shape;8905;p69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6" name="Google Shape;8906;p69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7" name="Google Shape;8907;p69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8" name="Google Shape;8908;p69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9" name="Google Shape;8909;p69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0" name="Google Shape;8910;p69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1" name="Google Shape;8911;p69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2" name="Google Shape;8912;p69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3" name="Google Shape;8913;p69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4" name="Google Shape;8914;p69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5" name="Google Shape;8915;p69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6" name="Google Shape;8916;p69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7" name="Google Shape;8917;p69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8" name="Google Shape;8918;p69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19" name="Google Shape;8919;p69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0" name="Google Shape;8920;p69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1" name="Google Shape;8921;p69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2" name="Google Shape;8922;p69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23" name="Google Shape;8923;p69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924" name="Google Shape;8924;p69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5" name="Google Shape;8925;p69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6" name="Google Shape;8926;p69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7" name="Google Shape;8927;p69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28" name="Google Shape;8928;p69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929" name="Google Shape;8929;p69"/>
          <p:cNvGrpSpPr/>
          <p:nvPr/>
        </p:nvGrpSpPr>
        <p:grpSpPr>
          <a:xfrm>
            <a:off x="2205579" y="1294573"/>
            <a:ext cx="777919" cy="1160305"/>
            <a:chOff x="1716825" y="1121550"/>
            <a:chExt cx="622800" cy="928938"/>
          </a:xfrm>
        </p:grpSpPr>
        <p:grpSp>
          <p:nvGrpSpPr>
            <p:cNvPr id="8930" name="Google Shape;8930;p69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931" name="Google Shape;8931;p69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32" name="Google Shape;8932;p69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33" name="Google Shape;8933;p69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934" name="Google Shape;8934;p69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35" name="Google Shape;8935;p69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36" name="Google Shape;8936;p69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937" name="Google Shape;8937;p69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38" name="Google Shape;8938;p69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39" name="Google Shape;8939;p69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940" name="Google Shape;8940;p69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41" name="Google Shape;8941;p69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942" name="Google Shape;8942;p69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43" name="Google Shape;8943;p69"/>
          <p:cNvGrpSpPr/>
          <p:nvPr/>
        </p:nvGrpSpPr>
        <p:grpSpPr>
          <a:xfrm>
            <a:off x="2098676" y="2476333"/>
            <a:ext cx="985429" cy="952203"/>
            <a:chOff x="4334725" y="1355875"/>
            <a:chExt cx="3106650" cy="3001900"/>
          </a:xfrm>
        </p:grpSpPr>
        <p:grpSp>
          <p:nvGrpSpPr>
            <p:cNvPr id="8944" name="Google Shape;8944;p69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945" name="Google Shape;8945;p69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46" name="Google Shape;8946;p69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47" name="Google Shape;8947;p69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48" name="Google Shape;8948;p69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949" name="Google Shape;8949;p69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50" name="Google Shape;8950;p69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51" name="Google Shape;8951;p69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952" name="Google Shape;8952;p69"/>
          <p:cNvGrpSpPr/>
          <p:nvPr/>
        </p:nvGrpSpPr>
        <p:grpSpPr>
          <a:xfrm>
            <a:off x="10254608" y="4650695"/>
            <a:ext cx="416099" cy="912231"/>
            <a:chOff x="7645573" y="3754300"/>
            <a:chExt cx="293855" cy="644170"/>
          </a:xfrm>
        </p:grpSpPr>
        <p:sp>
          <p:nvSpPr>
            <p:cNvPr id="8953" name="Google Shape;8953;p69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4" name="Google Shape;8954;p69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55" name="Google Shape;8955;p69"/>
          <p:cNvGrpSpPr/>
          <p:nvPr/>
        </p:nvGrpSpPr>
        <p:grpSpPr>
          <a:xfrm>
            <a:off x="7483926" y="1294573"/>
            <a:ext cx="945348" cy="985812"/>
            <a:chOff x="5830645" y="1256617"/>
            <a:chExt cx="530340" cy="553040"/>
          </a:xfrm>
        </p:grpSpPr>
        <p:grpSp>
          <p:nvGrpSpPr>
            <p:cNvPr id="8956" name="Google Shape;8956;p69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957" name="Google Shape;8957;p69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58" name="Google Shape;8958;p69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59" name="Google Shape;8959;p69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960" name="Google Shape;8960;p69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61" name="Google Shape;8961;p69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62" name="Google Shape;8962;p69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963" name="Google Shape;8963;p69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64" name="Google Shape;8964;p69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965" name="Google Shape;8965;p69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966" name="Google Shape;8966;p69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67" name="Google Shape;8967;p69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8968" name="Google Shape;8968;p69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69" name="Google Shape;8969;p69"/>
          <p:cNvGrpSpPr/>
          <p:nvPr/>
        </p:nvGrpSpPr>
        <p:grpSpPr>
          <a:xfrm>
            <a:off x="952585" y="3609392"/>
            <a:ext cx="1937273" cy="828480"/>
            <a:chOff x="732422" y="2990152"/>
            <a:chExt cx="1337773" cy="572102"/>
          </a:xfrm>
        </p:grpSpPr>
        <p:sp>
          <p:nvSpPr>
            <p:cNvPr id="8970" name="Google Shape;8970;p69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1" name="Google Shape;8971;p69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2" name="Google Shape;8972;p69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3" name="Google Shape;8973;p69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4" name="Google Shape;8974;p69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1" name="Google Shape;9351;p71"/>
          <p:cNvSpPr txBox="1">
            <a:spLocks noGrp="1"/>
          </p:cNvSpPr>
          <p:nvPr>
            <p:ph type="body" idx="4294967295"/>
          </p:nvPr>
        </p:nvSpPr>
        <p:spPr>
          <a:xfrm>
            <a:off x="1257081" y="1531128"/>
            <a:ext cx="10034587" cy="1016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 algn="ctr">
              <a:spcBef>
                <a:spcPts val="0"/>
              </a:spcBef>
              <a:buNone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ea typeface="Arial"/>
                <a:cs typeface="Arial"/>
                <a:sym typeface="Arial"/>
              </a:rPr>
              <a:t>Vous pouvez redimensionner les </a:t>
            </a:r>
            <a:r>
              <a:rPr lang="fr-FR" dirty="0" err="1">
                <a:solidFill>
                  <a:srgbClr val="FFFFFF"/>
                </a:solidFill>
                <a:latin typeface="Marianne" panose="02000000000000000000" pitchFamily="50" charset="0"/>
                <a:ea typeface="Arial"/>
                <a:cs typeface="Arial"/>
                <a:sym typeface="Arial"/>
              </a:rPr>
              <a:t>pictos</a:t>
            </a: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ea typeface="Arial"/>
                <a:cs typeface="Arial"/>
                <a:sym typeface="Arial"/>
              </a:rPr>
              <a:t> sans perte de qualité. </a:t>
            </a:r>
          </a:p>
          <a:p>
            <a:pPr marL="0" indent="0" algn="ctr">
              <a:spcBef>
                <a:spcPts val="0"/>
              </a:spcBef>
              <a:buNone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ea typeface="Arial"/>
                <a:cs typeface="Arial"/>
                <a:sym typeface="Arial"/>
              </a:rPr>
              <a:t>Vous pouvez modifier la couleur de fond et de contour (clic droit/grouper/dissocier); </a:t>
            </a:r>
          </a:p>
          <a:p>
            <a:pPr marL="0" indent="0" algn="ctr">
              <a:spcBef>
                <a:spcPts val="0"/>
              </a:spcBef>
              <a:buNone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ea typeface="Arial"/>
                <a:cs typeface="Arial"/>
                <a:sym typeface="Arial"/>
              </a:rPr>
              <a:t>sélectionnez le pictogramme et cliquer sur l’outil peinture</a:t>
            </a:r>
          </a:p>
          <a:p>
            <a:pPr marL="0" indent="0" algn="ctr">
              <a:spcBef>
                <a:spcPts val="0"/>
              </a:spcBef>
              <a:buNone/>
            </a:pPr>
            <a:br>
              <a:rPr lang="en" dirty="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 dirty="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8" name="Google Shape;9648;p71"/>
          <p:cNvSpPr txBox="1">
            <a:spLocks noGrp="1"/>
          </p:cNvSpPr>
          <p:nvPr>
            <p:ph type="title" idx="4294967295"/>
          </p:nvPr>
        </p:nvSpPr>
        <p:spPr>
          <a:xfrm>
            <a:off x="529677" y="419048"/>
            <a:ext cx="10272713" cy="76358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/>
            <a:r>
              <a:rPr lang="fr-FR" dirty="0">
                <a:solidFill>
                  <a:schemeClr val="lt1"/>
                </a:solidFill>
                <a:latin typeface="Marianne" panose="02000000000000000000" pitchFamily="50" charset="0"/>
              </a:rPr>
              <a:t>Pictogrammes éditables</a:t>
            </a:r>
            <a:endParaRPr dirty="0">
              <a:latin typeface="Marianne" panose="02000000000000000000" pitchFamily="50" charset="0"/>
            </a:endParaRPr>
          </a:p>
        </p:txBody>
      </p:sp>
      <p:grpSp>
        <p:nvGrpSpPr>
          <p:cNvPr id="9352" name="Google Shape;9352;p71"/>
          <p:cNvGrpSpPr/>
          <p:nvPr/>
        </p:nvGrpSpPr>
        <p:grpSpPr>
          <a:xfrm>
            <a:off x="1127807" y="3076978"/>
            <a:ext cx="453557" cy="398637"/>
            <a:chOff x="892750" y="267400"/>
            <a:chExt cx="483125" cy="424625"/>
          </a:xfrm>
        </p:grpSpPr>
        <p:sp>
          <p:nvSpPr>
            <p:cNvPr id="9353" name="Google Shape;9353;p71"/>
            <p:cNvSpPr/>
            <p:nvPr/>
          </p:nvSpPr>
          <p:spPr>
            <a:xfrm>
              <a:off x="892750" y="26740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54" name="Google Shape;9354;p71"/>
            <p:cNvSpPr/>
            <p:nvPr/>
          </p:nvSpPr>
          <p:spPr>
            <a:xfrm>
              <a:off x="1091875" y="4655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55" name="Google Shape;9355;p71"/>
            <p:cNvSpPr/>
            <p:nvPr/>
          </p:nvSpPr>
          <p:spPr>
            <a:xfrm>
              <a:off x="1005975" y="38062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56" name="Google Shape;9356;p71"/>
          <p:cNvGrpSpPr/>
          <p:nvPr/>
        </p:nvGrpSpPr>
        <p:grpSpPr>
          <a:xfrm>
            <a:off x="1712386" y="3049495"/>
            <a:ext cx="398661" cy="453605"/>
            <a:chOff x="1516475" y="238075"/>
            <a:chExt cx="424650" cy="483175"/>
          </a:xfrm>
        </p:grpSpPr>
        <p:sp>
          <p:nvSpPr>
            <p:cNvPr id="9357" name="Google Shape;9357;p71"/>
            <p:cNvSpPr/>
            <p:nvPr/>
          </p:nvSpPr>
          <p:spPr>
            <a:xfrm>
              <a:off x="1516475" y="238075"/>
              <a:ext cx="424650" cy="483175"/>
            </a:xfrm>
            <a:custGeom>
              <a:avLst/>
              <a:gdLst/>
              <a:ahLst/>
              <a:cxnLst/>
              <a:rect l="l" t="t" r="r" b="b"/>
              <a:pathLst>
                <a:path w="16986" h="19327" extrusionOk="0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58" name="Google Shape;9358;p71"/>
            <p:cNvSpPr/>
            <p:nvPr/>
          </p:nvSpPr>
          <p:spPr>
            <a:xfrm>
              <a:off x="1652425" y="324000"/>
              <a:ext cx="147150" cy="141575"/>
            </a:xfrm>
            <a:custGeom>
              <a:avLst/>
              <a:gdLst/>
              <a:ahLst/>
              <a:cxnLst/>
              <a:rect l="l" t="t" r="r" b="b"/>
              <a:pathLst>
                <a:path w="5886" h="5663" extrusionOk="0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59" name="Google Shape;9359;p71"/>
          <p:cNvGrpSpPr/>
          <p:nvPr/>
        </p:nvGrpSpPr>
        <p:grpSpPr>
          <a:xfrm>
            <a:off x="2236507" y="3156694"/>
            <a:ext cx="455317" cy="239207"/>
            <a:chOff x="2080675" y="352325"/>
            <a:chExt cx="485000" cy="254800"/>
          </a:xfrm>
        </p:grpSpPr>
        <p:sp>
          <p:nvSpPr>
            <p:cNvPr id="9360" name="Google Shape;9360;p71"/>
            <p:cNvSpPr/>
            <p:nvPr/>
          </p:nvSpPr>
          <p:spPr>
            <a:xfrm>
              <a:off x="2080675" y="352325"/>
              <a:ext cx="485000" cy="254800"/>
            </a:xfrm>
            <a:custGeom>
              <a:avLst/>
              <a:gdLst/>
              <a:ahLst/>
              <a:cxnLst/>
              <a:rect l="l" t="t" r="r" b="b"/>
              <a:pathLst>
                <a:path w="19400" h="10192" extrusionOk="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61" name="Google Shape;9361;p71"/>
            <p:cNvSpPr/>
            <p:nvPr/>
          </p:nvSpPr>
          <p:spPr>
            <a:xfrm>
              <a:off x="2246650" y="408900"/>
              <a:ext cx="147075" cy="141600"/>
            </a:xfrm>
            <a:custGeom>
              <a:avLst/>
              <a:gdLst/>
              <a:ahLst/>
              <a:cxnLst/>
              <a:rect l="l" t="t" r="r" b="b"/>
              <a:pathLst>
                <a:path w="5883" h="5664" extrusionOk="0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62" name="Google Shape;9362;p71"/>
          <p:cNvGrpSpPr/>
          <p:nvPr/>
        </p:nvGrpSpPr>
        <p:grpSpPr>
          <a:xfrm>
            <a:off x="2835412" y="3049518"/>
            <a:ext cx="398661" cy="453557"/>
            <a:chOff x="2705375" y="238125"/>
            <a:chExt cx="424650" cy="483125"/>
          </a:xfrm>
        </p:grpSpPr>
        <p:sp>
          <p:nvSpPr>
            <p:cNvPr id="9363" name="Google Shape;9363;p71"/>
            <p:cNvSpPr/>
            <p:nvPr/>
          </p:nvSpPr>
          <p:spPr>
            <a:xfrm>
              <a:off x="2705375" y="23812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64" name="Google Shape;9364;p71"/>
            <p:cNvSpPr/>
            <p:nvPr/>
          </p:nvSpPr>
          <p:spPr>
            <a:xfrm>
              <a:off x="2903525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65" name="Google Shape;9365;p71"/>
            <p:cNvSpPr/>
            <p:nvPr/>
          </p:nvSpPr>
          <p:spPr>
            <a:xfrm>
              <a:off x="2988450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66" name="Google Shape;9366;p71"/>
            <p:cNvSpPr/>
            <p:nvPr/>
          </p:nvSpPr>
          <p:spPr>
            <a:xfrm>
              <a:off x="2818625" y="407950"/>
              <a:ext cx="28325" cy="228375"/>
            </a:xfrm>
            <a:custGeom>
              <a:avLst/>
              <a:gdLst/>
              <a:ahLst/>
              <a:cxnLst/>
              <a:rect l="l" t="t" r="r" b="b"/>
              <a:pathLst>
                <a:path w="1133" h="9135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67" name="Google Shape;9367;p71"/>
          <p:cNvGrpSpPr/>
          <p:nvPr/>
        </p:nvGrpSpPr>
        <p:grpSpPr>
          <a:xfrm>
            <a:off x="3390267" y="3049941"/>
            <a:ext cx="401548" cy="452713"/>
            <a:chOff x="3299850" y="238575"/>
            <a:chExt cx="427725" cy="482225"/>
          </a:xfrm>
        </p:grpSpPr>
        <p:sp>
          <p:nvSpPr>
            <p:cNvPr id="9368" name="Google Shape;9368;p71"/>
            <p:cNvSpPr/>
            <p:nvPr/>
          </p:nvSpPr>
          <p:spPr>
            <a:xfrm>
              <a:off x="3299850" y="323500"/>
              <a:ext cx="427725" cy="397300"/>
            </a:xfrm>
            <a:custGeom>
              <a:avLst/>
              <a:gdLst/>
              <a:ahLst/>
              <a:cxnLst/>
              <a:rect l="l" t="t" r="r" b="b"/>
              <a:pathLst>
                <a:path w="17109" h="15892" extrusionOk="0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69" name="Google Shape;9369;p71"/>
            <p:cNvSpPr/>
            <p:nvPr/>
          </p:nvSpPr>
          <p:spPr>
            <a:xfrm>
              <a:off x="3467650" y="238575"/>
              <a:ext cx="46525" cy="56650"/>
            </a:xfrm>
            <a:custGeom>
              <a:avLst/>
              <a:gdLst/>
              <a:ahLst/>
              <a:cxnLst/>
              <a:rect l="l" t="t" r="r" b="b"/>
              <a:pathLst>
                <a:path w="1861" h="2266" extrusionOk="0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0" name="Google Shape;9370;p71"/>
            <p:cNvSpPr/>
            <p:nvPr/>
          </p:nvSpPr>
          <p:spPr>
            <a:xfrm>
              <a:off x="3566675" y="238575"/>
              <a:ext cx="46525" cy="56675"/>
            </a:xfrm>
            <a:custGeom>
              <a:avLst/>
              <a:gdLst/>
              <a:ahLst/>
              <a:cxnLst/>
              <a:rect l="l" t="t" r="r" b="b"/>
              <a:pathLst>
                <a:path w="1861" h="2267" extrusionOk="0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1" name="Google Shape;9371;p71"/>
            <p:cNvSpPr/>
            <p:nvPr/>
          </p:nvSpPr>
          <p:spPr>
            <a:xfrm>
              <a:off x="361122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2" name="Google Shape;9372;p71"/>
            <p:cNvSpPr/>
            <p:nvPr/>
          </p:nvSpPr>
          <p:spPr>
            <a:xfrm>
              <a:off x="341307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73" name="Google Shape;9373;p71"/>
          <p:cNvGrpSpPr/>
          <p:nvPr/>
        </p:nvGrpSpPr>
        <p:grpSpPr>
          <a:xfrm>
            <a:off x="3906163" y="3049518"/>
            <a:ext cx="469940" cy="453557"/>
            <a:chOff x="3857225" y="238125"/>
            <a:chExt cx="500575" cy="483125"/>
          </a:xfrm>
        </p:grpSpPr>
        <p:sp>
          <p:nvSpPr>
            <p:cNvPr id="9374" name="Google Shape;9374;p71"/>
            <p:cNvSpPr/>
            <p:nvPr/>
          </p:nvSpPr>
          <p:spPr>
            <a:xfrm>
              <a:off x="3857225" y="238125"/>
              <a:ext cx="500575" cy="483125"/>
            </a:xfrm>
            <a:custGeom>
              <a:avLst/>
              <a:gdLst/>
              <a:ahLst/>
              <a:cxnLst/>
              <a:rect l="l" t="t" r="r" b="b"/>
              <a:pathLst>
                <a:path w="20023" h="19325" extrusionOk="0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5" name="Google Shape;9375;p71"/>
            <p:cNvSpPr/>
            <p:nvPr/>
          </p:nvSpPr>
          <p:spPr>
            <a:xfrm>
              <a:off x="4208775" y="588000"/>
              <a:ext cx="71125" cy="68350"/>
            </a:xfrm>
            <a:custGeom>
              <a:avLst/>
              <a:gdLst/>
              <a:ahLst/>
              <a:cxnLst/>
              <a:rect l="l" t="t" r="r" b="b"/>
              <a:pathLst>
                <a:path w="2845" h="2734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6" name="Google Shape;9376;p71"/>
            <p:cNvSpPr/>
            <p:nvPr/>
          </p:nvSpPr>
          <p:spPr>
            <a:xfrm>
              <a:off x="4228400" y="527925"/>
              <a:ext cx="91050" cy="48400"/>
            </a:xfrm>
            <a:custGeom>
              <a:avLst/>
              <a:gdLst/>
              <a:ahLst/>
              <a:cxnLst/>
              <a:rect l="l" t="t" r="r" b="b"/>
              <a:pathLst>
                <a:path w="3642" h="1936" extrusionOk="0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7" name="Google Shape;9377;p71"/>
            <p:cNvSpPr/>
            <p:nvPr/>
          </p:nvSpPr>
          <p:spPr>
            <a:xfrm>
              <a:off x="4148300" y="608000"/>
              <a:ext cx="52050" cy="88600"/>
            </a:xfrm>
            <a:custGeom>
              <a:avLst/>
              <a:gdLst/>
              <a:ahLst/>
              <a:cxnLst/>
              <a:rect l="l" t="t" r="r" b="b"/>
              <a:pathLst>
                <a:path w="2082" h="3544" extrusionOk="0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8" name="Google Shape;9378;p71"/>
            <p:cNvSpPr/>
            <p:nvPr/>
          </p:nvSpPr>
          <p:spPr>
            <a:xfrm>
              <a:off x="3928725" y="307900"/>
              <a:ext cx="71200" cy="68375"/>
            </a:xfrm>
            <a:custGeom>
              <a:avLst/>
              <a:gdLst/>
              <a:ahLst/>
              <a:cxnLst/>
              <a:rect l="l" t="t" r="r" b="b"/>
              <a:pathLst>
                <a:path w="2848" h="2735" extrusionOk="0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79" name="Google Shape;9379;p71"/>
            <p:cNvSpPr/>
            <p:nvPr/>
          </p:nvSpPr>
          <p:spPr>
            <a:xfrm>
              <a:off x="4008200" y="267675"/>
              <a:ext cx="51875" cy="88450"/>
            </a:xfrm>
            <a:custGeom>
              <a:avLst/>
              <a:gdLst/>
              <a:ahLst/>
              <a:cxnLst/>
              <a:rect l="l" t="t" r="r" b="b"/>
              <a:pathLst>
                <a:path w="2075" h="3538" extrusionOk="0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80" name="Google Shape;9380;p71"/>
            <p:cNvSpPr/>
            <p:nvPr/>
          </p:nvSpPr>
          <p:spPr>
            <a:xfrm>
              <a:off x="3888100" y="387825"/>
              <a:ext cx="91675" cy="48300"/>
            </a:xfrm>
            <a:custGeom>
              <a:avLst/>
              <a:gdLst/>
              <a:ahLst/>
              <a:cxnLst/>
              <a:rect l="l" t="t" r="r" b="b"/>
              <a:pathLst>
                <a:path w="3667" h="1932" extrusionOk="0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381" name="Google Shape;9381;p71"/>
          <p:cNvSpPr/>
          <p:nvPr/>
        </p:nvSpPr>
        <p:spPr>
          <a:xfrm>
            <a:off x="4462795" y="3049513"/>
            <a:ext cx="469940" cy="453488"/>
          </a:xfrm>
          <a:custGeom>
            <a:avLst/>
            <a:gdLst/>
            <a:ahLst/>
            <a:cxnLst/>
            <a:rect l="l" t="t" r="r" b="b"/>
            <a:pathLst>
              <a:path w="20023" h="19322" extrusionOk="0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382" name="Google Shape;9382;p71"/>
          <p:cNvGrpSpPr/>
          <p:nvPr/>
        </p:nvGrpSpPr>
        <p:grpSpPr>
          <a:xfrm>
            <a:off x="5035198" y="3049553"/>
            <a:ext cx="453581" cy="453488"/>
            <a:chOff x="5053900" y="238200"/>
            <a:chExt cx="483150" cy="483050"/>
          </a:xfrm>
        </p:grpSpPr>
        <p:sp>
          <p:nvSpPr>
            <p:cNvPr id="9383" name="Google Shape;9383;p71"/>
            <p:cNvSpPr/>
            <p:nvPr/>
          </p:nvSpPr>
          <p:spPr>
            <a:xfrm>
              <a:off x="5053900" y="238200"/>
              <a:ext cx="483150" cy="483050"/>
            </a:xfrm>
            <a:custGeom>
              <a:avLst/>
              <a:gdLst/>
              <a:ahLst/>
              <a:cxnLst/>
              <a:rect l="l" t="t" r="r" b="b"/>
              <a:pathLst>
                <a:path w="19326" h="19322" extrusionOk="0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84" name="Google Shape;9384;p71"/>
            <p:cNvSpPr/>
            <p:nvPr/>
          </p:nvSpPr>
          <p:spPr>
            <a:xfrm>
              <a:off x="5422900" y="46555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85" name="Google Shape;9385;p71"/>
            <p:cNvSpPr/>
            <p:nvPr/>
          </p:nvSpPr>
          <p:spPr>
            <a:xfrm>
              <a:off x="5224725" y="578775"/>
              <a:ext cx="141500" cy="28350"/>
            </a:xfrm>
            <a:custGeom>
              <a:avLst/>
              <a:gdLst/>
              <a:ahLst/>
              <a:cxnLst/>
              <a:rect l="l" t="t" r="r" b="b"/>
              <a:pathLst>
                <a:path w="5660" h="1134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86" name="Google Shape;9386;p71"/>
            <p:cNvSpPr/>
            <p:nvPr/>
          </p:nvSpPr>
          <p:spPr>
            <a:xfrm>
              <a:off x="5224725" y="635400"/>
              <a:ext cx="141500" cy="28325"/>
            </a:xfrm>
            <a:custGeom>
              <a:avLst/>
              <a:gdLst/>
              <a:ahLst/>
              <a:cxnLst/>
              <a:rect l="l" t="t" r="r" b="b"/>
              <a:pathLst>
                <a:path w="5660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87" name="Google Shape;9387;p71"/>
          <p:cNvGrpSpPr/>
          <p:nvPr/>
        </p:nvGrpSpPr>
        <p:grpSpPr>
          <a:xfrm>
            <a:off x="5587131" y="3049518"/>
            <a:ext cx="453557" cy="453557"/>
            <a:chOff x="5648375" y="238125"/>
            <a:chExt cx="483125" cy="483125"/>
          </a:xfrm>
        </p:grpSpPr>
        <p:sp>
          <p:nvSpPr>
            <p:cNvPr id="9388" name="Google Shape;9388;p71"/>
            <p:cNvSpPr/>
            <p:nvPr/>
          </p:nvSpPr>
          <p:spPr>
            <a:xfrm>
              <a:off x="564837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89" name="Google Shape;9389;p71"/>
            <p:cNvSpPr/>
            <p:nvPr/>
          </p:nvSpPr>
          <p:spPr>
            <a:xfrm>
              <a:off x="570595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0" name="Google Shape;9390;p71"/>
            <p:cNvSpPr/>
            <p:nvPr/>
          </p:nvSpPr>
          <p:spPr>
            <a:xfrm>
              <a:off x="584750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1" name="Google Shape;9391;p71"/>
            <p:cNvSpPr/>
            <p:nvPr/>
          </p:nvSpPr>
          <p:spPr>
            <a:xfrm>
              <a:off x="5989025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2" name="Google Shape;9392;p71"/>
            <p:cNvSpPr/>
            <p:nvPr/>
          </p:nvSpPr>
          <p:spPr>
            <a:xfrm>
              <a:off x="570595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3" name="Google Shape;9393;p71"/>
            <p:cNvSpPr/>
            <p:nvPr/>
          </p:nvSpPr>
          <p:spPr>
            <a:xfrm>
              <a:off x="584750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4" name="Google Shape;9394;p71"/>
            <p:cNvSpPr/>
            <p:nvPr/>
          </p:nvSpPr>
          <p:spPr>
            <a:xfrm>
              <a:off x="5989025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5" name="Google Shape;9395;p71"/>
            <p:cNvSpPr/>
            <p:nvPr/>
          </p:nvSpPr>
          <p:spPr>
            <a:xfrm>
              <a:off x="570595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6" name="Google Shape;9396;p71"/>
            <p:cNvSpPr/>
            <p:nvPr/>
          </p:nvSpPr>
          <p:spPr>
            <a:xfrm>
              <a:off x="584750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397" name="Google Shape;9397;p71"/>
            <p:cNvSpPr/>
            <p:nvPr/>
          </p:nvSpPr>
          <p:spPr>
            <a:xfrm>
              <a:off x="5989025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398" name="Google Shape;9398;p71"/>
          <p:cNvGrpSpPr/>
          <p:nvPr/>
        </p:nvGrpSpPr>
        <p:grpSpPr>
          <a:xfrm>
            <a:off x="6142714" y="3049518"/>
            <a:ext cx="453557" cy="453557"/>
            <a:chOff x="6242825" y="238125"/>
            <a:chExt cx="483125" cy="483125"/>
          </a:xfrm>
        </p:grpSpPr>
        <p:sp>
          <p:nvSpPr>
            <p:cNvPr id="9399" name="Google Shape;9399;p71"/>
            <p:cNvSpPr/>
            <p:nvPr/>
          </p:nvSpPr>
          <p:spPr>
            <a:xfrm>
              <a:off x="624282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00" name="Google Shape;9400;p71"/>
            <p:cNvSpPr/>
            <p:nvPr/>
          </p:nvSpPr>
          <p:spPr>
            <a:xfrm>
              <a:off x="6328725" y="32402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01" name="Google Shape;9401;p71"/>
            <p:cNvSpPr/>
            <p:nvPr/>
          </p:nvSpPr>
          <p:spPr>
            <a:xfrm>
              <a:off x="6441950" y="380575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02" name="Google Shape;9402;p71"/>
          <p:cNvGrpSpPr/>
          <p:nvPr/>
        </p:nvGrpSpPr>
        <p:grpSpPr>
          <a:xfrm>
            <a:off x="1125541" y="3636483"/>
            <a:ext cx="458088" cy="398591"/>
            <a:chOff x="889275" y="861850"/>
            <a:chExt cx="487950" cy="424575"/>
          </a:xfrm>
        </p:grpSpPr>
        <p:sp>
          <p:nvSpPr>
            <p:cNvPr id="9403" name="Google Shape;9403;p71"/>
            <p:cNvSpPr/>
            <p:nvPr/>
          </p:nvSpPr>
          <p:spPr>
            <a:xfrm>
              <a:off x="1319225" y="1031700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04" name="Google Shape;9404;p71"/>
            <p:cNvSpPr/>
            <p:nvPr/>
          </p:nvSpPr>
          <p:spPr>
            <a:xfrm>
              <a:off x="1314475" y="946725"/>
              <a:ext cx="62750" cy="56700"/>
            </a:xfrm>
            <a:custGeom>
              <a:avLst/>
              <a:gdLst/>
              <a:ahLst/>
              <a:cxnLst/>
              <a:rect l="l" t="t" r="r" b="b"/>
              <a:pathLst>
                <a:path w="2510" h="2268" extrusionOk="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05" name="Google Shape;9405;p71"/>
            <p:cNvSpPr/>
            <p:nvPr/>
          </p:nvSpPr>
          <p:spPr>
            <a:xfrm>
              <a:off x="1317875" y="1088250"/>
              <a:ext cx="59350" cy="56675"/>
            </a:xfrm>
            <a:custGeom>
              <a:avLst/>
              <a:gdLst/>
              <a:ahLst/>
              <a:cxnLst/>
              <a:rect l="l" t="t" r="r" b="b"/>
              <a:pathLst>
                <a:path w="2374" h="2267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06" name="Google Shape;9406;p71"/>
            <p:cNvSpPr/>
            <p:nvPr/>
          </p:nvSpPr>
          <p:spPr>
            <a:xfrm>
              <a:off x="889275" y="861850"/>
              <a:ext cx="400700" cy="424575"/>
            </a:xfrm>
            <a:custGeom>
              <a:avLst/>
              <a:gdLst/>
              <a:ahLst/>
              <a:cxnLst/>
              <a:rect l="l" t="t" r="r" b="b"/>
              <a:pathLst>
                <a:path w="16028" h="16983" extrusionOk="0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07" name="Google Shape;9407;p71"/>
          <p:cNvSpPr/>
          <p:nvPr/>
        </p:nvSpPr>
        <p:spPr>
          <a:xfrm>
            <a:off x="1709500" y="3608838"/>
            <a:ext cx="403965" cy="453605"/>
          </a:xfrm>
          <a:custGeom>
            <a:avLst/>
            <a:gdLst/>
            <a:ahLst/>
            <a:cxnLst/>
            <a:rect l="l" t="t" r="r" b="b"/>
            <a:pathLst>
              <a:path w="17212" h="19327" extrusionOk="0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408" name="Google Shape;9408;p71"/>
          <p:cNvSpPr/>
          <p:nvPr/>
        </p:nvSpPr>
        <p:spPr>
          <a:xfrm>
            <a:off x="2236175" y="3608838"/>
            <a:ext cx="455341" cy="453605"/>
          </a:xfrm>
          <a:custGeom>
            <a:avLst/>
            <a:gdLst/>
            <a:ahLst/>
            <a:cxnLst/>
            <a:rect l="l" t="t" r="r" b="b"/>
            <a:pathLst>
              <a:path w="19401" h="19327" extrusionOk="0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09" name="Google Shape;9409;p71"/>
          <p:cNvGrpSpPr/>
          <p:nvPr/>
        </p:nvGrpSpPr>
        <p:grpSpPr>
          <a:xfrm>
            <a:off x="2807964" y="3608999"/>
            <a:ext cx="453557" cy="453557"/>
            <a:chOff x="2676100" y="832575"/>
            <a:chExt cx="483125" cy="483125"/>
          </a:xfrm>
        </p:grpSpPr>
        <p:sp>
          <p:nvSpPr>
            <p:cNvPr id="9410" name="Google Shape;9410;p71"/>
            <p:cNvSpPr/>
            <p:nvPr/>
          </p:nvSpPr>
          <p:spPr>
            <a:xfrm>
              <a:off x="2676100" y="83257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11" name="Google Shape;9411;p71"/>
            <p:cNvSpPr/>
            <p:nvPr/>
          </p:nvSpPr>
          <p:spPr>
            <a:xfrm>
              <a:off x="2762000" y="91847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12" name="Google Shape;9412;p71"/>
            <p:cNvSpPr/>
            <p:nvPr/>
          </p:nvSpPr>
          <p:spPr>
            <a:xfrm>
              <a:off x="2810775" y="975075"/>
              <a:ext cx="206025" cy="198150"/>
            </a:xfrm>
            <a:custGeom>
              <a:avLst/>
              <a:gdLst/>
              <a:ahLst/>
              <a:cxnLst/>
              <a:rect l="l" t="t" r="r" b="b"/>
              <a:pathLst>
                <a:path w="8241" h="7926" extrusionOk="0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13" name="Google Shape;9413;p71"/>
          <p:cNvGrpSpPr/>
          <p:nvPr/>
        </p:nvGrpSpPr>
        <p:grpSpPr>
          <a:xfrm>
            <a:off x="3356636" y="3608999"/>
            <a:ext cx="468813" cy="453557"/>
            <a:chOff x="3270550" y="832575"/>
            <a:chExt cx="499375" cy="483125"/>
          </a:xfrm>
        </p:grpSpPr>
        <p:sp>
          <p:nvSpPr>
            <p:cNvPr id="9414" name="Google Shape;9414;p71"/>
            <p:cNvSpPr/>
            <p:nvPr/>
          </p:nvSpPr>
          <p:spPr>
            <a:xfrm>
              <a:off x="3270550" y="865975"/>
              <a:ext cx="463725" cy="449725"/>
            </a:xfrm>
            <a:custGeom>
              <a:avLst/>
              <a:gdLst/>
              <a:ahLst/>
              <a:cxnLst/>
              <a:rect l="l" t="t" r="r" b="b"/>
              <a:pathLst>
                <a:path w="18549" h="17989" extrusionOk="0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15" name="Google Shape;9415;p71"/>
            <p:cNvSpPr/>
            <p:nvPr/>
          </p:nvSpPr>
          <p:spPr>
            <a:xfrm>
              <a:off x="3562600" y="876075"/>
              <a:ext cx="207325" cy="241775"/>
            </a:xfrm>
            <a:custGeom>
              <a:avLst/>
              <a:gdLst/>
              <a:ahLst/>
              <a:cxnLst/>
              <a:rect l="l" t="t" r="r" b="b"/>
              <a:pathLst>
                <a:path w="8293" h="9671" extrusionOk="0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16" name="Google Shape;9416;p71"/>
            <p:cNvSpPr/>
            <p:nvPr/>
          </p:nvSpPr>
          <p:spPr>
            <a:xfrm>
              <a:off x="3443500" y="832575"/>
              <a:ext cx="187300" cy="173625"/>
            </a:xfrm>
            <a:custGeom>
              <a:avLst/>
              <a:gdLst/>
              <a:ahLst/>
              <a:cxnLst/>
              <a:rect l="l" t="t" r="r" b="b"/>
              <a:pathLst>
                <a:path w="7492" h="6945" extrusionOk="0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17" name="Google Shape;9417;p71"/>
          <p:cNvGrpSpPr/>
          <p:nvPr/>
        </p:nvGrpSpPr>
        <p:grpSpPr>
          <a:xfrm>
            <a:off x="3914342" y="3623175"/>
            <a:ext cx="453581" cy="425205"/>
            <a:chOff x="3865000" y="847675"/>
            <a:chExt cx="483150" cy="452925"/>
          </a:xfrm>
        </p:grpSpPr>
        <p:sp>
          <p:nvSpPr>
            <p:cNvPr id="9418" name="Google Shape;9418;p71"/>
            <p:cNvSpPr/>
            <p:nvPr/>
          </p:nvSpPr>
          <p:spPr>
            <a:xfrm>
              <a:off x="3865000" y="847675"/>
              <a:ext cx="483150" cy="452925"/>
            </a:xfrm>
            <a:custGeom>
              <a:avLst/>
              <a:gdLst/>
              <a:ahLst/>
              <a:cxnLst/>
              <a:rect l="l" t="t" r="r" b="b"/>
              <a:pathLst>
                <a:path w="19326" h="18117" extrusionOk="0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19" name="Google Shape;9419;p71"/>
            <p:cNvSpPr/>
            <p:nvPr/>
          </p:nvSpPr>
          <p:spPr>
            <a:xfrm>
              <a:off x="4173600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20" name="Google Shape;9420;p71"/>
            <p:cNvSpPr/>
            <p:nvPr/>
          </p:nvSpPr>
          <p:spPr>
            <a:xfrm>
              <a:off x="40688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21" name="Google Shape;9421;p71"/>
            <p:cNvSpPr/>
            <p:nvPr/>
          </p:nvSpPr>
          <p:spPr>
            <a:xfrm>
              <a:off x="39641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22" name="Google Shape;9422;p71"/>
          <p:cNvGrpSpPr/>
          <p:nvPr/>
        </p:nvGrpSpPr>
        <p:grpSpPr>
          <a:xfrm>
            <a:off x="4468585" y="3636400"/>
            <a:ext cx="459731" cy="398755"/>
            <a:chOff x="4452900" y="861750"/>
            <a:chExt cx="489700" cy="424750"/>
          </a:xfrm>
        </p:grpSpPr>
        <p:sp>
          <p:nvSpPr>
            <p:cNvPr id="9423" name="Google Shape;9423;p71"/>
            <p:cNvSpPr/>
            <p:nvPr/>
          </p:nvSpPr>
          <p:spPr>
            <a:xfrm>
              <a:off x="4452900" y="861750"/>
              <a:ext cx="489700" cy="424750"/>
            </a:xfrm>
            <a:custGeom>
              <a:avLst/>
              <a:gdLst/>
              <a:ahLst/>
              <a:cxnLst/>
              <a:rect l="l" t="t" r="r" b="b"/>
              <a:pathLst>
                <a:path w="19588" h="16990" extrusionOk="0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24" name="Google Shape;9424;p71"/>
            <p:cNvSpPr/>
            <p:nvPr/>
          </p:nvSpPr>
          <p:spPr>
            <a:xfrm>
              <a:off x="4572675" y="1074100"/>
              <a:ext cx="115375" cy="141625"/>
            </a:xfrm>
            <a:custGeom>
              <a:avLst/>
              <a:gdLst/>
              <a:ahLst/>
              <a:cxnLst/>
              <a:rect l="l" t="t" r="r" b="b"/>
              <a:pathLst>
                <a:path w="4615" h="5665" extrusionOk="0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25" name="Google Shape;9425;p71"/>
            <p:cNvSpPr/>
            <p:nvPr/>
          </p:nvSpPr>
          <p:spPr>
            <a:xfrm>
              <a:off x="4714225" y="1060000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26" name="Google Shape;9426;p71"/>
          <p:cNvGrpSpPr/>
          <p:nvPr/>
        </p:nvGrpSpPr>
        <p:grpSpPr>
          <a:xfrm>
            <a:off x="5024895" y="3609011"/>
            <a:ext cx="474188" cy="453535"/>
            <a:chOff x="5049750" y="832600"/>
            <a:chExt cx="505100" cy="483100"/>
          </a:xfrm>
        </p:grpSpPr>
        <p:sp>
          <p:nvSpPr>
            <p:cNvPr id="9427" name="Google Shape;9427;p71"/>
            <p:cNvSpPr/>
            <p:nvPr/>
          </p:nvSpPr>
          <p:spPr>
            <a:xfrm>
              <a:off x="5049750" y="832600"/>
              <a:ext cx="505100" cy="483100"/>
            </a:xfrm>
            <a:custGeom>
              <a:avLst/>
              <a:gdLst/>
              <a:ahLst/>
              <a:cxnLst/>
              <a:rect l="l" t="t" r="r" b="b"/>
              <a:pathLst>
                <a:path w="20204" h="19324" extrusionOk="0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28" name="Google Shape;9428;p71"/>
            <p:cNvSpPr/>
            <p:nvPr/>
          </p:nvSpPr>
          <p:spPr>
            <a:xfrm>
              <a:off x="5216725" y="889175"/>
              <a:ext cx="276000" cy="254400"/>
            </a:xfrm>
            <a:custGeom>
              <a:avLst/>
              <a:gdLst/>
              <a:ahLst/>
              <a:cxnLst/>
              <a:rect l="l" t="t" r="r" b="b"/>
              <a:pathLst>
                <a:path w="11040" h="10176" extrusionOk="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29" name="Google Shape;9429;p71"/>
          <p:cNvSpPr/>
          <p:nvPr/>
        </p:nvSpPr>
        <p:spPr>
          <a:xfrm>
            <a:off x="5585240" y="3641702"/>
            <a:ext cx="455600" cy="387865"/>
          </a:xfrm>
          <a:custGeom>
            <a:avLst/>
            <a:gdLst/>
            <a:ahLst/>
            <a:cxnLst/>
            <a:rect l="l" t="t" r="r" b="b"/>
            <a:pathLst>
              <a:path w="19412" h="16526" extrusionOk="0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30" name="Google Shape;9430;p71"/>
          <p:cNvGrpSpPr/>
          <p:nvPr/>
        </p:nvGrpSpPr>
        <p:grpSpPr>
          <a:xfrm>
            <a:off x="6170162" y="3608999"/>
            <a:ext cx="398661" cy="453557"/>
            <a:chOff x="6272100" y="832575"/>
            <a:chExt cx="424650" cy="483125"/>
          </a:xfrm>
        </p:grpSpPr>
        <p:sp>
          <p:nvSpPr>
            <p:cNvPr id="9431" name="Google Shape;9431;p71"/>
            <p:cNvSpPr/>
            <p:nvPr/>
          </p:nvSpPr>
          <p:spPr>
            <a:xfrm>
              <a:off x="6272100" y="83257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32" name="Google Shape;9432;p71"/>
            <p:cNvSpPr/>
            <p:nvPr/>
          </p:nvSpPr>
          <p:spPr>
            <a:xfrm>
              <a:off x="6384200" y="889150"/>
              <a:ext cx="199300" cy="198200"/>
            </a:xfrm>
            <a:custGeom>
              <a:avLst/>
              <a:gdLst/>
              <a:ahLst/>
              <a:cxnLst/>
              <a:rect l="l" t="t" r="r" b="b"/>
              <a:pathLst>
                <a:path w="7972" h="7928" extrusionOk="0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33" name="Google Shape;9433;p71"/>
          <p:cNvGrpSpPr/>
          <p:nvPr/>
        </p:nvGrpSpPr>
        <p:grpSpPr>
          <a:xfrm>
            <a:off x="1127771" y="4167731"/>
            <a:ext cx="453628" cy="453581"/>
            <a:chOff x="893650" y="1428000"/>
            <a:chExt cx="483200" cy="483150"/>
          </a:xfrm>
        </p:grpSpPr>
        <p:sp>
          <p:nvSpPr>
            <p:cNvPr id="9434" name="Google Shape;9434;p71"/>
            <p:cNvSpPr/>
            <p:nvPr/>
          </p:nvSpPr>
          <p:spPr>
            <a:xfrm>
              <a:off x="893650" y="1428000"/>
              <a:ext cx="483200" cy="483150"/>
            </a:xfrm>
            <a:custGeom>
              <a:avLst/>
              <a:gdLst/>
              <a:ahLst/>
              <a:cxnLst/>
              <a:rect l="l" t="t" r="r" b="b"/>
              <a:pathLst>
                <a:path w="19328" h="19326" extrusionOk="0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35" name="Google Shape;9435;p71"/>
            <p:cNvSpPr/>
            <p:nvPr/>
          </p:nvSpPr>
          <p:spPr>
            <a:xfrm>
              <a:off x="1036150" y="15148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36" name="Google Shape;9436;p71"/>
            <p:cNvSpPr/>
            <p:nvPr/>
          </p:nvSpPr>
          <p:spPr>
            <a:xfrm>
              <a:off x="1036150" y="15714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37" name="Google Shape;9437;p71"/>
            <p:cNvSpPr/>
            <p:nvPr/>
          </p:nvSpPr>
          <p:spPr>
            <a:xfrm>
              <a:off x="1036150" y="1628050"/>
              <a:ext cx="113275" cy="28325"/>
            </a:xfrm>
            <a:custGeom>
              <a:avLst/>
              <a:gdLst/>
              <a:ahLst/>
              <a:cxnLst/>
              <a:rect l="l" t="t" r="r" b="b"/>
              <a:pathLst>
                <a:path w="4531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38" name="Google Shape;9438;p71"/>
          <p:cNvSpPr/>
          <p:nvPr/>
        </p:nvSpPr>
        <p:spPr>
          <a:xfrm>
            <a:off x="1684708" y="4248099"/>
            <a:ext cx="453557" cy="292343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439" name="Google Shape;9439;p71"/>
          <p:cNvSpPr/>
          <p:nvPr/>
        </p:nvSpPr>
        <p:spPr>
          <a:xfrm>
            <a:off x="2228102" y="4167530"/>
            <a:ext cx="471489" cy="45351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40" name="Google Shape;9440;p71"/>
          <p:cNvGrpSpPr/>
          <p:nvPr/>
        </p:nvGrpSpPr>
        <p:grpSpPr>
          <a:xfrm>
            <a:off x="2799529" y="4195285"/>
            <a:ext cx="470433" cy="398473"/>
            <a:chOff x="2676100" y="1456375"/>
            <a:chExt cx="501100" cy="424450"/>
          </a:xfrm>
        </p:grpSpPr>
        <p:sp>
          <p:nvSpPr>
            <p:cNvPr id="9441" name="Google Shape;9441;p71"/>
            <p:cNvSpPr/>
            <p:nvPr/>
          </p:nvSpPr>
          <p:spPr>
            <a:xfrm>
              <a:off x="3079725" y="1534750"/>
              <a:ext cx="97475" cy="268275"/>
            </a:xfrm>
            <a:custGeom>
              <a:avLst/>
              <a:gdLst/>
              <a:ahLst/>
              <a:cxnLst/>
              <a:rect l="l" t="t" r="r" b="b"/>
              <a:pathLst>
                <a:path w="3899" h="10731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42" name="Google Shape;9442;p71"/>
            <p:cNvSpPr/>
            <p:nvPr/>
          </p:nvSpPr>
          <p:spPr>
            <a:xfrm>
              <a:off x="3039725" y="1574925"/>
              <a:ext cx="75350" cy="188250"/>
            </a:xfrm>
            <a:custGeom>
              <a:avLst/>
              <a:gdLst/>
              <a:ahLst/>
              <a:cxnLst/>
              <a:rect l="l" t="t" r="r" b="b"/>
              <a:pathLst>
                <a:path w="3014" h="7530" extrusionOk="0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43" name="Google Shape;9443;p71"/>
            <p:cNvSpPr/>
            <p:nvPr/>
          </p:nvSpPr>
          <p:spPr>
            <a:xfrm>
              <a:off x="2676100" y="1456375"/>
              <a:ext cx="340700" cy="424450"/>
            </a:xfrm>
            <a:custGeom>
              <a:avLst/>
              <a:gdLst/>
              <a:ahLst/>
              <a:cxnLst/>
              <a:rect l="l" t="t" r="r" b="b"/>
              <a:pathLst>
                <a:path w="13628" h="16978" extrusionOk="0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44" name="Google Shape;9444;p71"/>
          <p:cNvGrpSpPr/>
          <p:nvPr/>
        </p:nvGrpSpPr>
        <p:grpSpPr>
          <a:xfrm>
            <a:off x="3364227" y="4167742"/>
            <a:ext cx="453628" cy="453557"/>
            <a:chOff x="3270475" y="1427025"/>
            <a:chExt cx="483200" cy="483125"/>
          </a:xfrm>
        </p:grpSpPr>
        <p:sp>
          <p:nvSpPr>
            <p:cNvPr id="9445" name="Google Shape;9445;p71"/>
            <p:cNvSpPr/>
            <p:nvPr/>
          </p:nvSpPr>
          <p:spPr>
            <a:xfrm>
              <a:off x="32704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46" name="Google Shape;9446;p71"/>
            <p:cNvSpPr/>
            <p:nvPr/>
          </p:nvSpPr>
          <p:spPr>
            <a:xfrm>
              <a:off x="3497550" y="1596875"/>
              <a:ext cx="87650" cy="141525"/>
            </a:xfrm>
            <a:custGeom>
              <a:avLst/>
              <a:gdLst/>
              <a:ahLst/>
              <a:cxnLst/>
              <a:rect l="l" t="t" r="r" b="b"/>
              <a:pathLst>
                <a:path w="3506" h="5661" extrusionOk="0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47" name="Google Shape;9447;p71"/>
            <p:cNvSpPr/>
            <p:nvPr/>
          </p:nvSpPr>
          <p:spPr>
            <a:xfrm>
              <a:off x="3327100" y="1483625"/>
              <a:ext cx="369975" cy="369925"/>
            </a:xfrm>
            <a:custGeom>
              <a:avLst/>
              <a:gdLst/>
              <a:ahLst/>
              <a:cxnLst/>
              <a:rect l="l" t="t" r="r" b="b"/>
              <a:pathLst>
                <a:path w="14799" h="14797" extrusionOk="0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48" name="Google Shape;9448;p71"/>
          <p:cNvGrpSpPr/>
          <p:nvPr/>
        </p:nvGrpSpPr>
        <p:grpSpPr>
          <a:xfrm>
            <a:off x="3912111" y="4167707"/>
            <a:ext cx="458040" cy="453628"/>
            <a:chOff x="3860250" y="1427025"/>
            <a:chExt cx="487900" cy="483200"/>
          </a:xfrm>
        </p:grpSpPr>
        <p:sp>
          <p:nvSpPr>
            <p:cNvPr id="9449" name="Google Shape;9449;p71"/>
            <p:cNvSpPr/>
            <p:nvPr/>
          </p:nvSpPr>
          <p:spPr>
            <a:xfrm>
              <a:off x="3875800" y="1427025"/>
              <a:ext cx="472350" cy="468650"/>
            </a:xfrm>
            <a:custGeom>
              <a:avLst/>
              <a:gdLst/>
              <a:ahLst/>
              <a:cxnLst/>
              <a:rect l="l" t="t" r="r" b="b"/>
              <a:pathLst>
                <a:path w="18894" h="18746" extrusionOk="0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50" name="Google Shape;9450;p71"/>
            <p:cNvSpPr/>
            <p:nvPr/>
          </p:nvSpPr>
          <p:spPr>
            <a:xfrm>
              <a:off x="3860250" y="1861675"/>
              <a:ext cx="54675" cy="48550"/>
            </a:xfrm>
            <a:custGeom>
              <a:avLst/>
              <a:gdLst/>
              <a:ahLst/>
              <a:cxnLst/>
              <a:rect l="l" t="t" r="r" b="b"/>
              <a:pathLst>
                <a:path w="2187" h="1942" extrusionOk="0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51" name="Google Shape;9451;p71"/>
            <p:cNvSpPr/>
            <p:nvPr/>
          </p:nvSpPr>
          <p:spPr>
            <a:xfrm>
              <a:off x="3923425" y="1801775"/>
              <a:ext cx="51350" cy="48550"/>
            </a:xfrm>
            <a:custGeom>
              <a:avLst/>
              <a:gdLst/>
              <a:ahLst/>
              <a:cxnLst/>
              <a:rect l="l" t="t" r="r" b="b"/>
              <a:pathLst>
                <a:path w="2054" h="1942" extrusionOk="0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52" name="Google Shape;9452;p71"/>
          <p:cNvSpPr/>
          <p:nvPr/>
        </p:nvSpPr>
        <p:spPr>
          <a:xfrm>
            <a:off x="4470938" y="4167506"/>
            <a:ext cx="453652" cy="453557"/>
          </a:xfrm>
          <a:custGeom>
            <a:avLst/>
            <a:gdLst/>
            <a:ahLst/>
            <a:cxnLst/>
            <a:rect l="l" t="t" r="r" b="b"/>
            <a:pathLst>
              <a:path w="19329" h="19325" extrusionOk="0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453" name="Google Shape;9453;p71"/>
          <p:cNvSpPr/>
          <p:nvPr/>
        </p:nvSpPr>
        <p:spPr>
          <a:xfrm>
            <a:off x="5032189" y="4167494"/>
            <a:ext cx="458040" cy="453581"/>
          </a:xfrm>
          <a:custGeom>
            <a:avLst/>
            <a:gdLst/>
            <a:ahLst/>
            <a:cxnLst/>
            <a:rect l="l" t="t" r="r" b="b"/>
            <a:pathLst>
              <a:path w="19516" h="19326" extrusionOk="0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54" name="Google Shape;9454;p71"/>
          <p:cNvGrpSpPr/>
          <p:nvPr/>
        </p:nvGrpSpPr>
        <p:grpSpPr>
          <a:xfrm>
            <a:off x="5587097" y="4167742"/>
            <a:ext cx="453628" cy="453557"/>
            <a:chOff x="5648375" y="1427025"/>
            <a:chExt cx="483200" cy="483125"/>
          </a:xfrm>
        </p:grpSpPr>
        <p:sp>
          <p:nvSpPr>
            <p:cNvPr id="9455" name="Google Shape;9455;p71"/>
            <p:cNvSpPr/>
            <p:nvPr/>
          </p:nvSpPr>
          <p:spPr>
            <a:xfrm>
              <a:off x="5801075" y="1484625"/>
              <a:ext cx="177725" cy="162475"/>
            </a:xfrm>
            <a:custGeom>
              <a:avLst/>
              <a:gdLst/>
              <a:ahLst/>
              <a:cxnLst/>
              <a:rect l="l" t="t" r="r" b="b"/>
              <a:pathLst>
                <a:path w="7109" h="6499" extrusionOk="0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56" name="Google Shape;9456;p71"/>
            <p:cNvSpPr/>
            <p:nvPr/>
          </p:nvSpPr>
          <p:spPr>
            <a:xfrm>
              <a:off x="56483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57" name="Google Shape;9457;p71"/>
          <p:cNvGrpSpPr/>
          <p:nvPr/>
        </p:nvGrpSpPr>
        <p:grpSpPr>
          <a:xfrm>
            <a:off x="6139744" y="4167719"/>
            <a:ext cx="459496" cy="453605"/>
            <a:chOff x="6238300" y="1426975"/>
            <a:chExt cx="489450" cy="483175"/>
          </a:xfrm>
        </p:grpSpPr>
        <p:sp>
          <p:nvSpPr>
            <p:cNvPr id="9458" name="Google Shape;9458;p71"/>
            <p:cNvSpPr/>
            <p:nvPr/>
          </p:nvSpPr>
          <p:spPr>
            <a:xfrm>
              <a:off x="6238300" y="1426975"/>
              <a:ext cx="489450" cy="483175"/>
            </a:xfrm>
            <a:custGeom>
              <a:avLst/>
              <a:gdLst/>
              <a:ahLst/>
              <a:cxnLst/>
              <a:rect l="l" t="t" r="r" b="b"/>
              <a:pathLst>
                <a:path w="19578" h="19327" extrusionOk="0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59" name="Google Shape;9459;p71"/>
            <p:cNvSpPr/>
            <p:nvPr/>
          </p:nvSpPr>
          <p:spPr>
            <a:xfrm>
              <a:off x="6426850" y="1596875"/>
              <a:ext cx="115150" cy="113250"/>
            </a:xfrm>
            <a:custGeom>
              <a:avLst/>
              <a:gdLst/>
              <a:ahLst/>
              <a:cxnLst/>
              <a:rect l="l" t="t" r="r" b="b"/>
              <a:pathLst>
                <a:path w="4606" h="4530" extrusionOk="0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60" name="Google Shape;9460;p71"/>
            <p:cNvSpPr/>
            <p:nvPr/>
          </p:nvSpPr>
          <p:spPr>
            <a:xfrm>
              <a:off x="6485350" y="1796900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61" name="Google Shape;9461;p71"/>
          <p:cNvSpPr/>
          <p:nvPr/>
        </p:nvSpPr>
        <p:spPr>
          <a:xfrm>
            <a:off x="1153916" y="4727032"/>
            <a:ext cx="401056" cy="451633"/>
          </a:xfrm>
          <a:custGeom>
            <a:avLst/>
            <a:gdLst/>
            <a:ahLst/>
            <a:cxnLst/>
            <a:rect l="l" t="t" r="r" b="b"/>
            <a:pathLst>
              <a:path w="17088" h="19243" extrusionOk="0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62" name="Google Shape;9462;p71"/>
          <p:cNvGrpSpPr/>
          <p:nvPr/>
        </p:nvGrpSpPr>
        <p:grpSpPr>
          <a:xfrm>
            <a:off x="1684938" y="4726392"/>
            <a:ext cx="453557" cy="453581"/>
            <a:chOff x="1487200" y="2021475"/>
            <a:chExt cx="483125" cy="483150"/>
          </a:xfrm>
        </p:grpSpPr>
        <p:sp>
          <p:nvSpPr>
            <p:cNvPr id="9463" name="Google Shape;9463;p71"/>
            <p:cNvSpPr/>
            <p:nvPr/>
          </p:nvSpPr>
          <p:spPr>
            <a:xfrm>
              <a:off x="1487200" y="2021475"/>
              <a:ext cx="483125" cy="483150"/>
            </a:xfrm>
            <a:custGeom>
              <a:avLst/>
              <a:gdLst/>
              <a:ahLst/>
              <a:cxnLst/>
              <a:rect l="l" t="t" r="r" b="b"/>
              <a:pathLst>
                <a:path w="19325" h="19326" extrusionOk="0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64" name="Google Shape;9464;p71"/>
            <p:cNvSpPr/>
            <p:nvPr/>
          </p:nvSpPr>
          <p:spPr>
            <a:xfrm>
              <a:off x="157310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65" name="Google Shape;9465;p71"/>
            <p:cNvSpPr/>
            <p:nvPr/>
          </p:nvSpPr>
          <p:spPr>
            <a:xfrm>
              <a:off x="1686325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66" name="Google Shape;9466;p71"/>
            <p:cNvSpPr/>
            <p:nvPr/>
          </p:nvSpPr>
          <p:spPr>
            <a:xfrm>
              <a:off x="179955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67" name="Google Shape;9467;p71"/>
          <p:cNvGrpSpPr/>
          <p:nvPr/>
        </p:nvGrpSpPr>
        <p:grpSpPr>
          <a:xfrm>
            <a:off x="2237387" y="4753864"/>
            <a:ext cx="453557" cy="398637"/>
            <a:chOff x="2081650" y="2050750"/>
            <a:chExt cx="483125" cy="424625"/>
          </a:xfrm>
        </p:grpSpPr>
        <p:sp>
          <p:nvSpPr>
            <p:cNvPr id="9468" name="Google Shape;9468;p71"/>
            <p:cNvSpPr/>
            <p:nvPr/>
          </p:nvSpPr>
          <p:spPr>
            <a:xfrm>
              <a:off x="2081650" y="205075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69" name="Google Shape;9469;p71"/>
            <p:cNvSpPr/>
            <p:nvPr/>
          </p:nvSpPr>
          <p:spPr>
            <a:xfrm>
              <a:off x="2136375" y="2292025"/>
              <a:ext cx="36400" cy="41975"/>
            </a:xfrm>
            <a:custGeom>
              <a:avLst/>
              <a:gdLst/>
              <a:ahLst/>
              <a:cxnLst/>
              <a:rect l="l" t="t" r="r" b="b"/>
              <a:pathLst>
                <a:path w="1456" h="1679" extrusionOk="0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0" name="Google Shape;9470;p71"/>
            <p:cNvSpPr/>
            <p:nvPr/>
          </p:nvSpPr>
          <p:spPr>
            <a:xfrm>
              <a:off x="2296850" y="2220800"/>
              <a:ext cx="46075" cy="51650"/>
            </a:xfrm>
            <a:custGeom>
              <a:avLst/>
              <a:gdLst/>
              <a:ahLst/>
              <a:cxnLst/>
              <a:rect l="l" t="t" r="r" b="b"/>
              <a:pathLst>
                <a:path w="1843" h="2066" extrusionOk="0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1" name="Google Shape;9471;p71"/>
            <p:cNvSpPr/>
            <p:nvPr/>
          </p:nvSpPr>
          <p:spPr>
            <a:xfrm>
              <a:off x="2158650" y="2216775"/>
              <a:ext cx="47275" cy="51425"/>
            </a:xfrm>
            <a:custGeom>
              <a:avLst/>
              <a:gdLst/>
              <a:ahLst/>
              <a:cxnLst/>
              <a:rect l="l" t="t" r="r" b="b"/>
              <a:pathLst>
                <a:path w="1891" h="2057" extrusionOk="0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2" name="Google Shape;9472;p71"/>
            <p:cNvSpPr/>
            <p:nvPr/>
          </p:nvSpPr>
          <p:spPr>
            <a:xfrm>
              <a:off x="2426475" y="2255725"/>
              <a:ext cx="55875" cy="46900"/>
            </a:xfrm>
            <a:custGeom>
              <a:avLst/>
              <a:gdLst/>
              <a:ahLst/>
              <a:cxnLst/>
              <a:rect l="l" t="t" r="r" b="b"/>
              <a:pathLst>
                <a:path w="2235" h="1876" extrusionOk="0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3" name="Google Shape;9473;p71"/>
            <p:cNvSpPr/>
            <p:nvPr/>
          </p:nvSpPr>
          <p:spPr>
            <a:xfrm>
              <a:off x="2473050" y="2192325"/>
              <a:ext cx="37000" cy="41500"/>
            </a:xfrm>
            <a:custGeom>
              <a:avLst/>
              <a:gdLst/>
              <a:ahLst/>
              <a:cxnLst/>
              <a:rect l="l" t="t" r="r" b="b"/>
              <a:pathLst>
                <a:path w="1480" h="1660" extrusionOk="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74" name="Google Shape;9474;p71"/>
          <p:cNvGrpSpPr/>
          <p:nvPr/>
        </p:nvGrpSpPr>
        <p:grpSpPr>
          <a:xfrm>
            <a:off x="2807964" y="4784961"/>
            <a:ext cx="453557" cy="336443"/>
            <a:chOff x="2676100" y="2083800"/>
            <a:chExt cx="483125" cy="358375"/>
          </a:xfrm>
        </p:grpSpPr>
        <p:sp>
          <p:nvSpPr>
            <p:cNvPr id="9475" name="Google Shape;9475;p71"/>
            <p:cNvSpPr/>
            <p:nvPr/>
          </p:nvSpPr>
          <p:spPr>
            <a:xfrm>
              <a:off x="2676100" y="2083800"/>
              <a:ext cx="483125" cy="358375"/>
            </a:xfrm>
            <a:custGeom>
              <a:avLst/>
              <a:gdLst/>
              <a:ahLst/>
              <a:cxnLst/>
              <a:rect l="l" t="t" r="r" b="b"/>
              <a:pathLst>
                <a:path w="19325" h="14335" extrusionOk="0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6" name="Google Shape;9476;p71"/>
            <p:cNvSpPr/>
            <p:nvPr/>
          </p:nvSpPr>
          <p:spPr>
            <a:xfrm>
              <a:off x="2869575" y="2214900"/>
              <a:ext cx="100050" cy="96325"/>
            </a:xfrm>
            <a:custGeom>
              <a:avLst/>
              <a:gdLst/>
              <a:ahLst/>
              <a:cxnLst/>
              <a:rect l="l" t="t" r="r" b="b"/>
              <a:pathLst>
                <a:path w="4002" h="3853" extrusionOk="0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77" name="Google Shape;9477;p71"/>
          <p:cNvGrpSpPr/>
          <p:nvPr/>
        </p:nvGrpSpPr>
        <p:grpSpPr>
          <a:xfrm>
            <a:off x="3375317" y="4739688"/>
            <a:ext cx="431449" cy="426989"/>
            <a:chOff x="3282325" y="2035675"/>
            <a:chExt cx="459575" cy="454825"/>
          </a:xfrm>
        </p:grpSpPr>
        <p:sp>
          <p:nvSpPr>
            <p:cNvPr id="9478" name="Google Shape;9478;p71"/>
            <p:cNvSpPr/>
            <p:nvPr/>
          </p:nvSpPr>
          <p:spPr>
            <a:xfrm>
              <a:off x="3337050" y="2234125"/>
              <a:ext cx="85925" cy="206325"/>
            </a:xfrm>
            <a:custGeom>
              <a:avLst/>
              <a:gdLst/>
              <a:ahLst/>
              <a:cxnLst/>
              <a:rect l="l" t="t" r="r" b="b"/>
              <a:pathLst>
                <a:path w="3437" h="8253" extrusionOk="0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79" name="Google Shape;9479;p71"/>
            <p:cNvSpPr/>
            <p:nvPr/>
          </p:nvSpPr>
          <p:spPr>
            <a:xfrm>
              <a:off x="3451275" y="2175475"/>
              <a:ext cx="84925" cy="264975"/>
            </a:xfrm>
            <a:custGeom>
              <a:avLst/>
              <a:gdLst/>
              <a:ahLst/>
              <a:cxnLst/>
              <a:rect l="l" t="t" r="r" b="b"/>
              <a:pathLst>
                <a:path w="3397" h="10599" extrusionOk="0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0" name="Google Shape;9480;p71"/>
            <p:cNvSpPr/>
            <p:nvPr/>
          </p:nvSpPr>
          <p:spPr>
            <a:xfrm>
              <a:off x="3564500" y="2116825"/>
              <a:ext cx="84950" cy="323625"/>
            </a:xfrm>
            <a:custGeom>
              <a:avLst/>
              <a:gdLst/>
              <a:ahLst/>
              <a:cxnLst/>
              <a:rect l="l" t="t" r="r" b="b"/>
              <a:pathLst>
                <a:path w="3398" h="12945" extrusionOk="0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1" name="Google Shape;9481;p71"/>
            <p:cNvSpPr/>
            <p:nvPr/>
          </p:nvSpPr>
          <p:spPr>
            <a:xfrm>
              <a:off x="3282325" y="2035675"/>
              <a:ext cx="459575" cy="454825"/>
            </a:xfrm>
            <a:custGeom>
              <a:avLst/>
              <a:gdLst/>
              <a:ahLst/>
              <a:cxnLst/>
              <a:rect l="l" t="t" r="r" b="b"/>
              <a:pathLst>
                <a:path w="18383" h="18193" extrusionOk="0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82" name="Google Shape;9482;p71"/>
          <p:cNvSpPr/>
          <p:nvPr/>
        </p:nvSpPr>
        <p:spPr>
          <a:xfrm>
            <a:off x="3920245" y="4741722"/>
            <a:ext cx="440579" cy="422249"/>
          </a:xfrm>
          <a:custGeom>
            <a:avLst/>
            <a:gdLst/>
            <a:ahLst/>
            <a:cxnLst/>
            <a:rect l="l" t="t" r="r" b="b"/>
            <a:pathLst>
              <a:path w="18772" h="17991" extrusionOk="0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483" name="Google Shape;9483;p71"/>
          <p:cNvSpPr/>
          <p:nvPr/>
        </p:nvSpPr>
        <p:spPr>
          <a:xfrm>
            <a:off x="4497585" y="4726058"/>
            <a:ext cx="400351" cy="453581"/>
          </a:xfrm>
          <a:custGeom>
            <a:avLst/>
            <a:gdLst/>
            <a:ahLst/>
            <a:cxnLst/>
            <a:rect l="l" t="t" r="r" b="b"/>
            <a:pathLst>
              <a:path w="17058" h="19326" extrusionOk="0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84" name="Google Shape;9484;p71"/>
          <p:cNvGrpSpPr/>
          <p:nvPr/>
        </p:nvGrpSpPr>
        <p:grpSpPr>
          <a:xfrm>
            <a:off x="5034916" y="4726404"/>
            <a:ext cx="454144" cy="453557"/>
            <a:chOff x="5053900" y="2021500"/>
            <a:chExt cx="483750" cy="483125"/>
          </a:xfrm>
        </p:grpSpPr>
        <p:sp>
          <p:nvSpPr>
            <p:cNvPr id="9485" name="Google Shape;9485;p71"/>
            <p:cNvSpPr/>
            <p:nvPr/>
          </p:nvSpPr>
          <p:spPr>
            <a:xfrm>
              <a:off x="5281350" y="2078100"/>
              <a:ext cx="127375" cy="127350"/>
            </a:xfrm>
            <a:custGeom>
              <a:avLst/>
              <a:gdLst/>
              <a:ahLst/>
              <a:cxnLst/>
              <a:rect l="l" t="t" r="r" b="b"/>
              <a:pathLst>
                <a:path w="5095" h="5094" extrusionOk="0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6" name="Google Shape;9486;p71"/>
            <p:cNvSpPr/>
            <p:nvPr/>
          </p:nvSpPr>
          <p:spPr>
            <a:xfrm>
              <a:off x="5118000" y="2021500"/>
              <a:ext cx="368700" cy="483125"/>
            </a:xfrm>
            <a:custGeom>
              <a:avLst/>
              <a:gdLst/>
              <a:ahLst/>
              <a:cxnLst/>
              <a:rect l="l" t="t" r="r" b="b"/>
              <a:pathLst>
                <a:path w="14748" h="19325" extrusionOk="0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7" name="Google Shape;9487;p71"/>
            <p:cNvSpPr/>
            <p:nvPr/>
          </p:nvSpPr>
          <p:spPr>
            <a:xfrm>
              <a:off x="50539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8" name="Google Shape;9488;p71"/>
            <p:cNvSpPr/>
            <p:nvPr/>
          </p:nvSpPr>
          <p:spPr>
            <a:xfrm>
              <a:off x="5056850" y="2096550"/>
              <a:ext cx="50750" cy="48025"/>
            </a:xfrm>
            <a:custGeom>
              <a:avLst/>
              <a:gdLst/>
              <a:ahLst/>
              <a:cxnLst/>
              <a:rect l="l" t="t" r="r" b="b"/>
              <a:pathLst>
                <a:path w="2030" h="1921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89" name="Google Shape;9489;p71"/>
            <p:cNvSpPr/>
            <p:nvPr/>
          </p:nvSpPr>
          <p:spPr>
            <a:xfrm>
              <a:off x="5056400" y="2266400"/>
              <a:ext cx="51200" cy="48350"/>
            </a:xfrm>
            <a:custGeom>
              <a:avLst/>
              <a:gdLst/>
              <a:ahLst/>
              <a:cxnLst/>
              <a:rect l="l" t="t" r="r" b="b"/>
              <a:pathLst>
                <a:path w="2048" h="1934" extrusionOk="0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90" name="Google Shape;9490;p71"/>
            <p:cNvSpPr/>
            <p:nvPr/>
          </p:nvSpPr>
          <p:spPr>
            <a:xfrm>
              <a:off x="54804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91" name="Google Shape;9491;p71"/>
            <p:cNvSpPr/>
            <p:nvPr/>
          </p:nvSpPr>
          <p:spPr>
            <a:xfrm>
              <a:off x="5479800" y="209655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92" name="Google Shape;9492;p71"/>
            <p:cNvSpPr/>
            <p:nvPr/>
          </p:nvSpPr>
          <p:spPr>
            <a:xfrm>
              <a:off x="5483350" y="226640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493" name="Google Shape;9493;p71"/>
          <p:cNvSpPr/>
          <p:nvPr/>
        </p:nvSpPr>
        <p:spPr>
          <a:xfrm>
            <a:off x="5666034" y="4726187"/>
            <a:ext cx="293985" cy="45332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494" name="Google Shape;9494;p71"/>
          <p:cNvGrpSpPr/>
          <p:nvPr/>
        </p:nvGrpSpPr>
        <p:grpSpPr>
          <a:xfrm>
            <a:off x="6135049" y="4730629"/>
            <a:ext cx="468884" cy="445108"/>
            <a:chOff x="6222125" y="2025975"/>
            <a:chExt cx="499450" cy="474125"/>
          </a:xfrm>
        </p:grpSpPr>
        <p:sp>
          <p:nvSpPr>
            <p:cNvPr id="9495" name="Google Shape;9495;p71"/>
            <p:cNvSpPr/>
            <p:nvPr/>
          </p:nvSpPr>
          <p:spPr>
            <a:xfrm>
              <a:off x="6222125" y="2025975"/>
              <a:ext cx="499450" cy="474125"/>
            </a:xfrm>
            <a:custGeom>
              <a:avLst/>
              <a:gdLst/>
              <a:ahLst/>
              <a:cxnLst/>
              <a:rect l="l" t="t" r="r" b="b"/>
              <a:pathLst>
                <a:path w="19978" h="18965" extrusionOk="0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96" name="Google Shape;9496;p71"/>
            <p:cNvSpPr/>
            <p:nvPr/>
          </p:nvSpPr>
          <p:spPr>
            <a:xfrm>
              <a:off x="6309175" y="2087825"/>
              <a:ext cx="350425" cy="350425"/>
            </a:xfrm>
            <a:custGeom>
              <a:avLst/>
              <a:gdLst/>
              <a:ahLst/>
              <a:cxnLst/>
              <a:rect l="l" t="t" r="r" b="b"/>
              <a:pathLst>
                <a:path w="14017" h="14017" extrusionOk="0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497" name="Google Shape;9497;p71"/>
            <p:cNvSpPr/>
            <p:nvPr/>
          </p:nvSpPr>
          <p:spPr>
            <a:xfrm>
              <a:off x="6431600" y="2142250"/>
              <a:ext cx="105575" cy="241575"/>
            </a:xfrm>
            <a:custGeom>
              <a:avLst/>
              <a:gdLst/>
              <a:ahLst/>
              <a:cxnLst/>
              <a:rect l="l" t="t" r="r" b="b"/>
              <a:pathLst>
                <a:path w="4223" h="9663" extrusionOk="0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498" name="Google Shape;9498;p71"/>
          <p:cNvGrpSpPr/>
          <p:nvPr/>
        </p:nvGrpSpPr>
        <p:grpSpPr>
          <a:xfrm>
            <a:off x="6745131" y="3152722"/>
            <a:ext cx="447339" cy="247937"/>
            <a:chOff x="896050" y="2725450"/>
            <a:chExt cx="476500" cy="264100"/>
          </a:xfrm>
        </p:grpSpPr>
        <p:sp>
          <p:nvSpPr>
            <p:cNvPr id="9499" name="Google Shape;9499;p71"/>
            <p:cNvSpPr/>
            <p:nvPr/>
          </p:nvSpPr>
          <p:spPr>
            <a:xfrm>
              <a:off x="896050" y="2725450"/>
              <a:ext cx="476500" cy="264100"/>
            </a:xfrm>
            <a:custGeom>
              <a:avLst/>
              <a:gdLst/>
              <a:ahLst/>
              <a:cxnLst/>
              <a:rect l="l" t="t" r="r" b="b"/>
              <a:pathLst>
                <a:path w="19060" h="10564" extrusionOk="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0" name="Google Shape;9500;p71"/>
            <p:cNvSpPr/>
            <p:nvPr/>
          </p:nvSpPr>
          <p:spPr>
            <a:xfrm>
              <a:off x="951625" y="2774675"/>
              <a:ext cx="365450" cy="165650"/>
            </a:xfrm>
            <a:custGeom>
              <a:avLst/>
              <a:gdLst/>
              <a:ahLst/>
              <a:cxnLst/>
              <a:rect l="l" t="t" r="r" b="b"/>
              <a:pathLst>
                <a:path w="14618" h="6626" extrusionOk="0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1" name="Google Shape;9501;p71"/>
            <p:cNvSpPr/>
            <p:nvPr/>
          </p:nvSpPr>
          <p:spPr>
            <a:xfrm>
              <a:off x="1088625" y="2815075"/>
              <a:ext cx="88200" cy="84850"/>
            </a:xfrm>
            <a:custGeom>
              <a:avLst/>
              <a:gdLst/>
              <a:ahLst/>
              <a:cxnLst/>
              <a:rect l="l" t="t" r="r" b="b"/>
              <a:pathLst>
                <a:path w="3528" h="3394" extrusionOk="0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02" name="Google Shape;9502;p71"/>
          <p:cNvGrpSpPr/>
          <p:nvPr/>
        </p:nvGrpSpPr>
        <p:grpSpPr>
          <a:xfrm>
            <a:off x="7319451" y="3049900"/>
            <a:ext cx="453557" cy="453581"/>
            <a:chOff x="1487200" y="2615925"/>
            <a:chExt cx="483125" cy="483150"/>
          </a:xfrm>
        </p:grpSpPr>
        <p:sp>
          <p:nvSpPr>
            <p:cNvPr id="9503" name="Google Shape;9503;p71"/>
            <p:cNvSpPr/>
            <p:nvPr/>
          </p:nvSpPr>
          <p:spPr>
            <a:xfrm>
              <a:off x="1601400" y="28442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4" name="Google Shape;9504;p71"/>
            <p:cNvSpPr/>
            <p:nvPr/>
          </p:nvSpPr>
          <p:spPr>
            <a:xfrm>
              <a:off x="1487200" y="2731050"/>
              <a:ext cx="483125" cy="368025"/>
            </a:xfrm>
            <a:custGeom>
              <a:avLst/>
              <a:gdLst/>
              <a:ahLst/>
              <a:cxnLst/>
              <a:rect l="l" t="t" r="r" b="b"/>
              <a:pathLst>
                <a:path w="19325" h="14721" extrusionOk="0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5" name="Google Shape;9505;p71"/>
            <p:cNvSpPr/>
            <p:nvPr/>
          </p:nvSpPr>
          <p:spPr>
            <a:xfrm>
              <a:off x="1658025" y="2615925"/>
              <a:ext cx="141550" cy="143450"/>
            </a:xfrm>
            <a:custGeom>
              <a:avLst/>
              <a:gdLst/>
              <a:ahLst/>
              <a:cxnLst/>
              <a:rect l="l" t="t" r="r" b="b"/>
              <a:pathLst>
                <a:path w="5662" h="5738" extrusionOk="0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06" name="Google Shape;9506;p71"/>
          <p:cNvGrpSpPr/>
          <p:nvPr/>
        </p:nvGrpSpPr>
        <p:grpSpPr>
          <a:xfrm>
            <a:off x="7852716" y="3049900"/>
            <a:ext cx="471419" cy="453581"/>
            <a:chOff x="2077575" y="2615925"/>
            <a:chExt cx="502150" cy="483150"/>
          </a:xfrm>
        </p:grpSpPr>
        <p:sp>
          <p:nvSpPr>
            <p:cNvPr id="9507" name="Google Shape;9507;p71"/>
            <p:cNvSpPr/>
            <p:nvPr/>
          </p:nvSpPr>
          <p:spPr>
            <a:xfrm>
              <a:off x="2213375" y="2817500"/>
              <a:ext cx="151225" cy="148400"/>
            </a:xfrm>
            <a:custGeom>
              <a:avLst/>
              <a:gdLst/>
              <a:ahLst/>
              <a:cxnLst/>
              <a:rect l="l" t="t" r="r" b="b"/>
              <a:pathLst>
                <a:path w="6049" h="5936" extrusionOk="0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8" name="Google Shape;9508;p71"/>
            <p:cNvSpPr/>
            <p:nvPr/>
          </p:nvSpPr>
          <p:spPr>
            <a:xfrm>
              <a:off x="2333550" y="2737450"/>
              <a:ext cx="51050" cy="48325"/>
            </a:xfrm>
            <a:custGeom>
              <a:avLst/>
              <a:gdLst/>
              <a:ahLst/>
              <a:cxnLst/>
              <a:rect l="l" t="t" r="r" b="b"/>
              <a:pathLst>
                <a:path w="2042" h="1933" extrusionOk="0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09" name="Google Shape;9509;p71"/>
            <p:cNvSpPr/>
            <p:nvPr/>
          </p:nvSpPr>
          <p:spPr>
            <a:xfrm>
              <a:off x="2393550" y="2797500"/>
              <a:ext cx="51125" cy="48375"/>
            </a:xfrm>
            <a:custGeom>
              <a:avLst/>
              <a:gdLst/>
              <a:ahLst/>
              <a:cxnLst/>
              <a:rect l="l" t="t" r="r" b="b"/>
              <a:pathLst>
                <a:path w="2045" h="1935" extrusionOk="0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10" name="Google Shape;9510;p71"/>
            <p:cNvSpPr/>
            <p:nvPr/>
          </p:nvSpPr>
          <p:spPr>
            <a:xfrm>
              <a:off x="2077575" y="2615925"/>
              <a:ext cx="502150" cy="483150"/>
            </a:xfrm>
            <a:custGeom>
              <a:avLst/>
              <a:gdLst/>
              <a:ahLst/>
              <a:cxnLst/>
              <a:rect l="l" t="t" r="r" b="b"/>
              <a:pathLst>
                <a:path w="20086" h="19326" extrusionOk="0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11" name="Google Shape;9511;p71"/>
          <p:cNvGrpSpPr/>
          <p:nvPr/>
        </p:nvGrpSpPr>
        <p:grpSpPr>
          <a:xfrm>
            <a:off x="8417768" y="3071269"/>
            <a:ext cx="446048" cy="410843"/>
            <a:chOff x="2680100" y="2638725"/>
            <a:chExt cx="475125" cy="437625"/>
          </a:xfrm>
        </p:grpSpPr>
        <p:sp>
          <p:nvSpPr>
            <p:cNvPr id="9512" name="Google Shape;9512;p71"/>
            <p:cNvSpPr/>
            <p:nvPr/>
          </p:nvSpPr>
          <p:spPr>
            <a:xfrm>
              <a:off x="2680100" y="2638725"/>
              <a:ext cx="475125" cy="437625"/>
            </a:xfrm>
            <a:custGeom>
              <a:avLst/>
              <a:gdLst/>
              <a:ahLst/>
              <a:cxnLst/>
              <a:rect l="l" t="t" r="r" b="b"/>
              <a:pathLst>
                <a:path w="19005" h="17505" extrusionOk="0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13" name="Google Shape;9513;p71"/>
            <p:cNvSpPr/>
            <p:nvPr/>
          </p:nvSpPr>
          <p:spPr>
            <a:xfrm>
              <a:off x="2795000" y="2810525"/>
              <a:ext cx="237800" cy="164300"/>
            </a:xfrm>
            <a:custGeom>
              <a:avLst/>
              <a:gdLst/>
              <a:ahLst/>
              <a:cxnLst/>
              <a:rect l="l" t="t" r="r" b="b"/>
              <a:pathLst>
                <a:path w="9512" h="6572" extrusionOk="0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14" name="Google Shape;9514;p71"/>
            <p:cNvSpPr/>
            <p:nvPr/>
          </p:nvSpPr>
          <p:spPr>
            <a:xfrm>
              <a:off x="2871900" y="2856725"/>
              <a:ext cx="91525" cy="28350"/>
            </a:xfrm>
            <a:custGeom>
              <a:avLst/>
              <a:gdLst/>
              <a:ahLst/>
              <a:cxnLst/>
              <a:rect l="l" t="t" r="r" b="b"/>
              <a:pathLst>
                <a:path w="3661" h="1134" extrusionOk="0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15" name="Google Shape;9515;p71"/>
            <p:cNvSpPr/>
            <p:nvPr/>
          </p:nvSpPr>
          <p:spPr>
            <a:xfrm>
              <a:off x="2845500" y="2900300"/>
              <a:ext cx="144350" cy="28325"/>
            </a:xfrm>
            <a:custGeom>
              <a:avLst/>
              <a:gdLst/>
              <a:ahLst/>
              <a:cxnLst/>
              <a:rect l="l" t="t" r="r" b="b"/>
              <a:pathLst>
                <a:path w="5774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16" name="Google Shape;9516;p71"/>
          <p:cNvGrpSpPr/>
          <p:nvPr/>
        </p:nvGrpSpPr>
        <p:grpSpPr>
          <a:xfrm>
            <a:off x="9038621" y="3049900"/>
            <a:ext cx="318911" cy="453581"/>
            <a:chOff x="3342275" y="2615925"/>
            <a:chExt cx="339700" cy="483150"/>
          </a:xfrm>
        </p:grpSpPr>
        <p:sp>
          <p:nvSpPr>
            <p:cNvPr id="9517" name="Google Shape;9517;p71"/>
            <p:cNvSpPr/>
            <p:nvPr/>
          </p:nvSpPr>
          <p:spPr>
            <a:xfrm>
              <a:off x="3342275" y="2615925"/>
              <a:ext cx="339700" cy="483150"/>
            </a:xfrm>
            <a:custGeom>
              <a:avLst/>
              <a:gdLst/>
              <a:ahLst/>
              <a:cxnLst/>
              <a:rect l="l" t="t" r="r" b="b"/>
              <a:pathLst>
                <a:path w="13588" h="19326" extrusionOk="0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18" name="Google Shape;9518;p71"/>
            <p:cNvSpPr/>
            <p:nvPr/>
          </p:nvSpPr>
          <p:spPr>
            <a:xfrm>
              <a:off x="3461600" y="3030200"/>
              <a:ext cx="101025" cy="28325"/>
            </a:xfrm>
            <a:custGeom>
              <a:avLst/>
              <a:gdLst/>
              <a:ahLst/>
              <a:cxnLst/>
              <a:rect l="l" t="t" r="r" b="b"/>
              <a:pathLst>
                <a:path w="4041" h="1133" extrusionOk="0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19" name="Google Shape;9519;p71"/>
          <p:cNvSpPr/>
          <p:nvPr/>
        </p:nvSpPr>
        <p:spPr>
          <a:xfrm>
            <a:off x="9562950" y="3049467"/>
            <a:ext cx="372069" cy="453581"/>
          </a:xfrm>
          <a:custGeom>
            <a:avLst/>
            <a:gdLst/>
            <a:ahLst/>
            <a:cxnLst/>
            <a:rect l="l" t="t" r="r" b="b"/>
            <a:pathLst>
              <a:path w="15853" h="19326" extrusionOk="0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520" name="Google Shape;9520;p71"/>
          <p:cNvSpPr/>
          <p:nvPr/>
        </p:nvSpPr>
        <p:spPr>
          <a:xfrm>
            <a:off x="10086995" y="3063640"/>
            <a:ext cx="453581" cy="425229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521" name="Google Shape;9521;p71"/>
          <p:cNvSpPr/>
          <p:nvPr/>
        </p:nvSpPr>
        <p:spPr>
          <a:xfrm>
            <a:off x="10653468" y="3063640"/>
            <a:ext cx="453581" cy="425229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22" name="Google Shape;9522;p71"/>
          <p:cNvGrpSpPr/>
          <p:nvPr/>
        </p:nvGrpSpPr>
        <p:grpSpPr>
          <a:xfrm>
            <a:off x="8554461" y="5275236"/>
            <a:ext cx="452643" cy="452361"/>
            <a:chOff x="5648900" y="2616600"/>
            <a:chExt cx="482150" cy="481850"/>
          </a:xfrm>
        </p:grpSpPr>
        <p:sp>
          <p:nvSpPr>
            <p:cNvPr id="9523" name="Google Shape;9523;p71"/>
            <p:cNvSpPr/>
            <p:nvPr/>
          </p:nvSpPr>
          <p:spPr>
            <a:xfrm>
              <a:off x="5811500" y="2777025"/>
              <a:ext cx="156875" cy="148275"/>
            </a:xfrm>
            <a:custGeom>
              <a:avLst/>
              <a:gdLst/>
              <a:ahLst/>
              <a:cxnLst/>
              <a:rect l="l" t="t" r="r" b="b"/>
              <a:pathLst>
                <a:path w="6275" h="5931" extrusionOk="0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24" name="Google Shape;9524;p71"/>
            <p:cNvSpPr/>
            <p:nvPr/>
          </p:nvSpPr>
          <p:spPr>
            <a:xfrm>
              <a:off x="5648900" y="2616600"/>
              <a:ext cx="482150" cy="481850"/>
            </a:xfrm>
            <a:custGeom>
              <a:avLst/>
              <a:gdLst/>
              <a:ahLst/>
              <a:cxnLst/>
              <a:rect l="l" t="t" r="r" b="b"/>
              <a:pathLst>
                <a:path w="19286" h="19274" extrusionOk="0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25" name="Google Shape;9525;p71"/>
          <p:cNvGrpSpPr/>
          <p:nvPr/>
        </p:nvGrpSpPr>
        <p:grpSpPr>
          <a:xfrm>
            <a:off x="6313507" y="5284189"/>
            <a:ext cx="434168" cy="434259"/>
            <a:chOff x="6242825" y="2615925"/>
            <a:chExt cx="483125" cy="483225"/>
          </a:xfrm>
        </p:grpSpPr>
        <p:sp>
          <p:nvSpPr>
            <p:cNvPr id="9526" name="Google Shape;9526;p71"/>
            <p:cNvSpPr/>
            <p:nvPr/>
          </p:nvSpPr>
          <p:spPr>
            <a:xfrm>
              <a:off x="6242825" y="2672550"/>
              <a:ext cx="483125" cy="426600"/>
            </a:xfrm>
            <a:custGeom>
              <a:avLst/>
              <a:gdLst/>
              <a:ahLst/>
              <a:cxnLst/>
              <a:rect l="l" t="t" r="r" b="b"/>
              <a:pathLst>
                <a:path w="19325" h="17064" extrusionOk="0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27" name="Google Shape;9527;p71"/>
            <p:cNvSpPr/>
            <p:nvPr/>
          </p:nvSpPr>
          <p:spPr>
            <a:xfrm>
              <a:off x="6413650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28" name="Google Shape;9528;p71"/>
            <p:cNvSpPr/>
            <p:nvPr/>
          </p:nvSpPr>
          <p:spPr>
            <a:xfrm>
              <a:off x="6526875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29" name="Google Shape;9529;p71"/>
            <p:cNvSpPr/>
            <p:nvPr/>
          </p:nvSpPr>
          <p:spPr>
            <a:xfrm>
              <a:off x="6611800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30" name="Google Shape;9530;p71"/>
            <p:cNvSpPr/>
            <p:nvPr/>
          </p:nvSpPr>
          <p:spPr>
            <a:xfrm>
              <a:off x="6328725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31" name="Google Shape;9531;p71"/>
          <p:cNvSpPr/>
          <p:nvPr/>
        </p:nvSpPr>
        <p:spPr>
          <a:xfrm>
            <a:off x="6738013" y="3621522"/>
            <a:ext cx="461303" cy="428233"/>
          </a:xfrm>
          <a:custGeom>
            <a:avLst/>
            <a:gdLst/>
            <a:ahLst/>
            <a:cxnLst/>
            <a:rect l="l" t="t" r="r" b="b"/>
            <a:pathLst>
              <a:path w="19655" h="18246" extrusionOk="0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32" name="Google Shape;9532;p71"/>
          <p:cNvGrpSpPr/>
          <p:nvPr/>
        </p:nvGrpSpPr>
        <p:grpSpPr>
          <a:xfrm>
            <a:off x="7318173" y="3609382"/>
            <a:ext cx="456116" cy="453581"/>
            <a:chOff x="1487200" y="3210375"/>
            <a:chExt cx="485850" cy="483150"/>
          </a:xfrm>
        </p:grpSpPr>
        <p:sp>
          <p:nvSpPr>
            <p:cNvPr id="9533" name="Google Shape;9533;p71"/>
            <p:cNvSpPr/>
            <p:nvPr/>
          </p:nvSpPr>
          <p:spPr>
            <a:xfrm>
              <a:off x="1712075" y="3294975"/>
              <a:ext cx="146750" cy="141525"/>
            </a:xfrm>
            <a:custGeom>
              <a:avLst/>
              <a:gdLst/>
              <a:ahLst/>
              <a:cxnLst/>
              <a:rect l="l" t="t" r="r" b="b"/>
              <a:pathLst>
                <a:path w="5870" h="5661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34" name="Google Shape;9534;p71"/>
            <p:cNvSpPr/>
            <p:nvPr/>
          </p:nvSpPr>
          <p:spPr>
            <a:xfrm>
              <a:off x="1825300" y="3408200"/>
              <a:ext cx="147750" cy="141550"/>
            </a:xfrm>
            <a:custGeom>
              <a:avLst/>
              <a:gdLst/>
              <a:ahLst/>
              <a:cxnLst/>
              <a:rect l="l" t="t" r="r" b="b"/>
              <a:pathLst>
                <a:path w="5910" h="5662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35" name="Google Shape;9535;p71"/>
            <p:cNvSpPr/>
            <p:nvPr/>
          </p:nvSpPr>
          <p:spPr>
            <a:xfrm>
              <a:off x="1487200" y="3210375"/>
              <a:ext cx="410350" cy="483150"/>
            </a:xfrm>
            <a:custGeom>
              <a:avLst/>
              <a:gdLst/>
              <a:ahLst/>
              <a:cxnLst/>
              <a:rect l="l" t="t" r="r" b="b"/>
              <a:pathLst>
                <a:path w="16414" h="19326" extrusionOk="0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36" name="Google Shape;9536;p71"/>
          <p:cNvSpPr/>
          <p:nvPr/>
        </p:nvSpPr>
        <p:spPr>
          <a:xfrm>
            <a:off x="7861326" y="3653000"/>
            <a:ext cx="453557" cy="365264"/>
          </a:xfrm>
          <a:custGeom>
            <a:avLst/>
            <a:gdLst/>
            <a:ahLst/>
            <a:cxnLst/>
            <a:rect l="l" t="t" r="r" b="b"/>
            <a:pathLst>
              <a:path w="19325" h="15563" extrusionOk="0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537" name="Google Shape;9537;p71"/>
          <p:cNvSpPr/>
          <p:nvPr/>
        </p:nvSpPr>
        <p:spPr>
          <a:xfrm>
            <a:off x="8413566" y="3699052"/>
            <a:ext cx="453628" cy="273144"/>
          </a:xfrm>
          <a:custGeom>
            <a:avLst/>
            <a:gdLst/>
            <a:ahLst/>
            <a:cxnLst/>
            <a:rect l="l" t="t" r="r" b="b"/>
            <a:pathLst>
              <a:path w="19328" h="11638" extrusionOk="0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38" name="Google Shape;9538;p71"/>
          <p:cNvGrpSpPr/>
          <p:nvPr/>
        </p:nvGrpSpPr>
        <p:grpSpPr>
          <a:xfrm>
            <a:off x="8970651" y="3609370"/>
            <a:ext cx="454848" cy="453605"/>
            <a:chOff x="3269875" y="3210400"/>
            <a:chExt cx="484500" cy="483175"/>
          </a:xfrm>
        </p:grpSpPr>
        <p:sp>
          <p:nvSpPr>
            <p:cNvPr id="9539" name="Google Shape;9539;p71"/>
            <p:cNvSpPr/>
            <p:nvPr/>
          </p:nvSpPr>
          <p:spPr>
            <a:xfrm>
              <a:off x="3364000" y="3303850"/>
              <a:ext cx="296300" cy="296300"/>
            </a:xfrm>
            <a:custGeom>
              <a:avLst/>
              <a:gdLst/>
              <a:ahLst/>
              <a:cxnLst/>
              <a:rect l="l" t="t" r="r" b="b"/>
              <a:pathLst>
                <a:path w="11852" h="11852" extrusionOk="0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40" name="Google Shape;9540;p71"/>
            <p:cNvSpPr/>
            <p:nvPr/>
          </p:nvSpPr>
          <p:spPr>
            <a:xfrm>
              <a:off x="3269875" y="3210400"/>
              <a:ext cx="484500" cy="483175"/>
            </a:xfrm>
            <a:custGeom>
              <a:avLst/>
              <a:gdLst/>
              <a:ahLst/>
              <a:cxnLst/>
              <a:rect l="l" t="t" r="r" b="b"/>
              <a:pathLst>
                <a:path w="19380" h="19327" extrusionOk="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41" name="Google Shape;9541;p71"/>
          <p:cNvGrpSpPr/>
          <p:nvPr/>
        </p:nvGrpSpPr>
        <p:grpSpPr>
          <a:xfrm>
            <a:off x="9636109" y="3608889"/>
            <a:ext cx="226955" cy="454567"/>
            <a:chOff x="3985700" y="3210375"/>
            <a:chExt cx="241750" cy="484200"/>
          </a:xfrm>
        </p:grpSpPr>
        <p:sp>
          <p:nvSpPr>
            <p:cNvPr id="9542" name="Google Shape;9542;p71"/>
            <p:cNvSpPr/>
            <p:nvPr/>
          </p:nvSpPr>
          <p:spPr>
            <a:xfrm>
              <a:off x="4042700" y="3294475"/>
              <a:ext cx="127750" cy="339425"/>
            </a:xfrm>
            <a:custGeom>
              <a:avLst/>
              <a:gdLst/>
              <a:ahLst/>
              <a:cxnLst/>
              <a:rect l="l" t="t" r="r" b="b"/>
              <a:pathLst>
                <a:path w="5110" h="13577" extrusionOk="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43" name="Google Shape;9543;p71"/>
            <p:cNvSpPr/>
            <p:nvPr/>
          </p:nvSpPr>
          <p:spPr>
            <a:xfrm>
              <a:off x="3985700" y="3210375"/>
              <a:ext cx="241750" cy="484200"/>
            </a:xfrm>
            <a:custGeom>
              <a:avLst/>
              <a:gdLst/>
              <a:ahLst/>
              <a:cxnLst/>
              <a:rect l="l" t="t" r="r" b="b"/>
              <a:pathLst>
                <a:path w="9670" h="19368" extrusionOk="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44" name="Google Shape;9544;p71"/>
          <p:cNvGrpSpPr/>
          <p:nvPr/>
        </p:nvGrpSpPr>
        <p:grpSpPr>
          <a:xfrm>
            <a:off x="10088469" y="3610238"/>
            <a:ext cx="452009" cy="451868"/>
            <a:chOff x="4460225" y="3211300"/>
            <a:chExt cx="481475" cy="481325"/>
          </a:xfrm>
        </p:grpSpPr>
        <p:sp>
          <p:nvSpPr>
            <p:cNvPr id="9545" name="Google Shape;9545;p71"/>
            <p:cNvSpPr/>
            <p:nvPr/>
          </p:nvSpPr>
          <p:spPr>
            <a:xfrm>
              <a:off x="4602350" y="3353250"/>
              <a:ext cx="205125" cy="197375"/>
            </a:xfrm>
            <a:custGeom>
              <a:avLst/>
              <a:gdLst/>
              <a:ahLst/>
              <a:cxnLst/>
              <a:rect l="l" t="t" r="r" b="b"/>
              <a:pathLst>
                <a:path w="8205" h="7895" extrusionOk="0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46" name="Google Shape;9546;p71"/>
            <p:cNvSpPr/>
            <p:nvPr/>
          </p:nvSpPr>
          <p:spPr>
            <a:xfrm>
              <a:off x="4460225" y="3211300"/>
              <a:ext cx="481475" cy="481325"/>
            </a:xfrm>
            <a:custGeom>
              <a:avLst/>
              <a:gdLst/>
              <a:ahLst/>
              <a:cxnLst/>
              <a:rect l="l" t="t" r="r" b="b"/>
              <a:pathLst>
                <a:path w="19259" h="19253" extrusionOk="0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47" name="Google Shape;9547;p71"/>
          <p:cNvSpPr/>
          <p:nvPr/>
        </p:nvSpPr>
        <p:spPr>
          <a:xfrm>
            <a:off x="10653468" y="3635273"/>
            <a:ext cx="453581" cy="400727"/>
          </a:xfrm>
          <a:custGeom>
            <a:avLst/>
            <a:gdLst/>
            <a:ahLst/>
            <a:cxnLst/>
            <a:rect l="l" t="t" r="r" b="b"/>
            <a:pathLst>
              <a:path w="19326" h="17074" extrusionOk="0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48" name="Google Shape;9548;p71"/>
          <p:cNvGrpSpPr/>
          <p:nvPr/>
        </p:nvGrpSpPr>
        <p:grpSpPr>
          <a:xfrm>
            <a:off x="9146251" y="5314342"/>
            <a:ext cx="456045" cy="374205"/>
            <a:chOff x="5647000" y="3252650"/>
            <a:chExt cx="485775" cy="398600"/>
          </a:xfrm>
        </p:grpSpPr>
        <p:sp>
          <p:nvSpPr>
            <p:cNvPr id="9549" name="Google Shape;9549;p71"/>
            <p:cNvSpPr/>
            <p:nvPr/>
          </p:nvSpPr>
          <p:spPr>
            <a:xfrm>
              <a:off x="5762575" y="3252650"/>
              <a:ext cx="113250" cy="143825"/>
            </a:xfrm>
            <a:custGeom>
              <a:avLst/>
              <a:gdLst/>
              <a:ahLst/>
              <a:cxnLst/>
              <a:rect l="l" t="t" r="r" b="b"/>
              <a:pathLst>
                <a:path w="4530" h="5753" extrusionOk="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0" name="Google Shape;9550;p71"/>
            <p:cNvSpPr/>
            <p:nvPr/>
          </p:nvSpPr>
          <p:spPr>
            <a:xfrm>
              <a:off x="5647000" y="3371750"/>
              <a:ext cx="124425" cy="136450"/>
            </a:xfrm>
            <a:custGeom>
              <a:avLst/>
              <a:gdLst/>
              <a:ahLst/>
              <a:cxnLst/>
              <a:rect l="l" t="t" r="r" b="b"/>
              <a:pathLst>
                <a:path w="4977" h="5458" extrusionOk="0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1" name="Google Shape;9551;p71"/>
            <p:cNvSpPr/>
            <p:nvPr/>
          </p:nvSpPr>
          <p:spPr>
            <a:xfrm>
              <a:off x="5904100" y="3252650"/>
              <a:ext cx="113275" cy="143825"/>
            </a:xfrm>
            <a:custGeom>
              <a:avLst/>
              <a:gdLst/>
              <a:ahLst/>
              <a:cxnLst/>
              <a:rect l="l" t="t" r="r" b="b"/>
              <a:pathLst>
                <a:path w="4531" h="5753" extrusionOk="0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2" name="Google Shape;9552;p71"/>
            <p:cNvSpPr/>
            <p:nvPr/>
          </p:nvSpPr>
          <p:spPr>
            <a:xfrm>
              <a:off x="5996750" y="3371150"/>
              <a:ext cx="136025" cy="136525"/>
            </a:xfrm>
            <a:custGeom>
              <a:avLst/>
              <a:gdLst/>
              <a:ahLst/>
              <a:cxnLst/>
              <a:rect l="l" t="t" r="r" b="b"/>
              <a:pathLst>
                <a:path w="5441" h="5461" extrusionOk="0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3" name="Google Shape;9553;p71"/>
            <p:cNvSpPr/>
            <p:nvPr/>
          </p:nvSpPr>
          <p:spPr>
            <a:xfrm>
              <a:off x="5734275" y="3424700"/>
              <a:ext cx="311325" cy="226550"/>
            </a:xfrm>
            <a:custGeom>
              <a:avLst/>
              <a:gdLst/>
              <a:ahLst/>
              <a:cxnLst/>
              <a:rect l="l" t="t" r="r" b="b"/>
              <a:pathLst>
                <a:path w="12453" h="9062" extrusionOk="0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54" name="Google Shape;9554;p71"/>
          <p:cNvGrpSpPr/>
          <p:nvPr/>
        </p:nvGrpSpPr>
        <p:grpSpPr>
          <a:xfrm>
            <a:off x="6886838" y="5322357"/>
            <a:ext cx="435381" cy="357939"/>
            <a:chOff x="6242450" y="3252800"/>
            <a:chExt cx="484475" cy="398300"/>
          </a:xfrm>
        </p:grpSpPr>
        <p:sp>
          <p:nvSpPr>
            <p:cNvPr id="9555" name="Google Shape;9555;p71"/>
            <p:cNvSpPr/>
            <p:nvPr/>
          </p:nvSpPr>
          <p:spPr>
            <a:xfrm>
              <a:off x="6626825" y="342717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6" name="Google Shape;9556;p71"/>
            <p:cNvSpPr/>
            <p:nvPr/>
          </p:nvSpPr>
          <p:spPr>
            <a:xfrm>
              <a:off x="6508150" y="3418300"/>
              <a:ext cx="45550" cy="68400"/>
            </a:xfrm>
            <a:custGeom>
              <a:avLst/>
              <a:gdLst/>
              <a:ahLst/>
              <a:cxnLst/>
              <a:rect l="l" t="t" r="r" b="b"/>
              <a:pathLst>
                <a:path w="1822" h="2736" extrusionOk="0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57" name="Google Shape;9557;p71"/>
            <p:cNvSpPr/>
            <p:nvPr/>
          </p:nvSpPr>
          <p:spPr>
            <a:xfrm>
              <a:off x="6242450" y="3252800"/>
              <a:ext cx="484475" cy="398300"/>
            </a:xfrm>
            <a:custGeom>
              <a:avLst/>
              <a:gdLst/>
              <a:ahLst/>
              <a:cxnLst/>
              <a:rect l="l" t="t" r="r" b="b"/>
              <a:pathLst>
                <a:path w="19379" h="15932" extrusionOk="0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58" name="Google Shape;9558;p71"/>
          <p:cNvGrpSpPr/>
          <p:nvPr/>
        </p:nvGrpSpPr>
        <p:grpSpPr>
          <a:xfrm>
            <a:off x="6769482" y="4168136"/>
            <a:ext cx="398637" cy="453557"/>
            <a:chOff x="922025" y="3804850"/>
            <a:chExt cx="424625" cy="483125"/>
          </a:xfrm>
        </p:grpSpPr>
        <p:sp>
          <p:nvSpPr>
            <p:cNvPr id="9559" name="Google Shape;9559;p71"/>
            <p:cNvSpPr/>
            <p:nvPr/>
          </p:nvSpPr>
          <p:spPr>
            <a:xfrm>
              <a:off x="922025" y="3804850"/>
              <a:ext cx="424625" cy="483125"/>
            </a:xfrm>
            <a:custGeom>
              <a:avLst/>
              <a:gdLst/>
              <a:ahLst/>
              <a:cxnLst/>
              <a:rect l="l" t="t" r="r" b="b"/>
              <a:pathLst>
                <a:path w="16985" h="19325" extrusionOk="0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60" name="Google Shape;9560;p71"/>
            <p:cNvSpPr/>
            <p:nvPr/>
          </p:nvSpPr>
          <p:spPr>
            <a:xfrm>
              <a:off x="1135200" y="3869900"/>
              <a:ext cx="37850" cy="28400"/>
            </a:xfrm>
            <a:custGeom>
              <a:avLst/>
              <a:gdLst/>
              <a:ahLst/>
              <a:cxnLst/>
              <a:rect l="l" t="t" r="r" b="b"/>
              <a:pathLst>
                <a:path w="1514" h="1136" extrusionOk="0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61" name="Google Shape;9561;p71"/>
          <p:cNvSpPr/>
          <p:nvPr/>
        </p:nvSpPr>
        <p:spPr>
          <a:xfrm>
            <a:off x="7313802" y="4166672"/>
            <a:ext cx="464401" cy="455224"/>
          </a:xfrm>
          <a:custGeom>
            <a:avLst/>
            <a:gdLst/>
            <a:ahLst/>
            <a:cxnLst/>
            <a:rect l="l" t="t" r="r" b="b"/>
            <a:pathLst>
              <a:path w="19787" h="19396" extrusionOk="0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62" name="Google Shape;9562;p71"/>
          <p:cNvGrpSpPr/>
          <p:nvPr/>
        </p:nvGrpSpPr>
        <p:grpSpPr>
          <a:xfrm>
            <a:off x="7879789" y="4168136"/>
            <a:ext cx="417273" cy="453557"/>
            <a:chOff x="2100300" y="3804850"/>
            <a:chExt cx="444475" cy="483125"/>
          </a:xfrm>
        </p:grpSpPr>
        <p:sp>
          <p:nvSpPr>
            <p:cNvPr id="9563" name="Google Shape;9563;p71"/>
            <p:cNvSpPr/>
            <p:nvPr/>
          </p:nvSpPr>
          <p:spPr>
            <a:xfrm>
              <a:off x="2100300" y="3804850"/>
              <a:ext cx="444475" cy="483125"/>
            </a:xfrm>
            <a:custGeom>
              <a:avLst/>
              <a:gdLst/>
              <a:ahLst/>
              <a:cxnLst/>
              <a:rect l="l" t="t" r="r" b="b"/>
              <a:pathLst>
                <a:path w="17779" h="19325" extrusionOk="0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64" name="Google Shape;9564;p71"/>
            <p:cNvSpPr/>
            <p:nvPr/>
          </p:nvSpPr>
          <p:spPr>
            <a:xfrm>
              <a:off x="2280775" y="4003900"/>
              <a:ext cx="88275" cy="85025"/>
            </a:xfrm>
            <a:custGeom>
              <a:avLst/>
              <a:gdLst/>
              <a:ahLst/>
              <a:cxnLst/>
              <a:rect l="l" t="t" r="r" b="b"/>
              <a:pathLst>
                <a:path w="3531" h="3401" extrusionOk="0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65" name="Google Shape;9565;p71"/>
          <p:cNvGrpSpPr/>
          <p:nvPr/>
        </p:nvGrpSpPr>
        <p:grpSpPr>
          <a:xfrm>
            <a:off x="8444618" y="4168136"/>
            <a:ext cx="392348" cy="453557"/>
            <a:chOff x="2708700" y="3804850"/>
            <a:chExt cx="417925" cy="483125"/>
          </a:xfrm>
        </p:grpSpPr>
        <p:sp>
          <p:nvSpPr>
            <p:cNvPr id="9566" name="Google Shape;9566;p71"/>
            <p:cNvSpPr/>
            <p:nvPr/>
          </p:nvSpPr>
          <p:spPr>
            <a:xfrm>
              <a:off x="2708700" y="3804850"/>
              <a:ext cx="417925" cy="483125"/>
            </a:xfrm>
            <a:custGeom>
              <a:avLst/>
              <a:gdLst/>
              <a:ahLst/>
              <a:cxnLst/>
              <a:rect l="l" t="t" r="r" b="b"/>
              <a:pathLst>
                <a:path w="16717" h="19325" extrusionOk="0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67" name="Google Shape;9567;p71"/>
            <p:cNvSpPr/>
            <p:nvPr/>
          </p:nvSpPr>
          <p:spPr>
            <a:xfrm>
              <a:off x="2875975" y="4055200"/>
              <a:ext cx="33100" cy="28350"/>
            </a:xfrm>
            <a:custGeom>
              <a:avLst/>
              <a:gdLst/>
              <a:ahLst/>
              <a:cxnLst/>
              <a:rect l="l" t="t" r="r" b="b"/>
              <a:pathLst>
                <a:path w="1324" h="1134" extrusionOk="0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68" name="Google Shape;9568;p71"/>
            <p:cNvSpPr/>
            <p:nvPr/>
          </p:nvSpPr>
          <p:spPr>
            <a:xfrm>
              <a:off x="2931025" y="4055200"/>
              <a:ext cx="33075" cy="28350"/>
            </a:xfrm>
            <a:custGeom>
              <a:avLst/>
              <a:gdLst/>
              <a:ahLst/>
              <a:cxnLst/>
              <a:rect l="l" t="t" r="r" b="b"/>
              <a:pathLst>
                <a:path w="1323" h="1134" extrusionOk="0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69" name="Google Shape;9569;p71"/>
            <p:cNvSpPr/>
            <p:nvPr/>
          </p:nvSpPr>
          <p:spPr>
            <a:xfrm>
              <a:off x="2903525" y="4008200"/>
              <a:ext cx="28350" cy="28325"/>
            </a:xfrm>
            <a:custGeom>
              <a:avLst/>
              <a:gdLst/>
              <a:ahLst/>
              <a:cxnLst/>
              <a:rect l="l" t="t" r="r" b="b"/>
              <a:pathLst>
                <a:path w="1134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570" name="Google Shape;9570;p71"/>
          <p:cNvSpPr/>
          <p:nvPr/>
        </p:nvSpPr>
        <p:spPr>
          <a:xfrm>
            <a:off x="8970792" y="4221559"/>
            <a:ext cx="453557" cy="345432"/>
          </a:xfrm>
          <a:custGeom>
            <a:avLst/>
            <a:gdLst/>
            <a:ahLst/>
            <a:cxnLst/>
            <a:rect l="l" t="t" r="r" b="b"/>
            <a:pathLst>
              <a:path w="19325" h="14718" extrusionOk="0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9571" name="Google Shape;9571;p71"/>
          <p:cNvSpPr/>
          <p:nvPr/>
        </p:nvSpPr>
        <p:spPr>
          <a:xfrm>
            <a:off x="9539742" y="4167494"/>
            <a:ext cx="418493" cy="453581"/>
          </a:xfrm>
          <a:custGeom>
            <a:avLst/>
            <a:gdLst/>
            <a:ahLst/>
            <a:cxnLst/>
            <a:rect l="l" t="t" r="r" b="b"/>
            <a:pathLst>
              <a:path w="17831" h="19326" extrusionOk="0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572" name="Google Shape;9572;p71"/>
          <p:cNvGrpSpPr/>
          <p:nvPr/>
        </p:nvGrpSpPr>
        <p:grpSpPr>
          <a:xfrm>
            <a:off x="10093785" y="4169837"/>
            <a:ext cx="441377" cy="450155"/>
            <a:chOff x="4467450" y="3808475"/>
            <a:chExt cx="470150" cy="479500"/>
          </a:xfrm>
        </p:grpSpPr>
        <p:sp>
          <p:nvSpPr>
            <p:cNvPr id="9573" name="Google Shape;9573;p71"/>
            <p:cNvSpPr/>
            <p:nvPr/>
          </p:nvSpPr>
          <p:spPr>
            <a:xfrm>
              <a:off x="4729325" y="3808475"/>
              <a:ext cx="56625" cy="138200"/>
            </a:xfrm>
            <a:custGeom>
              <a:avLst/>
              <a:gdLst/>
              <a:ahLst/>
              <a:cxnLst/>
              <a:rect l="l" t="t" r="r" b="b"/>
              <a:pathLst>
                <a:path w="2265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74" name="Google Shape;9574;p71"/>
            <p:cNvSpPr/>
            <p:nvPr/>
          </p:nvSpPr>
          <p:spPr>
            <a:xfrm>
              <a:off x="4644400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75" name="Google Shape;9575;p71"/>
            <p:cNvSpPr/>
            <p:nvPr/>
          </p:nvSpPr>
          <p:spPr>
            <a:xfrm>
              <a:off x="4559475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76" name="Google Shape;9576;p71"/>
            <p:cNvSpPr/>
            <p:nvPr/>
          </p:nvSpPr>
          <p:spPr>
            <a:xfrm>
              <a:off x="4467450" y="3975675"/>
              <a:ext cx="470150" cy="312300"/>
            </a:xfrm>
            <a:custGeom>
              <a:avLst/>
              <a:gdLst/>
              <a:ahLst/>
              <a:cxnLst/>
              <a:rect l="l" t="t" r="r" b="b"/>
              <a:pathLst>
                <a:path w="18806" h="12492" extrusionOk="0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77" name="Google Shape;9577;p71"/>
          <p:cNvGrpSpPr/>
          <p:nvPr/>
        </p:nvGrpSpPr>
        <p:grpSpPr>
          <a:xfrm>
            <a:off x="10654247" y="4168136"/>
            <a:ext cx="453581" cy="453557"/>
            <a:chOff x="5053900" y="3804850"/>
            <a:chExt cx="483150" cy="483125"/>
          </a:xfrm>
        </p:grpSpPr>
        <p:sp>
          <p:nvSpPr>
            <p:cNvPr id="9578" name="Google Shape;9578;p71"/>
            <p:cNvSpPr/>
            <p:nvPr/>
          </p:nvSpPr>
          <p:spPr>
            <a:xfrm>
              <a:off x="5053900" y="3804850"/>
              <a:ext cx="483150" cy="483125"/>
            </a:xfrm>
            <a:custGeom>
              <a:avLst/>
              <a:gdLst/>
              <a:ahLst/>
              <a:cxnLst/>
              <a:rect l="l" t="t" r="r" b="b"/>
              <a:pathLst>
                <a:path w="19326" h="19325" extrusionOk="0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79" name="Google Shape;9579;p71"/>
            <p:cNvSpPr/>
            <p:nvPr/>
          </p:nvSpPr>
          <p:spPr>
            <a:xfrm>
              <a:off x="516812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0" name="Google Shape;9580;p71"/>
            <p:cNvSpPr/>
            <p:nvPr/>
          </p:nvSpPr>
          <p:spPr>
            <a:xfrm>
              <a:off x="5334575" y="3947350"/>
              <a:ext cx="88325" cy="84950"/>
            </a:xfrm>
            <a:custGeom>
              <a:avLst/>
              <a:gdLst/>
              <a:ahLst/>
              <a:cxnLst/>
              <a:rect l="l" t="t" r="r" b="b"/>
              <a:pathLst>
                <a:path w="3533" h="3398" extrusionOk="0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1" name="Google Shape;9581;p71"/>
            <p:cNvSpPr/>
            <p:nvPr/>
          </p:nvSpPr>
          <p:spPr>
            <a:xfrm>
              <a:off x="5170150" y="4060600"/>
              <a:ext cx="250650" cy="113225"/>
            </a:xfrm>
            <a:custGeom>
              <a:avLst/>
              <a:gdLst/>
              <a:ahLst/>
              <a:cxnLst/>
              <a:rect l="l" t="t" r="r" b="b"/>
              <a:pathLst>
                <a:path w="10026" h="4529" extrusionOk="0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82" name="Google Shape;9582;p71"/>
          <p:cNvGrpSpPr/>
          <p:nvPr/>
        </p:nvGrpSpPr>
        <p:grpSpPr>
          <a:xfrm>
            <a:off x="9741442" y="5274695"/>
            <a:ext cx="453557" cy="453557"/>
            <a:chOff x="5648375" y="3804850"/>
            <a:chExt cx="483125" cy="483125"/>
          </a:xfrm>
        </p:grpSpPr>
        <p:sp>
          <p:nvSpPr>
            <p:cNvPr id="9583" name="Google Shape;9583;p71"/>
            <p:cNvSpPr/>
            <p:nvPr/>
          </p:nvSpPr>
          <p:spPr>
            <a:xfrm>
              <a:off x="5648375" y="38048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4" name="Google Shape;9584;p71"/>
            <p:cNvSpPr/>
            <p:nvPr/>
          </p:nvSpPr>
          <p:spPr>
            <a:xfrm>
              <a:off x="576257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5" name="Google Shape;9585;p71"/>
            <p:cNvSpPr/>
            <p:nvPr/>
          </p:nvSpPr>
          <p:spPr>
            <a:xfrm>
              <a:off x="5932425" y="3947300"/>
              <a:ext cx="88250" cy="85000"/>
            </a:xfrm>
            <a:custGeom>
              <a:avLst/>
              <a:gdLst/>
              <a:ahLst/>
              <a:cxnLst/>
              <a:rect l="l" t="t" r="r" b="b"/>
              <a:pathLst>
                <a:path w="3530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6" name="Google Shape;9586;p71"/>
            <p:cNvSpPr/>
            <p:nvPr/>
          </p:nvSpPr>
          <p:spPr>
            <a:xfrm>
              <a:off x="5762575" y="4060600"/>
              <a:ext cx="254800" cy="141550"/>
            </a:xfrm>
            <a:custGeom>
              <a:avLst/>
              <a:gdLst/>
              <a:ahLst/>
              <a:cxnLst/>
              <a:rect l="l" t="t" r="r" b="b"/>
              <a:pathLst>
                <a:path w="10192" h="5662" extrusionOk="0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87" name="Google Shape;9587;p71"/>
          <p:cNvGrpSpPr/>
          <p:nvPr/>
        </p:nvGrpSpPr>
        <p:grpSpPr>
          <a:xfrm>
            <a:off x="7461382" y="5291038"/>
            <a:ext cx="374564" cy="420599"/>
            <a:chOff x="6276025" y="3812400"/>
            <a:chExt cx="416800" cy="468025"/>
          </a:xfrm>
        </p:grpSpPr>
        <p:sp>
          <p:nvSpPr>
            <p:cNvPr id="9588" name="Google Shape;9588;p71"/>
            <p:cNvSpPr/>
            <p:nvPr/>
          </p:nvSpPr>
          <p:spPr>
            <a:xfrm>
              <a:off x="6276025" y="3812400"/>
              <a:ext cx="416800" cy="468025"/>
            </a:xfrm>
            <a:custGeom>
              <a:avLst/>
              <a:gdLst/>
              <a:ahLst/>
              <a:cxnLst/>
              <a:rect l="l" t="t" r="r" b="b"/>
              <a:pathLst>
                <a:path w="16672" h="18721" extrusionOk="0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89" name="Google Shape;9589;p71"/>
            <p:cNvSpPr/>
            <p:nvPr/>
          </p:nvSpPr>
          <p:spPr>
            <a:xfrm>
              <a:off x="6436375" y="4078825"/>
              <a:ext cx="96025" cy="80400"/>
            </a:xfrm>
            <a:custGeom>
              <a:avLst/>
              <a:gdLst/>
              <a:ahLst/>
              <a:cxnLst/>
              <a:rect l="l" t="t" r="r" b="b"/>
              <a:pathLst>
                <a:path w="3841" h="3216" extrusionOk="0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0" name="Google Shape;9590;p71"/>
            <p:cNvSpPr/>
            <p:nvPr/>
          </p:nvSpPr>
          <p:spPr>
            <a:xfrm>
              <a:off x="6327450" y="3974775"/>
              <a:ext cx="125550" cy="118300"/>
            </a:xfrm>
            <a:custGeom>
              <a:avLst/>
              <a:gdLst/>
              <a:ahLst/>
              <a:cxnLst/>
              <a:rect l="l" t="t" r="r" b="b"/>
              <a:pathLst>
                <a:path w="5022" h="4732" extrusionOk="0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1" name="Google Shape;9591;p71"/>
            <p:cNvSpPr/>
            <p:nvPr/>
          </p:nvSpPr>
          <p:spPr>
            <a:xfrm>
              <a:off x="6515325" y="3974300"/>
              <a:ext cx="126000" cy="118775"/>
            </a:xfrm>
            <a:custGeom>
              <a:avLst/>
              <a:gdLst/>
              <a:ahLst/>
              <a:cxnLst/>
              <a:rect l="l" t="t" r="r" b="b"/>
              <a:pathLst>
                <a:path w="5040" h="4751" extrusionOk="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92" name="Google Shape;9592;p71"/>
          <p:cNvGrpSpPr/>
          <p:nvPr/>
        </p:nvGrpSpPr>
        <p:grpSpPr>
          <a:xfrm>
            <a:off x="6740391" y="4726786"/>
            <a:ext cx="456820" cy="453581"/>
            <a:chOff x="890400" y="4399350"/>
            <a:chExt cx="486600" cy="483150"/>
          </a:xfrm>
        </p:grpSpPr>
        <p:sp>
          <p:nvSpPr>
            <p:cNvPr id="9593" name="Google Shape;9593;p71"/>
            <p:cNvSpPr/>
            <p:nvPr/>
          </p:nvSpPr>
          <p:spPr>
            <a:xfrm>
              <a:off x="1125300" y="4503075"/>
              <a:ext cx="153800" cy="141650"/>
            </a:xfrm>
            <a:custGeom>
              <a:avLst/>
              <a:gdLst/>
              <a:ahLst/>
              <a:cxnLst/>
              <a:rect l="l" t="t" r="r" b="b"/>
              <a:pathLst>
                <a:path w="6152" h="5666" extrusionOk="0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4" name="Google Shape;9594;p71"/>
            <p:cNvSpPr/>
            <p:nvPr/>
          </p:nvSpPr>
          <p:spPr>
            <a:xfrm>
              <a:off x="890400" y="4399350"/>
              <a:ext cx="486600" cy="483150"/>
            </a:xfrm>
            <a:custGeom>
              <a:avLst/>
              <a:gdLst/>
              <a:ahLst/>
              <a:cxnLst/>
              <a:rect l="l" t="t" r="r" b="b"/>
              <a:pathLst>
                <a:path w="19464" h="19326" extrusionOk="0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5" name="Google Shape;9595;p71"/>
            <p:cNvSpPr/>
            <p:nvPr/>
          </p:nvSpPr>
          <p:spPr>
            <a:xfrm>
              <a:off x="1106975" y="46398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596" name="Google Shape;9596;p71"/>
          <p:cNvGrpSpPr/>
          <p:nvPr/>
        </p:nvGrpSpPr>
        <p:grpSpPr>
          <a:xfrm>
            <a:off x="7319451" y="4747158"/>
            <a:ext cx="453557" cy="412837"/>
            <a:chOff x="1487200" y="4421025"/>
            <a:chExt cx="483125" cy="439750"/>
          </a:xfrm>
        </p:grpSpPr>
        <p:sp>
          <p:nvSpPr>
            <p:cNvPr id="9597" name="Google Shape;9597;p71"/>
            <p:cNvSpPr/>
            <p:nvPr/>
          </p:nvSpPr>
          <p:spPr>
            <a:xfrm>
              <a:off x="1487200" y="4421025"/>
              <a:ext cx="483125" cy="439750"/>
            </a:xfrm>
            <a:custGeom>
              <a:avLst/>
              <a:gdLst/>
              <a:ahLst/>
              <a:cxnLst/>
              <a:rect l="l" t="t" r="r" b="b"/>
              <a:pathLst>
                <a:path w="19325" h="17590" extrusionOk="0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8" name="Google Shape;9598;p71"/>
            <p:cNvSpPr/>
            <p:nvPr/>
          </p:nvSpPr>
          <p:spPr>
            <a:xfrm>
              <a:off x="1544950" y="4622200"/>
              <a:ext cx="103950" cy="100025"/>
            </a:xfrm>
            <a:custGeom>
              <a:avLst/>
              <a:gdLst/>
              <a:ahLst/>
              <a:cxnLst/>
              <a:rect l="l" t="t" r="r" b="b"/>
              <a:pathLst>
                <a:path w="4158" h="4001" extrusionOk="0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599" name="Google Shape;9599;p71"/>
            <p:cNvSpPr/>
            <p:nvPr/>
          </p:nvSpPr>
          <p:spPr>
            <a:xfrm>
              <a:off x="1804675" y="4622200"/>
              <a:ext cx="103975" cy="100025"/>
            </a:xfrm>
            <a:custGeom>
              <a:avLst/>
              <a:gdLst/>
              <a:ahLst/>
              <a:cxnLst/>
              <a:rect l="l" t="t" r="r" b="b"/>
              <a:pathLst>
                <a:path w="4159" h="4001" extrusionOk="0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00" name="Google Shape;9600;p71"/>
            <p:cNvSpPr/>
            <p:nvPr/>
          </p:nvSpPr>
          <p:spPr>
            <a:xfrm>
              <a:off x="1667450" y="4661825"/>
              <a:ext cx="119825" cy="28350"/>
            </a:xfrm>
            <a:custGeom>
              <a:avLst/>
              <a:gdLst/>
              <a:ahLst/>
              <a:cxnLst/>
              <a:rect l="l" t="t" r="r" b="b"/>
              <a:pathLst>
                <a:path w="4793" h="1134" extrusionOk="0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01" name="Google Shape;9601;p71"/>
          <p:cNvGrpSpPr/>
          <p:nvPr/>
        </p:nvGrpSpPr>
        <p:grpSpPr>
          <a:xfrm>
            <a:off x="7858490" y="4726810"/>
            <a:ext cx="459871" cy="453535"/>
            <a:chOff x="2079300" y="4399325"/>
            <a:chExt cx="489850" cy="483100"/>
          </a:xfrm>
        </p:grpSpPr>
        <p:sp>
          <p:nvSpPr>
            <p:cNvPr id="9602" name="Google Shape;9602;p71"/>
            <p:cNvSpPr/>
            <p:nvPr/>
          </p:nvSpPr>
          <p:spPr>
            <a:xfrm>
              <a:off x="2079300" y="4399325"/>
              <a:ext cx="489850" cy="483100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03" name="Google Shape;9603;p71"/>
            <p:cNvSpPr/>
            <p:nvPr/>
          </p:nvSpPr>
          <p:spPr>
            <a:xfrm>
              <a:off x="2348725" y="4522375"/>
              <a:ext cx="94375" cy="88150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604" name="Google Shape;9604;p71"/>
          <p:cNvSpPr/>
          <p:nvPr/>
        </p:nvSpPr>
        <p:spPr>
          <a:xfrm>
            <a:off x="8441010" y="4726093"/>
            <a:ext cx="398732" cy="453511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605" name="Google Shape;9605;p71"/>
          <p:cNvGrpSpPr/>
          <p:nvPr/>
        </p:nvGrpSpPr>
        <p:grpSpPr>
          <a:xfrm>
            <a:off x="9013919" y="4726810"/>
            <a:ext cx="368315" cy="453535"/>
            <a:chOff x="3316000" y="4399325"/>
            <a:chExt cx="392325" cy="483100"/>
          </a:xfrm>
        </p:grpSpPr>
        <p:sp>
          <p:nvSpPr>
            <p:cNvPr id="9606" name="Google Shape;9606;p71"/>
            <p:cNvSpPr/>
            <p:nvPr/>
          </p:nvSpPr>
          <p:spPr>
            <a:xfrm>
              <a:off x="3316000" y="4399325"/>
              <a:ext cx="392325" cy="483100"/>
            </a:xfrm>
            <a:custGeom>
              <a:avLst/>
              <a:gdLst/>
              <a:ahLst/>
              <a:cxnLst/>
              <a:rect l="l" t="t" r="r" b="b"/>
              <a:pathLst>
                <a:path w="15693" h="19324" extrusionOk="0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07" name="Google Shape;9607;p71"/>
            <p:cNvSpPr/>
            <p:nvPr/>
          </p:nvSpPr>
          <p:spPr>
            <a:xfrm>
              <a:off x="35823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08" name="Google Shape;9608;p71"/>
          <p:cNvGrpSpPr/>
          <p:nvPr/>
        </p:nvGrpSpPr>
        <p:grpSpPr>
          <a:xfrm>
            <a:off x="9580239" y="4726786"/>
            <a:ext cx="338696" cy="453581"/>
            <a:chOff x="3926225" y="4399275"/>
            <a:chExt cx="360775" cy="483150"/>
          </a:xfrm>
        </p:grpSpPr>
        <p:sp>
          <p:nvSpPr>
            <p:cNvPr id="9609" name="Google Shape;9609;p71"/>
            <p:cNvSpPr/>
            <p:nvPr/>
          </p:nvSpPr>
          <p:spPr>
            <a:xfrm>
              <a:off x="41634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10" name="Google Shape;9610;p71"/>
            <p:cNvSpPr/>
            <p:nvPr/>
          </p:nvSpPr>
          <p:spPr>
            <a:xfrm>
              <a:off x="3926225" y="4399275"/>
              <a:ext cx="360775" cy="483150"/>
            </a:xfrm>
            <a:custGeom>
              <a:avLst/>
              <a:gdLst/>
              <a:ahLst/>
              <a:cxnLst/>
              <a:rect l="l" t="t" r="r" b="b"/>
              <a:pathLst>
                <a:path w="14431" h="19326" extrusionOk="0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611" name="Google Shape;9611;p71"/>
          <p:cNvSpPr/>
          <p:nvPr/>
        </p:nvSpPr>
        <p:spPr>
          <a:xfrm>
            <a:off x="10194178" y="4726104"/>
            <a:ext cx="239183" cy="453488"/>
          </a:xfrm>
          <a:custGeom>
            <a:avLst/>
            <a:gdLst/>
            <a:ahLst/>
            <a:cxnLst/>
            <a:rect l="l" t="t" r="r" b="b"/>
            <a:pathLst>
              <a:path w="10191" h="19322" extrusionOk="0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612" name="Google Shape;9612;p71"/>
          <p:cNvGrpSpPr/>
          <p:nvPr/>
        </p:nvGrpSpPr>
        <p:grpSpPr>
          <a:xfrm>
            <a:off x="10654317" y="4726869"/>
            <a:ext cx="453440" cy="453417"/>
            <a:chOff x="5053975" y="4399375"/>
            <a:chExt cx="483000" cy="482975"/>
          </a:xfrm>
        </p:grpSpPr>
        <p:sp>
          <p:nvSpPr>
            <p:cNvPr id="9613" name="Google Shape;9613;p71"/>
            <p:cNvSpPr/>
            <p:nvPr/>
          </p:nvSpPr>
          <p:spPr>
            <a:xfrm>
              <a:off x="5053975" y="4399375"/>
              <a:ext cx="483000" cy="482975"/>
            </a:xfrm>
            <a:custGeom>
              <a:avLst/>
              <a:gdLst/>
              <a:ahLst/>
              <a:cxnLst/>
              <a:rect l="l" t="t" r="r" b="b"/>
              <a:pathLst>
                <a:path w="19320" h="19319" extrusionOk="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14" name="Google Shape;9614;p71"/>
            <p:cNvSpPr/>
            <p:nvPr/>
          </p:nvSpPr>
          <p:spPr>
            <a:xfrm>
              <a:off x="5100725" y="4528375"/>
              <a:ext cx="309350" cy="296450"/>
            </a:xfrm>
            <a:custGeom>
              <a:avLst/>
              <a:gdLst/>
              <a:ahLst/>
              <a:cxnLst/>
              <a:rect l="l" t="t" r="r" b="b"/>
              <a:pathLst>
                <a:path w="12374" h="11858" extrusionOk="0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15" name="Google Shape;9615;p71"/>
            <p:cNvSpPr/>
            <p:nvPr/>
          </p:nvSpPr>
          <p:spPr>
            <a:xfrm>
              <a:off x="5180875" y="4456850"/>
              <a:ext cx="316625" cy="296575"/>
            </a:xfrm>
            <a:custGeom>
              <a:avLst/>
              <a:gdLst/>
              <a:ahLst/>
              <a:cxnLst/>
              <a:rect l="l" t="t" r="r" b="b"/>
              <a:pathLst>
                <a:path w="12665" h="11863" extrusionOk="0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16" name="Google Shape;9616;p71"/>
          <p:cNvGrpSpPr/>
          <p:nvPr/>
        </p:nvGrpSpPr>
        <p:grpSpPr>
          <a:xfrm>
            <a:off x="10334146" y="5274723"/>
            <a:ext cx="453557" cy="453557"/>
            <a:chOff x="5648375" y="4399300"/>
            <a:chExt cx="483125" cy="483125"/>
          </a:xfrm>
        </p:grpSpPr>
        <p:sp>
          <p:nvSpPr>
            <p:cNvPr id="9617" name="Google Shape;9617;p71"/>
            <p:cNvSpPr/>
            <p:nvPr/>
          </p:nvSpPr>
          <p:spPr>
            <a:xfrm>
              <a:off x="5648375" y="439930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18" name="Google Shape;9618;p71"/>
            <p:cNvSpPr/>
            <p:nvPr/>
          </p:nvSpPr>
          <p:spPr>
            <a:xfrm>
              <a:off x="5734275" y="4598425"/>
              <a:ext cx="311400" cy="84950"/>
            </a:xfrm>
            <a:custGeom>
              <a:avLst/>
              <a:gdLst/>
              <a:ahLst/>
              <a:cxnLst/>
              <a:rect l="l" t="t" r="r" b="b"/>
              <a:pathLst>
                <a:path w="12456" h="3398" extrusionOk="0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19" name="Google Shape;9619;p71"/>
          <p:cNvGrpSpPr/>
          <p:nvPr/>
        </p:nvGrpSpPr>
        <p:grpSpPr>
          <a:xfrm>
            <a:off x="7975109" y="5299516"/>
            <a:ext cx="440009" cy="403659"/>
            <a:chOff x="6239575" y="4416275"/>
            <a:chExt cx="489625" cy="449175"/>
          </a:xfrm>
        </p:grpSpPr>
        <p:sp>
          <p:nvSpPr>
            <p:cNvPr id="9620" name="Google Shape;9620;p71"/>
            <p:cNvSpPr/>
            <p:nvPr/>
          </p:nvSpPr>
          <p:spPr>
            <a:xfrm>
              <a:off x="6239575" y="4416275"/>
              <a:ext cx="489625" cy="449175"/>
            </a:xfrm>
            <a:custGeom>
              <a:avLst/>
              <a:gdLst/>
              <a:ahLst/>
              <a:cxnLst/>
              <a:rect l="l" t="t" r="r" b="b"/>
              <a:pathLst>
                <a:path w="19585" h="17967" extrusionOk="0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21" name="Google Shape;9621;p71"/>
            <p:cNvSpPr/>
            <p:nvPr/>
          </p:nvSpPr>
          <p:spPr>
            <a:xfrm>
              <a:off x="6438550" y="4723875"/>
              <a:ext cx="88350" cy="84950"/>
            </a:xfrm>
            <a:custGeom>
              <a:avLst/>
              <a:gdLst/>
              <a:ahLst/>
              <a:cxnLst/>
              <a:rect l="l" t="t" r="r" b="b"/>
              <a:pathLst>
                <a:path w="3534" h="3398" extrusionOk="0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22" name="Google Shape;9622;p71"/>
            <p:cNvSpPr/>
            <p:nvPr/>
          </p:nvSpPr>
          <p:spPr>
            <a:xfrm>
              <a:off x="6441950" y="4497425"/>
              <a:ext cx="84950" cy="198250"/>
            </a:xfrm>
            <a:custGeom>
              <a:avLst/>
              <a:gdLst/>
              <a:ahLst/>
              <a:cxnLst/>
              <a:rect l="l" t="t" r="r" b="b"/>
              <a:pathLst>
                <a:path w="3398" h="7930" extrusionOk="0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23" name="Google Shape;9623;p71"/>
          <p:cNvGrpSpPr/>
          <p:nvPr/>
        </p:nvGrpSpPr>
        <p:grpSpPr>
          <a:xfrm>
            <a:off x="4112813" y="5295753"/>
            <a:ext cx="410979" cy="410979"/>
            <a:chOff x="892750" y="4993750"/>
            <a:chExt cx="483125" cy="483125"/>
          </a:xfrm>
        </p:grpSpPr>
        <p:sp>
          <p:nvSpPr>
            <p:cNvPr id="9624" name="Google Shape;9624;p71"/>
            <p:cNvSpPr/>
            <p:nvPr/>
          </p:nvSpPr>
          <p:spPr>
            <a:xfrm>
              <a:off x="8927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25" name="Google Shape;9625;p71"/>
            <p:cNvSpPr/>
            <p:nvPr/>
          </p:nvSpPr>
          <p:spPr>
            <a:xfrm>
              <a:off x="1021000" y="5052250"/>
              <a:ext cx="230775" cy="253450"/>
            </a:xfrm>
            <a:custGeom>
              <a:avLst/>
              <a:gdLst/>
              <a:ahLst/>
              <a:cxnLst/>
              <a:rect l="l" t="t" r="r" b="b"/>
              <a:pathLst>
                <a:path w="9231" h="10138" extrusionOk="0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26" name="Google Shape;9626;p71"/>
            <p:cNvSpPr/>
            <p:nvPr/>
          </p:nvSpPr>
          <p:spPr>
            <a:xfrm>
              <a:off x="1088475" y="5334425"/>
              <a:ext cx="88350" cy="84925"/>
            </a:xfrm>
            <a:custGeom>
              <a:avLst/>
              <a:gdLst/>
              <a:ahLst/>
              <a:cxnLst/>
              <a:rect l="l" t="t" r="r" b="b"/>
              <a:pathLst>
                <a:path w="3534" h="3397" extrusionOk="0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27" name="Google Shape;9627;p71"/>
          <p:cNvGrpSpPr/>
          <p:nvPr/>
        </p:nvGrpSpPr>
        <p:grpSpPr>
          <a:xfrm>
            <a:off x="1988437" y="5305584"/>
            <a:ext cx="391976" cy="391976"/>
            <a:chOff x="2676100" y="4993750"/>
            <a:chExt cx="483125" cy="483125"/>
          </a:xfrm>
        </p:grpSpPr>
        <p:sp>
          <p:nvSpPr>
            <p:cNvPr id="9628" name="Google Shape;9628;p71"/>
            <p:cNvSpPr/>
            <p:nvPr/>
          </p:nvSpPr>
          <p:spPr>
            <a:xfrm>
              <a:off x="26761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29" name="Google Shape;9629;p71"/>
            <p:cNvSpPr/>
            <p:nvPr/>
          </p:nvSpPr>
          <p:spPr>
            <a:xfrm>
              <a:off x="2776125" y="5051350"/>
              <a:ext cx="141550" cy="367950"/>
            </a:xfrm>
            <a:custGeom>
              <a:avLst/>
              <a:gdLst/>
              <a:ahLst/>
              <a:cxnLst/>
              <a:rect l="l" t="t" r="r" b="b"/>
              <a:pathLst>
                <a:path w="5662" h="14718" extrusionOk="0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30" name="Google Shape;9630;p71"/>
            <p:cNvSpPr/>
            <p:nvPr/>
          </p:nvSpPr>
          <p:spPr>
            <a:xfrm>
              <a:off x="2945950" y="5051350"/>
              <a:ext cx="113275" cy="367950"/>
            </a:xfrm>
            <a:custGeom>
              <a:avLst/>
              <a:gdLst/>
              <a:ahLst/>
              <a:cxnLst/>
              <a:rect l="l" t="t" r="r" b="b"/>
              <a:pathLst>
                <a:path w="4531" h="14718" extrusionOk="0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31" name="Google Shape;9631;p71"/>
          <p:cNvGrpSpPr/>
          <p:nvPr/>
        </p:nvGrpSpPr>
        <p:grpSpPr>
          <a:xfrm>
            <a:off x="5763247" y="5295753"/>
            <a:ext cx="410979" cy="410979"/>
            <a:chOff x="3270550" y="4993750"/>
            <a:chExt cx="483125" cy="483125"/>
          </a:xfrm>
        </p:grpSpPr>
        <p:sp>
          <p:nvSpPr>
            <p:cNvPr id="9632" name="Google Shape;9632;p71"/>
            <p:cNvSpPr/>
            <p:nvPr/>
          </p:nvSpPr>
          <p:spPr>
            <a:xfrm>
              <a:off x="32705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33" name="Google Shape;9633;p71"/>
            <p:cNvSpPr/>
            <p:nvPr/>
          </p:nvSpPr>
          <p:spPr>
            <a:xfrm>
              <a:off x="3469675" y="50796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34" name="Google Shape;9634;p71"/>
            <p:cNvSpPr/>
            <p:nvPr/>
          </p:nvSpPr>
          <p:spPr>
            <a:xfrm>
              <a:off x="3441375" y="5192875"/>
              <a:ext cx="141475" cy="198175"/>
            </a:xfrm>
            <a:custGeom>
              <a:avLst/>
              <a:gdLst/>
              <a:ahLst/>
              <a:cxnLst/>
              <a:rect l="l" t="t" r="r" b="b"/>
              <a:pathLst>
                <a:path w="5659" h="7927" extrusionOk="0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9635" name="Google Shape;9635;p71"/>
          <p:cNvSpPr/>
          <p:nvPr/>
        </p:nvSpPr>
        <p:spPr>
          <a:xfrm>
            <a:off x="2519407" y="5305242"/>
            <a:ext cx="391996" cy="392097"/>
          </a:xfrm>
          <a:custGeom>
            <a:avLst/>
            <a:gdLst/>
            <a:ahLst/>
            <a:cxnLst/>
            <a:rect l="l" t="t" r="r" b="b"/>
            <a:pathLst>
              <a:path w="19326" h="19331" extrusionOk="0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9636" name="Google Shape;9636;p71"/>
          <p:cNvGrpSpPr/>
          <p:nvPr/>
        </p:nvGrpSpPr>
        <p:grpSpPr>
          <a:xfrm>
            <a:off x="3050791" y="5305524"/>
            <a:ext cx="391996" cy="392097"/>
            <a:chOff x="4459450" y="4993700"/>
            <a:chExt cx="483150" cy="483275"/>
          </a:xfrm>
        </p:grpSpPr>
        <p:sp>
          <p:nvSpPr>
            <p:cNvPr id="9637" name="Google Shape;9637;p71"/>
            <p:cNvSpPr/>
            <p:nvPr/>
          </p:nvSpPr>
          <p:spPr>
            <a:xfrm>
              <a:off x="445945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38" name="Google Shape;9638;p71"/>
            <p:cNvSpPr/>
            <p:nvPr/>
          </p:nvSpPr>
          <p:spPr>
            <a:xfrm>
              <a:off x="4530800" y="5235675"/>
              <a:ext cx="99650" cy="118650"/>
            </a:xfrm>
            <a:custGeom>
              <a:avLst/>
              <a:gdLst/>
              <a:ahLst/>
              <a:cxnLst/>
              <a:rect l="l" t="t" r="r" b="b"/>
              <a:pathLst>
                <a:path w="3986" h="4746" extrusionOk="0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39" name="Google Shape;9639;p71"/>
          <p:cNvGrpSpPr/>
          <p:nvPr/>
        </p:nvGrpSpPr>
        <p:grpSpPr>
          <a:xfrm>
            <a:off x="4662959" y="5295753"/>
            <a:ext cx="410979" cy="410979"/>
            <a:chOff x="1487200" y="4993750"/>
            <a:chExt cx="483125" cy="483125"/>
          </a:xfrm>
        </p:grpSpPr>
        <p:sp>
          <p:nvSpPr>
            <p:cNvPr id="9640" name="Google Shape;9640;p71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41" name="Google Shape;9641;p71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42" name="Google Shape;9642;p71"/>
          <p:cNvGrpSpPr/>
          <p:nvPr/>
        </p:nvGrpSpPr>
        <p:grpSpPr>
          <a:xfrm>
            <a:off x="5213105" y="5295753"/>
            <a:ext cx="410979" cy="410979"/>
            <a:chOff x="2081650" y="4993750"/>
            <a:chExt cx="483125" cy="483125"/>
          </a:xfrm>
        </p:grpSpPr>
        <p:sp>
          <p:nvSpPr>
            <p:cNvPr id="9643" name="Google Shape;9643;p71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44" name="Google Shape;9644;p71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9645" name="Google Shape;9645;p71"/>
          <p:cNvGrpSpPr/>
          <p:nvPr/>
        </p:nvGrpSpPr>
        <p:grpSpPr>
          <a:xfrm>
            <a:off x="3581962" y="5305524"/>
            <a:ext cx="391996" cy="392097"/>
            <a:chOff x="5053900" y="4993700"/>
            <a:chExt cx="483150" cy="483275"/>
          </a:xfrm>
        </p:grpSpPr>
        <p:sp>
          <p:nvSpPr>
            <p:cNvPr id="9646" name="Google Shape;9646;p71"/>
            <p:cNvSpPr/>
            <p:nvPr/>
          </p:nvSpPr>
          <p:spPr>
            <a:xfrm>
              <a:off x="505390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9647" name="Google Shape;9647;p71"/>
            <p:cNvSpPr/>
            <p:nvPr/>
          </p:nvSpPr>
          <p:spPr>
            <a:xfrm>
              <a:off x="5123725" y="5264025"/>
              <a:ext cx="105200" cy="61775"/>
            </a:xfrm>
            <a:custGeom>
              <a:avLst/>
              <a:gdLst/>
              <a:ahLst/>
              <a:cxnLst/>
              <a:rect l="l" t="t" r="r" b="b"/>
              <a:pathLst>
                <a:path w="4208" h="2471" extrusionOk="0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3" name="Google Shape;9653;p72"/>
          <p:cNvSpPr/>
          <p:nvPr/>
        </p:nvSpPr>
        <p:spPr>
          <a:xfrm>
            <a:off x="1125467" y="1744231"/>
            <a:ext cx="431556" cy="498080"/>
          </a:xfrm>
          <a:custGeom>
            <a:avLst/>
            <a:gdLst/>
            <a:ahLst/>
            <a:cxnLst/>
            <a:rect l="l" t="t" r="r" b="b"/>
            <a:pathLst>
              <a:path w="10996" h="12691" extrusionOk="0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54" name="Google Shape;9654;p72"/>
          <p:cNvSpPr/>
          <p:nvPr/>
        </p:nvSpPr>
        <p:spPr>
          <a:xfrm>
            <a:off x="1125472" y="2363704"/>
            <a:ext cx="510677" cy="451651"/>
          </a:xfrm>
          <a:custGeom>
            <a:avLst/>
            <a:gdLst/>
            <a:ahLst/>
            <a:cxnLst/>
            <a:rect l="l" t="t" r="r" b="b"/>
            <a:pathLst>
              <a:path w="13012" h="11508" extrusionOk="0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55" name="Google Shape;9655;p72"/>
          <p:cNvSpPr/>
          <p:nvPr/>
        </p:nvSpPr>
        <p:spPr>
          <a:xfrm>
            <a:off x="1136579" y="2936749"/>
            <a:ext cx="488464" cy="497883"/>
          </a:xfrm>
          <a:custGeom>
            <a:avLst/>
            <a:gdLst/>
            <a:ahLst/>
            <a:cxnLst/>
            <a:rect l="l" t="t" r="r" b="b"/>
            <a:pathLst>
              <a:path w="12446" h="12686" extrusionOk="0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56" name="Google Shape;9656;p72"/>
          <p:cNvGrpSpPr/>
          <p:nvPr/>
        </p:nvGrpSpPr>
        <p:grpSpPr>
          <a:xfrm>
            <a:off x="3983637" y="1781427"/>
            <a:ext cx="495843" cy="498355"/>
            <a:chOff x="-41270450" y="1973375"/>
            <a:chExt cx="315850" cy="317450"/>
          </a:xfrm>
        </p:grpSpPr>
        <p:sp>
          <p:nvSpPr>
            <p:cNvPr id="9657" name="Google Shape;9657;p72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8" name="Google Shape;9658;p72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9" name="Google Shape;9659;p72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0" name="Google Shape;9660;p72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61" name="Google Shape;9661;p72"/>
          <p:cNvGrpSpPr/>
          <p:nvPr/>
        </p:nvGrpSpPr>
        <p:grpSpPr>
          <a:xfrm>
            <a:off x="4007210" y="2377368"/>
            <a:ext cx="527828" cy="496117"/>
            <a:chOff x="-41291625" y="2339025"/>
            <a:chExt cx="336225" cy="316025"/>
          </a:xfrm>
        </p:grpSpPr>
        <p:sp>
          <p:nvSpPr>
            <p:cNvPr id="9662" name="Google Shape;9662;p72"/>
            <p:cNvSpPr/>
            <p:nvPr/>
          </p:nvSpPr>
          <p:spPr>
            <a:xfrm>
              <a:off x="-41291625" y="2339025"/>
              <a:ext cx="336225" cy="316025"/>
            </a:xfrm>
            <a:custGeom>
              <a:avLst/>
              <a:gdLst/>
              <a:ahLst/>
              <a:cxnLst/>
              <a:rect l="l" t="t" r="r" b="b"/>
              <a:pathLst>
                <a:path w="13449" h="12641" extrusionOk="0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3" name="Google Shape;9663;p72"/>
            <p:cNvSpPr/>
            <p:nvPr/>
          </p:nvSpPr>
          <p:spPr>
            <a:xfrm>
              <a:off x="-41234225" y="2620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64" name="Google Shape;9664;p72"/>
          <p:cNvSpPr/>
          <p:nvPr/>
        </p:nvSpPr>
        <p:spPr>
          <a:xfrm>
            <a:off x="3976036" y="2626722"/>
            <a:ext cx="0" cy="39"/>
          </a:xfrm>
          <a:custGeom>
            <a:avLst/>
            <a:gdLst/>
            <a:ahLst/>
            <a:cxnLst/>
            <a:rect l="l" t="t" r="r" b="b"/>
            <a:pathLst>
              <a:path h="1" extrusionOk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65" name="Google Shape;9665;p72"/>
          <p:cNvSpPr/>
          <p:nvPr/>
        </p:nvSpPr>
        <p:spPr>
          <a:xfrm>
            <a:off x="4021902" y="2953752"/>
            <a:ext cx="502004" cy="497923"/>
          </a:xfrm>
          <a:custGeom>
            <a:avLst/>
            <a:gdLst/>
            <a:ahLst/>
            <a:cxnLst/>
            <a:rect l="l" t="t" r="r" b="b"/>
            <a:pathLst>
              <a:path w="12791" h="12687" extrusionOk="0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66" name="Google Shape;9666;p72"/>
          <p:cNvSpPr/>
          <p:nvPr/>
        </p:nvSpPr>
        <p:spPr>
          <a:xfrm>
            <a:off x="2409984" y="3536016"/>
            <a:ext cx="309145" cy="497099"/>
          </a:xfrm>
          <a:custGeom>
            <a:avLst/>
            <a:gdLst/>
            <a:ahLst/>
            <a:cxnLst/>
            <a:rect l="l" t="t" r="r" b="b"/>
            <a:pathLst>
              <a:path w="7877" h="12666" extrusionOk="0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67" name="Google Shape;9667;p72"/>
          <p:cNvSpPr/>
          <p:nvPr/>
        </p:nvSpPr>
        <p:spPr>
          <a:xfrm>
            <a:off x="2345699" y="4109391"/>
            <a:ext cx="437719" cy="499885"/>
          </a:xfrm>
          <a:custGeom>
            <a:avLst/>
            <a:gdLst/>
            <a:ahLst/>
            <a:cxnLst/>
            <a:rect l="l" t="t" r="r" b="b"/>
            <a:pathLst>
              <a:path w="11153" h="12737" extrusionOk="0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68" name="Google Shape;9668;p72"/>
          <p:cNvSpPr/>
          <p:nvPr/>
        </p:nvSpPr>
        <p:spPr>
          <a:xfrm>
            <a:off x="2313585" y="4768103"/>
            <a:ext cx="497099" cy="498747"/>
          </a:xfrm>
          <a:custGeom>
            <a:avLst/>
            <a:gdLst/>
            <a:ahLst/>
            <a:cxnLst/>
            <a:rect l="l" t="t" r="r" b="b"/>
            <a:pathLst>
              <a:path w="12666" h="12708" extrusionOk="0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69" name="Google Shape;9669;p72"/>
          <p:cNvSpPr/>
          <p:nvPr/>
        </p:nvSpPr>
        <p:spPr>
          <a:xfrm>
            <a:off x="5270996" y="3536331"/>
            <a:ext cx="499571" cy="496471"/>
          </a:xfrm>
          <a:custGeom>
            <a:avLst/>
            <a:gdLst/>
            <a:ahLst/>
            <a:cxnLst/>
            <a:rect l="l" t="t" r="r" b="b"/>
            <a:pathLst>
              <a:path w="12729" h="12650" extrusionOk="0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70" name="Google Shape;9670;p72"/>
          <p:cNvGrpSpPr/>
          <p:nvPr/>
        </p:nvGrpSpPr>
        <p:grpSpPr>
          <a:xfrm>
            <a:off x="1639380" y="1744104"/>
            <a:ext cx="529241" cy="497529"/>
            <a:chOff x="-42804750" y="1949600"/>
            <a:chExt cx="337125" cy="316925"/>
          </a:xfrm>
        </p:grpSpPr>
        <p:sp>
          <p:nvSpPr>
            <p:cNvPr id="9671" name="Google Shape;9671;p72"/>
            <p:cNvSpPr/>
            <p:nvPr/>
          </p:nvSpPr>
          <p:spPr>
            <a:xfrm>
              <a:off x="-42731500" y="2013125"/>
              <a:ext cx="189825" cy="189900"/>
            </a:xfrm>
            <a:custGeom>
              <a:avLst/>
              <a:gdLst/>
              <a:ahLst/>
              <a:cxnLst/>
              <a:rect l="l" t="t" r="r" b="b"/>
              <a:pathLst>
                <a:path w="7593" h="7596" extrusionOk="0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2" name="Google Shape;9672;p72"/>
            <p:cNvSpPr/>
            <p:nvPr/>
          </p:nvSpPr>
          <p:spPr>
            <a:xfrm>
              <a:off x="-42804750" y="1949600"/>
              <a:ext cx="337125" cy="316925"/>
            </a:xfrm>
            <a:custGeom>
              <a:avLst/>
              <a:gdLst/>
              <a:ahLst/>
              <a:cxnLst/>
              <a:rect l="l" t="t" r="r" b="b"/>
              <a:pathLst>
                <a:path w="13485" h="12677" extrusionOk="0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3" name="Google Shape;9673;p72"/>
            <p:cNvSpPr/>
            <p:nvPr/>
          </p:nvSpPr>
          <p:spPr>
            <a:xfrm>
              <a:off x="-42644075" y="2060025"/>
              <a:ext cx="59100" cy="65400"/>
            </a:xfrm>
            <a:custGeom>
              <a:avLst/>
              <a:gdLst/>
              <a:ahLst/>
              <a:cxnLst/>
              <a:rect l="l" t="t" r="r" b="b"/>
              <a:pathLst>
                <a:path w="2364" h="2616" extrusionOk="0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74" name="Google Shape;9674;p72"/>
          <p:cNvGrpSpPr/>
          <p:nvPr/>
        </p:nvGrpSpPr>
        <p:grpSpPr>
          <a:xfrm>
            <a:off x="1722948" y="2347698"/>
            <a:ext cx="447608" cy="485677"/>
            <a:chOff x="-42778750" y="2320125"/>
            <a:chExt cx="285125" cy="309375"/>
          </a:xfrm>
        </p:grpSpPr>
        <p:sp>
          <p:nvSpPr>
            <p:cNvPr id="9675" name="Google Shape;9675;p72"/>
            <p:cNvSpPr/>
            <p:nvPr/>
          </p:nvSpPr>
          <p:spPr>
            <a:xfrm>
              <a:off x="-42778750" y="2320125"/>
              <a:ext cx="285125" cy="309375"/>
            </a:xfrm>
            <a:custGeom>
              <a:avLst/>
              <a:gdLst/>
              <a:ahLst/>
              <a:cxnLst/>
              <a:rect l="l" t="t" r="r" b="b"/>
              <a:pathLst>
                <a:path w="11405" h="12375" extrusionOk="0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6" name="Google Shape;9676;p72"/>
            <p:cNvSpPr/>
            <p:nvPr/>
          </p:nvSpPr>
          <p:spPr>
            <a:xfrm>
              <a:off x="-42667700" y="2443600"/>
              <a:ext cx="62250" cy="61475"/>
            </a:xfrm>
            <a:custGeom>
              <a:avLst/>
              <a:gdLst/>
              <a:ahLst/>
              <a:cxnLst/>
              <a:rect l="l" t="t" r="r" b="b"/>
              <a:pathLst>
                <a:path w="2490" h="2459" extrusionOk="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77" name="Google Shape;9677;p72"/>
          <p:cNvGrpSpPr/>
          <p:nvPr/>
        </p:nvGrpSpPr>
        <p:grpSpPr>
          <a:xfrm>
            <a:off x="1693173" y="2943704"/>
            <a:ext cx="500788" cy="499571"/>
            <a:chOff x="-42796875" y="2680675"/>
            <a:chExt cx="319000" cy="318225"/>
          </a:xfrm>
        </p:grpSpPr>
        <p:sp>
          <p:nvSpPr>
            <p:cNvPr id="9678" name="Google Shape;9678;p72"/>
            <p:cNvSpPr/>
            <p:nvPr/>
          </p:nvSpPr>
          <p:spPr>
            <a:xfrm>
              <a:off x="-42671650" y="2853950"/>
              <a:ext cx="70125" cy="21275"/>
            </a:xfrm>
            <a:custGeom>
              <a:avLst/>
              <a:gdLst/>
              <a:ahLst/>
              <a:cxnLst/>
              <a:rect l="l" t="t" r="r" b="b"/>
              <a:pathLst>
                <a:path w="2805" h="851" extrusionOk="0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9" name="Google Shape;9679;p72"/>
            <p:cNvSpPr/>
            <p:nvPr/>
          </p:nvSpPr>
          <p:spPr>
            <a:xfrm>
              <a:off x="-42671650" y="2895675"/>
              <a:ext cx="70125" cy="20525"/>
            </a:xfrm>
            <a:custGeom>
              <a:avLst/>
              <a:gdLst/>
              <a:ahLst/>
              <a:cxnLst/>
              <a:rect l="l" t="t" r="r" b="b"/>
              <a:pathLst>
                <a:path w="2805" h="821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0" name="Google Shape;9680;p72"/>
            <p:cNvSpPr/>
            <p:nvPr/>
          </p:nvSpPr>
          <p:spPr>
            <a:xfrm>
              <a:off x="-42796875" y="26806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1" name="Google Shape;9681;p72"/>
            <p:cNvSpPr/>
            <p:nvPr/>
          </p:nvSpPr>
          <p:spPr>
            <a:xfrm>
              <a:off x="-42753550" y="2854500"/>
              <a:ext cx="63825" cy="61700"/>
            </a:xfrm>
            <a:custGeom>
              <a:avLst/>
              <a:gdLst/>
              <a:ahLst/>
              <a:cxnLst/>
              <a:rect l="l" t="t" r="r" b="b"/>
              <a:pathLst>
                <a:path w="2553" h="2468" extrusionOk="0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2" name="Google Shape;9682;p72"/>
            <p:cNvSpPr/>
            <p:nvPr/>
          </p:nvSpPr>
          <p:spPr>
            <a:xfrm>
              <a:off x="-42581850" y="2853950"/>
              <a:ext cx="63025" cy="61475"/>
            </a:xfrm>
            <a:custGeom>
              <a:avLst/>
              <a:gdLst/>
              <a:ahLst/>
              <a:cxnLst/>
              <a:rect l="l" t="t" r="r" b="b"/>
              <a:pathLst>
                <a:path w="2521" h="2459" extrusionOk="0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83" name="Google Shape;9683;p72"/>
          <p:cNvSpPr/>
          <p:nvPr/>
        </p:nvSpPr>
        <p:spPr>
          <a:xfrm>
            <a:off x="4586193" y="1778256"/>
            <a:ext cx="500788" cy="497373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84" name="Google Shape;9684;p72"/>
          <p:cNvSpPr/>
          <p:nvPr/>
        </p:nvSpPr>
        <p:spPr>
          <a:xfrm>
            <a:off x="4613031" y="2420212"/>
            <a:ext cx="506988" cy="424139"/>
          </a:xfrm>
          <a:custGeom>
            <a:avLst/>
            <a:gdLst/>
            <a:ahLst/>
            <a:cxnLst/>
            <a:rect l="l" t="t" r="r" b="b"/>
            <a:pathLst>
              <a:path w="12918" h="10807" extrusionOk="0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85" name="Google Shape;9685;p72"/>
          <p:cNvSpPr/>
          <p:nvPr/>
        </p:nvSpPr>
        <p:spPr>
          <a:xfrm>
            <a:off x="4625737" y="2953753"/>
            <a:ext cx="500827" cy="496588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86" name="Google Shape;9686;p72"/>
          <p:cNvSpPr/>
          <p:nvPr/>
        </p:nvSpPr>
        <p:spPr>
          <a:xfrm>
            <a:off x="2973955" y="3536017"/>
            <a:ext cx="358636" cy="494625"/>
          </a:xfrm>
          <a:custGeom>
            <a:avLst/>
            <a:gdLst/>
            <a:ahLst/>
            <a:cxnLst/>
            <a:rect l="l" t="t" r="r" b="b"/>
            <a:pathLst>
              <a:path w="9138" h="12603" extrusionOk="0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87" name="Google Shape;9687;p72"/>
          <p:cNvSpPr/>
          <p:nvPr/>
        </p:nvSpPr>
        <p:spPr>
          <a:xfrm>
            <a:off x="2823309" y="4580766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88" name="Google Shape;9688;p72"/>
          <p:cNvGrpSpPr/>
          <p:nvPr/>
        </p:nvGrpSpPr>
        <p:grpSpPr>
          <a:xfrm>
            <a:off x="2890867" y="4114738"/>
            <a:ext cx="520568" cy="492781"/>
            <a:chOff x="-39055650" y="2315975"/>
            <a:chExt cx="331600" cy="313900"/>
          </a:xfrm>
        </p:grpSpPr>
        <p:sp>
          <p:nvSpPr>
            <p:cNvPr id="9689" name="Google Shape;9689;p72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0" name="Google Shape;9690;p72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91" name="Google Shape;9691;p72"/>
          <p:cNvSpPr/>
          <p:nvPr/>
        </p:nvSpPr>
        <p:spPr>
          <a:xfrm>
            <a:off x="2899810" y="4805407"/>
            <a:ext cx="499532" cy="424139"/>
          </a:xfrm>
          <a:custGeom>
            <a:avLst/>
            <a:gdLst/>
            <a:ahLst/>
            <a:cxnLst/>
            <a:rect l="l" t="t" r="r" b="b"/>
            <a:pathLst>
              <a:path w="12728" h="10807" extrusionOk="0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92" name="Google Shape;9692;p72"/>
          <p:cNvSpPr/>
          <p:nvPr/>
        </p:nvSpPr>
        <p:spPr>
          <a:xfrm>
            <a:off x="5327253" y="4095184"/>
            <a:ext cx="387051" cy="500473"/>
          </a:xfrm>
          <a:custGeom>
            <a:avLst/>
            <a:gdLst/>
            <a:ahLst/>
            <a:cxnLst/>
            <a:rect l="l" t="t" r="r" b="b"/>
            <a:pathLst>
              <a:path w="9862" h="12752" extrusionOk="0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93" name="Google Shape;9693;p72"/>
          <p:cNvGrpSpPr/>
          <p:nvPr/>
        </p:nvGrpSpPr>
        <p:grpSpPr>
          <a:xfrm>
            <a:off x="2213089" y="1744339"/>
            <a:ext cx="506988" cy="495724"/>
            <a:chOff x="-42430625" y="1949750"/>
            <a:chExt cx="322950" cy="315775"/>
          </a:xfrm>
        </p:grpSpPr>
        <p:sp>
          <p:nvSpPr>
            <p:cNvPr id="9694" name="Google Shape;9694;p72"/>
            <p:cNvSpPr/>
            <p:nvPr/>
          </p:nvSpPr>
          <p:spPr>
            <a:xfrm>
              <a:off x="-423534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5" name="Google Shape;9695;p72"/>
            <p:cNvSpPr/>
            <p:nvPr/>
          </p:nvSpPr>
          <p:spPr>
            <a:xfrm>
              <a:off x="-422896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6" name="Google Shape;9696;p72"/>
            <p:cNvSpPr/>
            <p:nvPr/>
          </p:nvSpPr>
          <p:spPr>
            <a:xfrm>
              <a:off x="-42226625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7" name="Google Shape;9697;p72"/>
            <p:cNvSpPr/>
            <p:nvPr/>
          </p:nvSpPr>
          <p:spPr>
            <a:xfrm>
              <a:off x="-42430625" y="1949750"/>
              <a:ext cx="322950" cy="315775"/>
            </a:xfrm>
            <a:custGeom>
              <a:avLst/>
              <a:gdLst/>
              <a:ahLst/>
              <a:cxnLst/>
              <a:rect l="l" t="t" r="r" b="b"/>
              <a:pathLst>
                <a:path w="12918" h="12631" extrusionOk="0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98" name="Google Shape;9698;p72"/>
          <p:cNvSpPr/>
          <p:nvPr/>
        </p:nvSpPr>
        <p:spPr>
          <a:xfrm>
            <a:off x="2292049" y="2341093"/>
            <a:ext cx="432812" cy="497099"/>
          </a:xfrm>
          <a:custGeom>
            <a:avLst/>
            <a:gdLst/>
            <a:ahLst/>
            <a:cxnLst/>
            <a:rect l="l" t="t" r="r" b="b"/>
            <a:pathLst>
              <a:path w="11028" h="12666" extrusionOk="0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99" name="Google Shape;9699;p72"/>
          <p:cNvSpPr/>
          <p:nvPr/>
        </p:nvSpPr>
        <p:spPr>
          <a:xfrm>
            <a:off x="2262013" y="2917686"/>
            <a:ext cx="493409" cy="496863"/>
          </a:xfrm>
          <a:custGeom>
            <a:avLst/>
            <a:gdLst/>
            <a:ahLst/>
            <a:cxnLst/>
            <a:rect l="l" t="t" r="r" b="b"/>
            <a:pathLst>
              <a:path w="12572" h="12660" extrusionOk="0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00" name="Google Shape;9700;p72"/>
          <p:cNvSpPr/>
          <p:nvPr/>
        </p:nvSpPr>
        <p:spPr>
          <a:xfrm>
            <a:off x="5222695" y="1789992"/>
            <a:ext cx="498355" cy="453809"/>
          </a:xfrm>
          <a:custGeom>
            <a:avLst/>
            <a:gdLst/>
            <a:ahLst/>
            <a:cxnLst/>
            <a:rect l="l" t="t" r="r" b="b"/>
            <a:pathLst>
              <a:path w="12698" h="11563" extrusionOk="0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01" name="Google Shape;9701;p72"/>
          <p:cNvSpPr/>
          <p:nvPr/>
        </p:nvSpPr>
        <p:spPr>
          <a:xfrm>
            <a:off x="5248555" y="2375708"/>
            <a:ext cx="505772" cy="498355"/>
          </a:xfrm>
          <a:custGeom>
            <a:avLst/>
            <a:gdLst/>
            <a:ahLst/>
            <a:cxnLst/>
            <a:rect l="l" t="t" r="r" b="b"/>
            <a:pathLst>
              <a:path w="12887" h="12698" extrusionOk="0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02" name="Google Shape;9702;p72"/>
          <p:cNvSpPr/>
          <p:nvPr/>
        </p:nvSpPr>
        <p:spPr>
          <a:xfrm>
            <a:off x="5209145" y="2952143"/>
            <a:ext cx="498355" cy="498315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03" name="Google Shape;9703;p72"/>
          <p:cNvSpPr/>
          <p:nvPr/>
        </p:nvSpPr>
        <p:spPr>
          <a:xfrm>
            <a:off x="3488467" y="3531975"/>
            <a:ext cx="499571" cy="500827"/>
          </a:xfrm>
          <a:custGeom>
            <a:avLst/>
            <a:gdLst/>
            <a:ahLst/>
            <a:cxnLst/>
            <a:rect l="l" t="t" r="r" b="b"/>
            <a:pathLst>
              <a:path w="12729" h="12761" extrusionOk="0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04" name="Google Shape;9704;p72"/>
          <p:cNvGrpSpPr/>
          <p:nvPr/>
        </p:nvGrpSpPr>
        <p:grpSpPr>
          <a:xfrm>
            <a:off x="3497792" y="4112266"/>
            <a:ext cx="497099" cy="496077"/>
            <a:chOff x="-38686275" y="2314400"/>
            <a:chExt cx="316650" cy="316000"/>
          </a:xfrm>
        </p:grpSpPr>
        <p:sp>
          <p:nvSpPr>
            <p:cNvPr id="9705" name="Google Shape;9705;p72"/>
            <p:cNvSpPr/>
            <p:nvPr/>
          </p:nvSpPr>
          <p:spPr>
            <a:xfrm>
              <a:off x="-38686275" y="2314400"/>
              <a:ext cx="316650" cy="316000"/>
            </a:xfrm>
            <a:custGeom>
              <a:avLst/>
              <a:gdLst/>
              <a:ahLst/>
              <a:cxnLst/>
              <a:rect l="l" t="t" r="r" b="b"/>
              <a:pathLst>
                <a:path w="12666" h="12640" extrusionOk="0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6" name="Google Shape;9706;p72"/>
            <p:cNvSpPr/>
            <p:nvPr/>
          </p:nvSpPr>
          <p:spPr>
            <a:xfrm>
              <a:off x="-38583075" y="2527075"/>
              <a:ext cx="111075" cy="63050"/>
            </a:xfrm>
            <a:custGeom>
              <a:avLst/>
              <a:gdLst/>
              <a:ahLst/>
              <a:cxnLst/>
              <a:rect l="l" t="t" r="r" b="b"/>
              <a:pathLst>
                <a:path w="4443" h="2522" extrusionOk="0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07" name="Google Shape;9707;p72"/>
          <p:cNvGrpSpPr/>
          <p:nvPr/>
        </p:nvGrpSpPr>
        <p:grpSpPr>
          <a:xfrm>
            <a:off x="3495928" y="4768319"/>
            <a:ext cx="500827" cy="498315"/>
            <a:chOff x="-38686275" y="2682250"/>
            <a:chExt cx="319025" cy="317425"/>
          </a:xfrm>
        </p:grpSpPr>
        <p:sp>
          <p:nvSpPr>
            <p:cNvPr id="9708" name="Google Shape;9708;p72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9" name="Google Shape;9709;p72"/>
            <p:cNvSpPr/>
            <p:nvPr/>
          </p:nvSpPr>
          <p:spPr>
            <a:xfrm>
              <a:off x="-38591750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10" name="Google Shape;9710;p72"/>
          <p:cNvGrpSpPr/>
          <p:nvPr/>
        </p:nvGrpSpPr>
        <p:grpSpPr>
          <a:xfrm>
            <a:off x="5253771" y="4766376"/>
            <a:ext cx="521824" cy="502200"/>
            <a:chOff x="-37534750" y="2668075"/>
            <a:chExt cx="332400" cy="319900"/>
          </a:xfrm>
        </p:grpSpPr>
        <p:sp>
          <p:nvSpPr>
            <p:cNvPr id="9711" name="Google Shape;9711;p72"/>
            <p:cNvSpPr/>
            <p:nvPr/>
          </p:nvSpPr>
          <p:spPr>
            <a:xfrm>
              <a:off x="-37534750" y="2668075"/>
              <a:ext cx="332400" cy="319900"/>
            </a:xfrm>
            <a:custGeom>
              <a:avLst/>
              <a:gdLst/>
              <a:ahLst/>
              <a:cxnLst/>
              <a:rect l="l" t="t" r="r" b="b"/>
              <a:pathLst>
                <a:path w="13296" h="12796" extrusionOk="0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2" name="Google Shape;9712;p72"/>
            <p:cNvSpPr/>
            <p:nvPr/>
          </p:nvSpPr>
          <p:spPr>
            <a:xfrm>
              <a:off x="-37487500" y="2709475"/>
              <a:ext cx="165425" cy="164450"/>
            </a:xfrm>
            <a:custGeom>
              <a:avLst/>
              <a:gdLst/>
              <a:ahLst/>
              <a:cxnLst/>
              <a:rect l="l" t="t" r="r" b="b"/>
              <a:pathLst>
                <a:path w="6617" h="6578" extrusionOk="0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13" name="Google Shape;9713;p72"/>
          <p:cNvSpPr/>
          <p:nvPr/>
        </p:nvSpPr>
        <p:spPr>
          <a:xfrm>
            <a:off x="2809002" y="1743328"/>
            <a:ext cx="500788" cy="496784"/>
          </a:xfrm>
          <a:custGeom>
            <a:avLst/>
            <a:gdLst/>
            <a:ahLst/>
            <a:cxnLst/>
            <a:rect l="l" t="t" r="r" b="b"/>
            <a:pathLst>
              <a:path w="12760" h="12658" extrusionOk="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14" name="Google Shape;9714;p72"/>
          <p:cNvGrpSpPr/>
          <p:nvPr/>
        </p:nvGrpSpPr>
        <p:grpSpPr>
          <a:xfrm>
            <a:off x="2842259" y="2341223"/>
            <a:ext cx="500788" cy="498747"/>
            <a:chOff x="-42062025" y="2316000"/>
            <a:chExt cx="319000" cy="317700"/>
          </a:xfrm>
        </p:grpSpPr>
        <p:sp>
          <p:nvSpPr>
            <p:cNvPr id="9715" name="Google Shape;9715;p72"/>
            <p:cNvSpPr/>
            <p:nvPr/>
          </p:nvSpPr>
          <p:spPr>
            <a:xfrm>
              <a:off x="-41965150" y="2477075"/>
              <a:ext cx="124475" cy="112675"/>
            </a:xfrm>
            <a:custGeom>
              <a:avLst/>
              <a:gdLst/>
              <a:ahLst/>
              <a:cxnLst/>
              <a:rect l="l" t="t" r="r" b="b"/>
              <a:pathLst>
                <a:path w="4979" h="4507" extrusionOk="0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6" name="Google Shape;9716;p72"/>
            <p:cNvSpPr/>
            <p:nvPr/>
          </p:nvSpPr>
          <p:spPr>
            <a:xfrm>
              <a:off x="-42062025" y="2316000"/>
              <a:ext cx="319000" cy="317700"/>
            </a:xfrm>
            <a:custGeom>
              <a:avLst/>
              <a:gdLst/>
              <a:ahLst/>
              <a:cxnLst/>
              <a:rect l="l" t="t" r="r" b="b"/>
              <a:pathLst>
                <a:path w="12760" h="12708" extrusionOk="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17" name="Google Shape;9717;p72"/>
          <p:cNvSpPr/>
          <p:nvPr/>
        </p:nvSpPr>
        <p:spPr>
          <a:xfrm>
            <a:off x="2846703" y="2916469"/>
            <a:ext cx="504516" cy="500395"/>
          </a:xfrm>
          <a:custGeom>
            <a:avLst/>
            <a:gdLst/>
            <a:ahLst/>
            <a:cxnLst/>
            <a:rect l="l" t="t" r="r" b="b"/>
            <a:pathLst>
              <a:path w="12855" h="12750" extrusionOk="0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18" name="Google Shape;9718;p72"/>
          <p:cNvGrpSpPr/>
          <p:nvPr/>
        </p:nvGrpSpPr>
        <p:grpSpPr>
          <a:xfrm>
            <a:off x="1168759" y="3556028"/>
            <a:ext cx="440191" cy="490897"/>
            <a:chOff x="-40150450" y="1977325"/>
            <a:chExt cx="280400" cy="312700"/>
          </a:xfrm>
        </p:grpSpPr>
        <p:sp>
          <p:nvSpPr>
            <p:cNvPr id="9719" name="Google Shape;9719;p72"/>
            <p:cNvSpPr/>
            <p:nvPr/>
          </p:nvSpPr>
          <p:spPr>
            <a:xfrm>
              <a:off x="-40052800" y="204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0" name="Google Shape;9720;p72"/>
            <p:cNvSpPr/>
            <p:nvPr/>
          </p:nvSpPr>
          <p:spPr>
            <a:xfrm>
              <a:off x="-40150450" y="1977325"/>
              <a:ext cx="280400" cy="312700"/>
            </a:xfrm>
            <a:custGeom>
              <a:avLst/>
              <a:gdLst/>
              <a:ahLst/>
              <a:cxnLst/>
              <a:rect l="l" t="t" r="r" b="b"/>
              <a:pathLst>
                <a:path w="11216" h="12508" extrusionOk="0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1" name="Google Shape;9721;p72"/>
            <p:cNvSpPr/>
            <p:nvPr/>
          </p:nvSpPr>
          <p:spPr>
            <a:xfrm>
              <a:off x="-39925200" y="210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2" name="Google Shape;9722;p72"/>
            <p:cNvSpPr/>
            <p:nvPr/>
          </p:nvSpPr>
          <p:spPr>
            <a:xfrm>
              <a:off x="-39958275" y="2087025"/>
              <a:ext cx="44925" cy="105350"/>
            </a:xfrm>
            <a:custGeom>
              <a:avLst/>
              <a:gdLst/>
              <a:ahLst/>
              <a:cxnLst/>
              <a:rect l="l" t="t" r="r" b="b"/>
              <a:pathLst>
                <a:path w="1797" h="4214" extrusionOk="0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23" name="Google Shape;9723;p72"/>
          <p:cNvGrpSpPr/>
          <p:nvPr/>
        </p:nvGrpSpPr>
        <p:grpSpPr>
          <a:xfrm>
            <a:off x="1160713" y="4168319"/>
            <a:ext cx="456281" cy="497099"/>
            <a:chOff x="-40160700" y="2339625"/>
            <a:chExt cx="290650" cy="316650"/>
          </a:xfrm>
        </p:grpSpPr>
        <p:sp>
          <p:nvSpPr>
            <p:cNvPr id="9724" name="Google Shape;9724;p72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5" name="Google Shape;9725;p72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6" name="Google Shape;9726;p72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7" name="Google Shape;9727;p72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28" name="Google Shape;9728;p72"/>
          <p:cNvGrpSpPr/>
          <p:nvPr/>
        </p:nvGrpSpPr>
        <p:grpSpPr>
          <a:xfrm>
            <a:off x="1136479" y="4768927"/>
            <a:ext cx="500788" cy="497099"/>
            <a:chOff x="-40171725" y="2705875"/>
            <a:chExt cx="319000" cy="316650"/>
          </a:xfrm>
        </p:grpSpPr>
        <p:sp>
          <p:nvSpPr>
            <p:cNvPr id="9729" name="Google Shape;9729;p72"/>
            <p:cNvSpPr/>
            <p:nvPr/>
          </p:nvSpPr>
          <p:spPr>
            <a:xfrm>
              <a:off x="-40068550" y="2788575"/>
              <a:ext cx="48075" cy="58775"/>
            </a:xfrm>
            <a:custGeom>
              <a:avLst/>
              <a:gdLst/>
              <a:ahLst/>
              <a:cxnLst/>
              <a:rect l="l" t="t" r="r" b="b"/>
              <a:pathLst>
                <a:path w="1923" h="2351" extrusionOk="0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0" name="Google Shape;9730;p72"/>
            <p:cNvSpPr/>
            <p:nvPr/>
          </p:nvSpPr>
          <p:spPr>
            <a:xfrm>
              <a:off x="-40171725" y="2705875"/>
              <a:ext cx="319000" cy="316650"/>
            </a:xfrm>
            <a:custGeom>
              <a:avLst/>
              <a:gdLst/>
              <a:ahLst/>
              <a:cxnLst/>
              <a:rect l="l" t="t" r="r" b="b"/>
              <a:pathLst>
                <a:path w="12760" h="12666" extrusionOk="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1" name="Google Shape;9731;p72"/>
          <p:cNvGrpSpPr/>
          <p:nvPr/>
        </p:nvGrpSpPr>
        <p:grpSpPr>
          <a:xfrm>
            <a:off x="4146610" y="3534868"/>
            <a:ext cx="363581" cy="498355"/>
            <a:chOff x="-38275925" y="1946600"/>
            <a:chExt cx="231600" cy="317450"/>
          </a:xfrm>
        </p:grpSpPr>
        <p:sp>
          <p:nvSpPr>
            <p:cNvPr id="9732" name="Google Shape;9732;p72"/>
            <p:cNvSpPr/>
            <p:nvPr/>
          </p:nvSpPr>
          <p:spPr>
            <a:xfrm>
              <a:off x="-38275925" y="1946600"/>
              <a:ext cx="231600" cy="317450"/>
            </a:xfrm>
            <a:custGeom>
              <a:avLst/>
              <a:gdLst/>
              <a:ahLst/>
              <a:cxnLst/>
              <a:rect l="l" t="t" r="r" b="b"/>
              <a:pathLst>
                <a:path w="9264" h="12698" extrusionOk="0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3" name="Google Shape;9733;p72"/>
            <p:cNvSpPr/>
            <p:nvPr/>
          </p:nvSpPr>
          <p:spPr>
            <a:xfrm>
              <a:off x="-38235750" y="1989125"/>
              <a:ext cx="84300" cy="83525"/>
            </a:xfrm>
            <a:custGeom>
              <a:avLst/>
              <a:gdLst/>
              <a:ahLst/>
              <a:cxnLst/>
              <a:rect l="l" t="t" r="r" b="b"/>
              <a:pathLst>
                <a:path w="3372" h="3341" extrusionOk="0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34" name="Google Shape;9734;p72"/>
          <p:cNvSpPr/>
          <p:nvPr/>
        </p:nvSpPr>
        <p:spPr>
          <a:xfrm>
            <a:off x="4077164" y="4110490"/>
            <a:ext cx="499571" cy="498785"/>
          </a:xfrm>
          <a:custGeom>
            <a:avLst/>
            <a:gdLst/>
            <a:ahLst/>
            <a:cxnLst/>
            <a:rect l="l" t="t" r="r" b="b"/>
            <a:pathLst>
              <a:path w="12729" h="12709" extrusionOk="0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35" name="Google Shape;9735;p72"/>
          <p:cNvSpPr/>
          <p:nvPr/>
        </p:nvSpPr>
        <p:spPr>
          <a:xfrm>
            <a:off x="4183934" y="4767691"/>
            <a:ext cx="293095" cy="499571"/>
          </a:xfrm>
          <a:custGeom>
            <a:avLst/>
            <a:gdLst/>
            <a:ahLst/>
            <a:cxnLst/>
            <a:rect l="l" t="t" r="r" b="b"/>
            <a:pathLst>
              <a:path w="7468" h="12729" extrusionOk="0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36" name="Google Shape;9736;p72"/>
          <p:cNvGrpSpPr/>
          <p:nvPr/>
        </p:nvGrpSpPr>
        <p:grpSpPr>
          <a:xfrm>
            <a:off x="2898455" y="5398125"/>
            <a:ext cx="509461" cy="495881"/>
            <a:chOff x="-37190575" y="1951325"/>
            <a:chExt cx="324525" cy="315875"/>
          </a:xfrm>
        </p:grpSpPr>
        <p:sp>
          <p:nvSpPr>
            <p:cNvPr id="9737" name="Google Shape;9737;p72"/>
            <p:cNvSpPr/>
            <p:nvPr/>
          </p:nvSpPr>
          <p:spPr>
            <a:xfrm>
              <a:off x="-37190575" y="1951325"/>
              <a:ext cx="324525" cy="315875"/>
            </a:xfrm>
            <a:custGeom>
              <a:avLst/>
              <a:gdLst/>
              <a:ahLst/>
              <a:cxnLst/>
              <a:rect l="l" t="t" r="r" b="b"/>
              <a:pathLst>
                <a:path w="12981" h="12635" extrusionOk="0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8" name="Google Shape;9738;p72"/>
            <p:cNvSpPr/>
            <p:nvPr/>
          </p:nvSpPr>
          <p:spPr>
            <a:xfrm>
              <a:off x="-37081875" y="2162600"/>
              <a:ext cx="72475" cy="63100"/>
            </a:xfrm>
            <a:custGeom>
              <a:avLst/>
              <a:gdLst/>
              <a:ahLst/>
              <a:cxnLst/>
              <a:rect l="l" t="t" r="r" b="b"/>
              <a:pathLst>
                <a:path w="2899" h="2524" extrusionOk="0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9" name="Google Shape;9739;p72"/>
            <p:cNvSpPr/>
            <p:nvPr/>
          </p:nvSpPr>
          <p:spPr>
            <a:xfrm>
              <a:off x="-37144875" y="2099025"/>
              <a:ext cx="72475" cy="62875"/>
            </a:xfrm>
            <a:custGeom>
              <a:avLst/>
              <a:gdLst/>
              <a:ahLst/>
              <a:cxnLst/>
              <a:rect l="l" t="t" r="r" b="b"/>
              <a:pathLst>
                <a:path w="2899" h="2515" extrusionOk="0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0" name="Google Shape;9740;p72"/>
            <p:cNvSpPr/>
            <p:nvPr/>
          </p:nvSpPr>
          <p:spPr>
            <a:xfrm>
              <a:off x="-37123625" y="2014875"/>
              <a:ext cx="71700" cy="62775"/>
            </a:xfrm>
            <a:custGeom>
              <a:avLst/>
              <a:gdLst/>
              <a:ahLst/>
              <a:cxnLst/>
              <a:rect l="l" t="t" r="r" b="b"/>
              <a:pathLst>
                <a:path w="2868" h="2511" extrusionOk="0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1" name="Google Shape;9741;p72"/>
            <p:cNvSpPr/>
            <p:nvPr/>
          </p:nvSpPr>
          <p:spPr>
            <a:xfrm>
              <a:off x="-37039350" y="1993250"/>
              <a:ext cx="71700" cy="63125"/>
            </a:xfrm>
            <a:custGeom>
              <a:avLst/>
              <a:gdLst/>
              <a:ahLst/>
              <a:cxnLst/>
              <a:rect l="l" t="t" r="r" b="b"/>
              <a:pathLst>
                <a:path w="2868" h="2525" extrusionOk="0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42" name="Google Shape;9742;p72"/>
          <p:cNvSpPr/>
          <p:nvPr/>
        </p:nvSpPr>
        <p:spPr>
          <a:xfrm>
            <a:off x="3388795" y="1740855"/>
            <a:ext cx="504516" cy="498315"/>
          </a:xfrm>
          <a:custGeom>
            <a:avLst/>
            <a:gdLst/>
            <a:ahLst/>
            <a:cxnLst/>
            <a:rect l="l" t="t" r="r" b="b"/>
            <a:pathLst>
              <a:path w="12855" h="12697" extrusionOk="0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43" name="Google Shape;9743;p72"/>
          <p:cNvGrpSpPr/>
          <p:nvPr/>
        </p:nvGrpSpPr>
        <p:grpSpPr>
          <a:xfrm>
            <a:off x="3432192" y="2446326"/>
            <a:ext cx="498315" cy="390740"/>
            <a:chOff x="-41694200" y="2382950"/>
            <a:chExt cx="317425" cy="248900"/>
          </a:xfrm>
        </p:grpSpPr>
        <p:sp>
          <p:nvSpPr>
            <p:cNvPr id="9744" name="Google Shape;9744;p72"/>
            <p:cNvSpPr/>
            <p:nvPr/>
          </p:nvSpPr>
          <p:spPr>
            <a:xfrm>
              <a:off x="-41694200" y="2382950"/>
              <a:ext cx="317425" cy="248900"/>
            </a:xfrm>
            <a:custGeom>
              <a:avLst/>
              <a:gdLst/>
              <a:ahLst/>
              <a:cxnLst/>
              <a:rect l="l" t="t" r="r" b="b"/>
              <a:pathLst>
                <a:path w="12697" h="9956" extrusionOk="0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5" name="Google Shape;9745;p72"/>
            <p:cNvSpPr/>
            <p:nvPr/>
          </p:nvSpPr>
          <p:spPr>
            <a:xfrm>
              <a:off x="-41586600" y="2425550"/>
              <a:ext cx="107450" cy="102925"/>
            </a:xfrm>
            <a:custGeom>
              <a:avLst/>
              <a:gdLst/>
              <a:ahLst/>
              <a:cxnLst/>
              <a:rect l="l" t="t" r="r" b="b"/>
              <a:pathLst>
                <a:path w="4298" h="4117" extrusionOk="0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46" name="Google Shape;9746;p72"/>
          <p:cNvGrpSpPr/>
          <p:nvPr/>
        </p:nvGrpSpPr>
        <p:grpSpPr>
          <a:xfrm>
            <a:off x="3427957" y="2917403"/>
            <a:ext cx="500788" cy="498355"/>
            <a:chOff x="-41695775" y="2683025"/>
            <a:chExt cx="319000" cy="317450"/>
          </a:xfrm>
        </p:grpSpPr>
        <p:sp>
          <p:nvSpPr>
            <p:cNvPr id="9747" name="Google Shape;9747;p72"/>
            <p:cNvSpPr/>
            <p:nvPr/>
          </p:nvSpPr>
          <p:spPr>
            <a:xfrm>
              <a:off x="-41695775" y="2683025"/>
              <a:ext cx="319000" cy="317450"/>
            </a:xfrm>
            <a:custGeom>
              <a:avLst/>
              <a:gdLst/>
              <a:ahLst/>
              <a:cxnLst/>
              <a:rect l="l" t="t" r="r" b="b"/>
              <a:pathLst>
                <a:path w="12760" h="12698" extrusionOk="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8" name="Google Shape;9748;p72"/>
            <p:cNvSpPr/>
            <p:nvPr/>
          </p:nvSpPr>
          <p:spPr>
            <a:xfrm>
              <a:off x="-41615450" y="2813750"/>
              <a:ext cx="152050" cy="144975"/>
            </a:xfrm>
            <a:custGeom>
              <a:avLst/>
              <a:gdLst/>
              <a:ahLst/>
              <a:cxnLst/>
              <a:rect l="l" t="t" r="r" b="b"/>
              <a:pathLst>
                <a:path w="6082" h="5799" extrusionOk="0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9" name="Google Shape;9749;p72"/>
            <p:cNvSpPr/>
            <p:nvPr/>
          </p:nvSpPr>
          <p:spPr>
            <a:xfrm>
              <a:off x="-41550075" y="2853950"/>
              <a:ext cx="40200" cy="42550"/>
            </a:xfrm>
            <a:custGeom>
              <a:avLst/>
              <a:gdLst/>
              <a:ahLst/>
              <a:cxnLst/>
              <a:rect l="l" t="t" r="r" b="b"/>
              <a:pathLst>
                <a:path w="1608" h="1702" extrusionOk="0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0" name="Google Shape;9750;p72"/>
          <p:cNvGrpSpPr/>
          <p:nvPr/>
        </p:nvGrpSpPr>
        <p:grpSpPr>
          <a:xfrm>
            <a:off x="1751022" y="3574429"/>
            <a:ext cx="456281" cy="500827"/>
            <a:chOff x="-39792875" y="1971800"/>
            <a:chExt cx="290650" cy="319025"/>
          </a:xfrm>
        </p:grpSpPr>
        <p:sp>
          <p:nvSpPr>
            <p:cNvPr id="9751" name="Google Shape;9751;p72"/>
            <p:cNvSpPr/>
            <p:nvPr/>
          </p:nvSpPr>
          <p:spPr>
            <a:xfrm>
              <a:off x="-39667650" y="21450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2" name="Google Shape;9752;p72"/>
            <p:cNvSpPr/>
            <p:nvPr/>
          </p:nvSpPr>
          <p:spPr>
            <a:xfrm>
              <a:off x="-39792875" y="1971800"/>
              <a:ext cx="290650" cy="319025"/>
            </a:xfrm>
            <a:custGeom>
              <a:avLst/>
              <a:gdLst/>
              <a:ahLst/>
              <a:cxnLst/>
              <a:rect l="l" t="t" r="r" b="b"/>
              <a:pathLst>
                <a:path w="11626" h="12761" extrusionOk="0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53" name="Google Shape;9753;p72"/>
          <p:cNvSpPr/>
          <p:nvPr/>
        </p:nvSpPr>
        <p:spPr>
          <a:xfrm>
            <a:off x="1728578" y="4768634"/>
            <a:ext cx="495881" cy="497687"/>
          </a:xfrm>
          <a:custGeom>
            <a:avLst/>
            <a:gdLst/>
            <a:ahLst/>
            <a:cxnLst/>
            <a:rect l="l" t="t" r="r" b="b"/>
            <a:pathLst>
              <a:path w="12635" h="12681" extrusionOk="0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54" name="Google Shape;9754;p72"/>
          <p:cNvGrpSpPr/>
          <p:nvPr/>
        </p:nvGrpSpPr>
        <p:grpSpPr>
          <a:xfrm>
            <a:off x="4653771" y="3537341"/>
            <a:ext cx="511933" cy="496824"/>
            <a:chOff x="-37956150" y="1948175"/>
            <a:chExt cx="326100" cy="316475"/>
          </a:xfrm>
        </p:grpSpPr>
        <p:sp>
          <p:nvSpPr>
            <p:cNvPr id="9755" name="Google Shape;9755;p72"/>
            <p:cNvSpPr/>
            <p:nvPr/>
          </p:nvSpPr>
          <p:spPr>
            <a:xfrm>
              <a:off x="-37956150" y="1948175"/>
              <a:ext cx="326100" cy="316475"/>
            </a:xfrm>
            <a:custGeom>
              <a:avLst/>
              <a:gdLst/>
              <a:ahLst/>
              <a:cxnLst/>
              <a:rect l="l" t="t" r="r" b="b"/>
              <a:pathLst>
                <a:path w="13044" h="12659" extrusionOk="0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6" name="Google Shape;9756;p72"/>
            <p:cNvSpPr/>
            <p:nvPr/>
          </p:nvSpPr>
          <p:spPr>
            <a:xfrm>
              <a:off x="-37729300" y="205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7" name="Google Shape;9757;p72"/>
            <p:cNvSpPr/>
            <p:nvPr/>
          </p:nvSpPr>
          <p:spPr>
            <a:xfrm>
              <a:off x="-37839575" y="2058625"/>
              <a:ext cx="81950" cy="34300"/>
            </a:xfrm>
            <a:custGeom>
              <a:avLst/>
              <a:gdLst/>
              <a:ahLst/>
              <a:cxnLst/>
              <a:rect l="l" t="t" r="r" b="b"/>
              <a:pathLst>
                <a:path w="3278" h="1372" extrusionOk="0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8" name="Google Shape;9758;p72"/>
          <p:cNvGrpSpPr/>
          <p:nvPr/>
        </p:nvGrpSpPr>
        <p:grpSpPr>
          <a:xfrm>
            <a:off x="1764941" y="4172063"/>
            <a:ext cx="432812" cy="499767"/>
            <a:chOff x="-39783425" y="2337925"/>
            <a:chExt cx="275700" cy="318350"/>
          </a:xfrm>
        </p:grpSpPr>
        <p:sp>
          <p:nvSpPr>
            <p:cNvPr id="9759" name="Google Shape;9759;p72"/>
            <p:cNvSpPr/>
            <p:nvPr/>
          </p:nvSpPr>
          <p:spPr>
            <a:xfrm>
              <a:off x="-39739325" y="2468600"/>
              <a:ext cx="194575" cy="148500"/>
            </a:xfrm>
            <a:custGeom>
              <a:avLst/>
              <a:gdLst/>
              <a:ahLst/>
              <a:cxnLst/>
              <a:rect l="l" t="t" r="r" b="b"/>
              <a:pathLst>
                <a:path w="7783" h="5940" extrusionOk="0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0" name="Google Shape;9760;p72"/>
            <p:cNvSpPr/>
            <p:nvPr/>
          </p:nvSpPr>
          <p:spPr>
            <a:xfrm>
              <a:off x="-39783425" y="2337925"/>
              <a:ext cx="275700" cy="318350"/>
            </a:xfrm>
            <a:custGeom>
              <a:avLst/>
              <a:gdLst/>
              <a:ahLst/>
              <a:cxnLst/>
              <a:rect l="l" t="t" r="r" b="b"/>
              <a:pathLst>
                <a:path w="11028" h="12734" extrusionOk="0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61" name="Google Shape;9761;p72"/>
          <p:cNvGrpSpPr/>
          <p:nvPr/>
        </p:nvGrpSpPr>
        <p:grpSpPr>
          <a:xfrm>
            <a:off x="4663796" y="4213679"/>
            <a:ext cx="500827" cy="324020"/>
            <a:chOff x="-37953000" y="2379000"/>
            <a:chExt cx="319025" cy="206400"/>
          </a:xfrm>
        </p:grpSpPr>
        <p:sp>
          <p:nvSpPr>
            <p:cNvPr id="9762" name="Google Shape;9762;p72"/>
            <p:cNvSpPr/>
            <p:nvPr/>
          </p:nvSpPr>
          <p:spPr>
            <a:xfrm>
              <a:off x="-37953000" y="237900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3" name="Google Shape;9763;p72"/>
            <p:cNvSpPr/>
            <p:nvPr/>
          </p:nvSpPr>
          <p:spPr>
            <a:xfrm>
              <a:off x="-37780500" y="2419975"/>
              <a:ext cx="110300" cy="104075"/>
            </a:xfrm>
            <a:custGeom>
              <a:avLst/>
              <a:gdLst/>
              <a:ahLst/>
              <a:cxnLst/>
              <a:rect l="l" t="t" r="r" b="b"/>
              <a:pathLst>
                <a:path w="4412" h="4163" extrusionOk="0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4" name="Google Shape;9764;p72"/>
            <p:cNvSpPr/>
            <p:nvPr/>
          </p:nvSpPr>
          <p:spPr>
            <a:xfrm>
              <a:off x="-37910450" y="2419975"/>
              <a:ext cx="103200" cy="21275"/>
            </a:xfrm>
            <a:custGeom>
              <a:avLst/>
              <a:gdLst/>
              <a:ahLst/>
              <a:cxnLst/>
              <a:rect l="l" t="t" r="r" b="b"/>
              <a:pathLst>
                <a:path w="4128" h="851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5" name="Google Shape;9765;p72"/>
            <p:cNvSpPr/>
            <p:nvPr/>
          </p:nvSpPr>
          <p:spPr>
            <a:xfrm>
              <a:off x="-37910450" y="24617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6" name="Google Shape;9766;p72"/>
            <p:cNvSpPr/>
            <p:nvPr/>
          </p:nvSpPr>
          <p:spPr>
            <a:xfrm>
              <a:off x="-37910450" y="2502675"/>
              <a:ext cx="103200" cy="22075"/>
            </a:xfrm>
            <a:custGeom>
              <a:avLst/>
              <a:gdLst/>
              <a:ahLst/>
              <a:cxnLst/>
              <a:rect l="l" t="t" r="r" b="b"/>
              <a:pathLst>
                <a:path w="4128" h="88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67" name="Google Shape;9767;p72"/>
          <p:cNvSpPr/>
          <p:nvPr/>
        </p:nvSpPr>
        <p:spPr>
          <a:xfrm>
            <a:off x="4654601" y="4767691"/>
            <a:ext cx="514407" cy="499571"/>
          </a:xfrm>
          <a:custGeom>
            <a:avLst/>
            <a:gdLst/>
            <a:ahLst/>
            <a:cxnLst/>
            <a:rect l="l" t="t" r="r" b="b"/>
            <a:pathLst>
              <a:path w="13107" h="12729" extrusionOk="0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68" name="Google Shape;9768;p72"/>
          <p:cNvSpPr/>
          <p:nvPr/>
        </p:nvSpPr>
        <p:spPr>
          <a:xfrm>
            <a:off x="3558935" y="5396865"/>
            <a:ext cx="358636" cy="498355"/>
          </a:xfrm>
          <a:custGeom>
            <a:avLst/>
            <a:gdLst/>
            <a:ahLst/>
            <a:cxnLst/>
            <a:rect l="l" t="t" r="r" b="b"/>
            <a:pathLst>
              <a:path w="9138" h="12698" extrusionOk="0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69" name="Google Shape;9769;p72"/>
          <p:cNvSpPr txBox="1">
            <a:spLocks noGrp="1"/>
          </p:cNvSpPr>
          <p:nvPr>
            <p:ph type="title" idx="4294967295"/>
          </p:nvPr>
        </p:nvSpPr>
        <p:spPr>
          <a:xfrm>
            <a:off x="0" y="962025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chemeClr val="bg1"/>
                </a:solidFill>
                <a:latin typeface="Marianne" panose="02000000000000000000" pitchFamily="50" charset="0"/>
              </a:rPr>
              <a:t>Éducation</a:t>
            </a:r>
            <a:endParaRPr dirty="0">
              <a:solidFill>
                <a:schemeClr val="bg1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9770" name="Google Shape;9770;p72"/>
          <p:cNvSpPr txBox="1">
            <a:spLocks noGrp="1"/>
          </p:cNvSpPr>
          <p:nvPr>
            <p:ph type="title" idx="4294967295"/>
          </p:nvPr>
        </p:nvSpPr>
        <p:spPr>
          <a:xfrm>
            <a:off x="7550150" y="962025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Médical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9771" name="Google Shape;9771;p72"/>
          <p:cNvSpPr/>
          <p:nvPr/>
        </p:nvSpPr>
        <p:spPr>
          <a:xfrm>
            <a:off x="6488727" y="1807209"/>
            <a:ext cx="470907" cy="419452"/>
          </a:xfrm>
          <a:custGeom>
            <a:avLst/>
            <a:gdLst/>
            <a:ahLst/>
            <a:cxnLst/>
            <a:rect l="l" t="t" r="r" b="b"/>
            <a:pathLst>
              <a:path w="11815" h="10524" extrusionOk="0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72" name="Google Shape;9772;p72"/>
          <p:cNvGrpSpPr/>
          <p:nvPr/>
        </p:nvGrpSpPr>
        <p:grpSpPr>
          <a:xfrm>
            <a:off x="6487459" y="2376693"/>
            <a:ext cx="472143" cy="473417"/>
            <a:chOff x="-28467625" y="2331750"/>
            <a:chExt cx="296150" cy="296950"/>
          </a:xfrm>
        </p:grpSpPr>
        <p:sp>
          <p:nvSpPr>
            <p:cNvPr id="9773" name="Google Shape;9773;p72"/>
            <p:cNvSpPr/>
            <p:nvPr/>
          </p:nvSpPr>
          <p:spPr>
            <a:xfrm>
              <a:off x="-28467625" y="2331750"/>
              <a:ext cx="296150" cy="296950"/>
            </a:xfrm>
            <a:custGeom>
              <a:avLst/>
              <a:gdLst/>
              <a:ahLst/>
              <a:cxnLst/>
              <a:rect l="l" t="t" r="r" b="b"/>
              <a:pathLst>
                <a:path w="11846" h="11878" extrusionOk="0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4" name="Google Shape;9774;p72"/>
            <p:cNvSpPr/>
            <p:nvPr/>
          </p:nvSpPr>
          <p:spPr>
            <a:xfrm>
              <a:off x="-28371550" y="2419175"/>
              <a:ext cx="121325" cy="121325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75" name="Google Shape;9775;p72"/>
          <p:cNvGrpSpPr/>
          <p:nvPr/>
        </p:nvGrpSpPr>
        <p:grpSpPr>
          <a:xfrm>
            <a:off x="6506292" y="2967469"/>
            <a:ext cx="434477" cy="468436"/>
            <a:chOff x="-28461325" y="2701925"/>
            <a:chExt cx="272525" cy="293825"/>
          </a:xfrm>
        </p:grpSpPr>
        <p:sp>
          <p:nvSpPr>
            <p:cNvPr id="9776" name="Google Shape;9776;p72"/>
            <p:cNvSpPr/>
            <p:nvPr/>
          </p:nvSpPr>
          <p:spPr>
            <a:xfrm>
              <a:off x="-28427475" y="2789200"/>
              <a:ext cx="54375" cy="80525"/>
            </a:xfrm>
            <a:custGeom>
              <a:avLst/>
              <a:gdLst/>
              <a:ahLst/>
              <a:cxnLst/>
              <a:rect l="l" t="t" r="r" b="b"/>
              <a:pathLst>
                <a:path w="2175" h="3221" extrusionOk="0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7" name="Google Shape;9777;p72"/>
            <p:cNvSpPr/>
            <p:nvPr/>
          </p:nvSpPr>
          <p:spPr>
            <a:xfrm>
              <a:off x="-28362875" y="2824025"/>
              <a:ext cx="124475" cy="103200"/>
            </a:xfrm>
            <a:custGeom>
              <a:avLst/>
              <a:gdLst/>
              <a:ahLst/>
              <a:cxnLst/>
              <a:rect l="l" t="t" r="r" b="b"/>
              <a:pathLst>
                <a:path w="4979" h="4128" extrusionOk="0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8" name="Google Shape;9778;p72"/>
            <p:cNvSpPr/>
            <p:nvPr/>
          </p:nvSpPr>
          <p:spPr>
            <a:xfrm>
              <a:off x="-28461325" y="2701925"/>
              <a:ext cx="272525" cy="293825"/>
            </a:xfrm>
            <a:custGeom>
              <a:avLst/>
              <a:gdLst/>
              <a:ahLst/>
              <a:cxnLst/>
              <a:rect l="l" t="t" r="r" b="b"/>
              <a:pathLst>
                <a:path w="10901" h="11753" extrusionOk="0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79" name="Google Shape;9779;p72"/>
          <p:cNvGrpSpPr/>
          <p:nvPr/>
        </p:nvGrpSpPr>
        <p:grpSpPr>
          <a:xfrm>
            <a:off x="9471881" y="1865651"/>
            <a:ext cx="472143" cy="302632"/>
            <a:chOff x="-26585200" y="2025375"/>
            <a:chExt cx="296150" cy="189825"/>
          </a:xfrm>
        </p:grpSpPr>
        <p:sp>
          <p:nvSpPr>
            <p:cNvPr id="9780" name="Google Shape;9780;p72"/>
            <p:cNvSpPr/>
            <p:nvPr/>
          </p:nvSpPr>
          <p:spPr>
            <a:xfrm>
              <a:off x="-26340250" y="2127750"/>
              <a:ext cx="51200" cy="70125"/>
            </a:xfrm>
            <a:custGeom>
              <a:avLst/>
              <a:gdLst/>
              <a:ahLst/>
              <a:cxnLst/>
              <a:rect l="l" t="t" r="r" b="b"/>
              <a:pathLst>
                <a:path w="2048" h="2805" extrusionOk="0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1" name="Google Shape;9781;p72"/>
            <p:cNvSpPr/>
            <p:nvPr/>
          </p:nvSpPr>
          <p:spPr>
            <a:xfrm>
              <a:off x="-26585200" y="2025375"/>
              <a:ext cx="295375" cy="189825"/>
            </a:xfrm>
            <a:custGeom>
              <a:avLst/>
              <a:gdLst/>
              <a:ahLst/>
              <a:cxnLst/>
              <a:rect l="l" t="t" r="r" b="b"/>
              <a:pathLst>
                <a:path w="11815" h="7593" extrusionOk="0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2" name="Google Shape;9782;p72"/>
            <p:cNvSpPr/>
            <p:nvPr/>
          </p:nvSpPr>
          <p:spPr>
            <a:xfrm>
              <a:off x="-26480450" y="20931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3" name="Google Shape;9783;p72"/>
            <p:cNvSpPr/>
            <p:nvPr/>
          </p:nvSpPr>
          <p:spPr>
            <a:xfrm>
              <a:off x="-26480450" y="2127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4" name="Google Shape;9784;p72"/>
            <p:cNvSpPr/>
            <p:nvPr/>
          </p:nvSpPr>
          <p:spPr>
            <a:xfrm>
              <a:off x="-26480450" y="2162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85" name="Google Shape;9785;p72"/>
          <p:cNvGrpSpPr/>
          <p:nvPr/>
        </p:nvGrpSpPr>
        <p:grpSpPr>
          <a:xfrm>
            <a:off x="9472497" y="2377948"/>
            <a:ext cx="470907" cy="470907"/>
            <a:chOff x="-26584425" y="2340425"/>
            <a:chExt cx="295375" cy="295375"/>
          </a:xfrm>
        </p:grpSpPr>
        <p:sp>
          <p:nvSpPr>
            <p:cNvPr id="9786" name="Google Shape;9786;p72"/>
            <p:cNvSpPr/>
            <p:nvPr/>
          </p:nvSpPr>
          <p:spPr>
            <a:xfrm>
              <a:off x="-26462350" y="2463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7" name="Google Shape;9787;p72"/>
            <p:cNvSpPr/>
            <p:nvPr/>
          </p:nvSpPr>
          <p:spPr>
            <a:xfrm>
              <a:off x="-26500150" y="2376650"/>
              <a:ext cx="121325" cy="75175"/>
            </a:xfrm>
            <a:custGeom>
              <a:avLst/>
              <a:gdLst/>
              <a:ahLst/>
              <a:cxnLst/>
              <a:rect l="l" t="t" r="r" b="b"/>
              <a:pathLst>
                <a:path w="4853" h="3007" extrusionOk="0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8" name="Google Shape;9788;p72"/>
            <p:cNvSpPr/>
            <p:nvPr/>
          </p:nvSpPr>
          <p:spPr>
            <a:xfrm>
              <a:off x="-26549775" y="2480750"/>
              <a:ext cx="95325" cy="105425"/>
            </a:xfrm>
            <a:custGeom>
              <a:avLst/>
              <a:gdLst/>
              <a:ahLst/>
              <a:cxnLst/>
              <a:rect l="l" t="t" r="r" b="b"/>
              <a:pathLst>
                <a:path w="3813" h="4217" extrusionOk="0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9" name="Google Shape;9789;p72"/>
            <p:cNvSpPr/>
            <p:nvPr/>
          </p:nvSpPr>
          <p:spPr>
            <a:xfrm>
              <a:off x="-26421375" y="2481400"/>
              <a:ext cx="96900" cy="104000"/>
            </a:xfrm>
            <a:custGeom>
              <a:avLst/>
              <a:gdLst/>
              <a:ahLst/>
              <a:cxnLst/>
              <a:rect l="l" t="t" r="r" b="b"/>
              <a:pathLst>
                <a:path w="3876" h="4160" extrusionOk="0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0" name="Google Shape;9790;p72"/>
            <p:cNvSpPr/>
            <p:nvPr/>
          </p:nvSpPr>
          <p:spPr>
            <a:xfrm>
              <a:off x="-26584425" y="23404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91" name="Google Shape;9791;p72"/>
          <p:cNvGrpSpPr/>
          <p:nvPr/>
        </p:nvGrpSpPr>
        <p:grpSpPr>
          <a:xfrm>
            <a:off x="9465604" y="2966074"/>
            <a:ext cx="484697" cy="471225"/>
            <a:chOff x="-26585200" y="2710400"/>
            <a:chExt cx="304025" cy="295575"/>
          </a:xfrm>
        </p:grpSpPr>
        <p:sp>
          <p:nvSpPr>
            <p:cNvPr id="9792" name="Google Shape;9792;p72"/>
            <p:cNvSpPr/>
            <p:nvPr/>
          </p:nvSpPr>
          <p:spPr>
            <a:xfrm>
              <a:off x="-26585200" y="2710400"/>
              <a:ext cx="304025" cy="295575"/>
            </a:xfrm>
            <a:custGeom>
              <a:avLst/>
              <a:gdLst/>
              <a:ahLst/>
              <a:cxnLst/>
              <a:rect l="l" t="t" r="r" b="b"/>
              <a:pathLst>
                <a:path w="12161" h="11823" extrusionOk="0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3" name="Google Shape;9793;p72"/>
            <p:cNvSpPr/>
            <p:nvPr/>
          </p:nvSpPr>
          <p:spPr>
            <a:xfrm>
              <a:off x="-26495425" y="2801375"/>
              <a:ext cx="118175" cy="113250"/>
            </a:xfrm>
            <a:custGeom>
              <a:avLst/>
              <a:gdLst/>
              <a:ahLst/>
              <a:cxnLst/>
              <a:rect l="l" t="t" r="r" b="b"/>
              <a:pathLst>
                <a:path w="4727" h="4530" extrusionOk="0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4" name="Google Shape;9794;p72"/>
            <p:cNvSpPr/>
            <p:nvPr/>
          </p:nvSpPr>
          <p:spPr>
            <a:xfrm>
              <a:off x="-26375700" y="2956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5" name="Google Shape;9795;p72"/>
            <p:cNvSpPr/>
            <p:nvPr/>
          </p:nvSpPr>
          <p:spPr>
            <a:xfrm>
              <a:off x="-26339475" y="29201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6" name="Google Shape;9796;p72"/>
            <p:cNvSpPr/>
            <p:nvPr/>
          </p:nvSpPr>
          <p:spPr>
            <a:xfrm>
              <a:off x="-26363900" y="28956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7" name="Google Shape;9797;p72"/>
            <p:cNvSpPr/>
            <p:nvPr/>
          </p:nvSpPr>
          <p:spPr>
            <a:xfrm>
              <a:off x="-26369400" y="29256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8" name="Google Shape;9798;p72"/>
            <p:cNvSpPr/>
            <p:nvPr/>
          </p:nvSpPr>
          <p:spPr>
            <a:xfrm>
              <a:off x="-26400125" y="2932125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9" name="Google Shape;9799;p72"/>
            <p:cNvSpPr/>
            <p:nvPr/>
          </p:nvSpPr>
          <p:spPr>
            <a:xfrm>
              <a:off x="-26528500" y="28043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0" name="Google Shape;9800;p72"/>
            <p:cNvSpPr/>
            <p:nvPr/>
          </p:nvSpPr>
          <p:spPr>
            <a:xfrm>
              <a:off x="-26490700" y="2768100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1" name="Google Shape;9801;p72"/>
            <p:cNvSpPr/>
            <p:nvPr/>
          </p:nvSpPr>
          <p:spPr>
            <a:xfrm>
              <a:off x="-26515100" y="27429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2" name="Google Shape;9802;p72"/>
            <p:cNvSpPr/>
            <p:nvPr/>
          </p:nvSpPr>
          <p:spPr>
            <a:xfrm>
              <a:off x="-26522200" y="2774400"/>
              <a:ext cx="17350" cy="15975"/>
            </a:xfrm>
            <a:custGeom>
              <a:avLst/>
              <a:gdLst/>
              <a:ahLst/>
              <a:cxnLst/>
              <a:rect l="l" t="t" r="r" b="b"/>
              <a:pathLst>
                <a:path w="694" h="639" extrusionOk="0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3" name="Google Shape;9803;p72"/>
            <p:cNvSpPr/>
            <p:nvPr/>
          </p:nvSpPr>
          <p:spPr>
            <a:xfrm>
              <a:off x="-26552925" y="27791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04" name="Google Shape;9804;p72"/>
          <p:cNvGrpSpPr/>
          <p:nvPr/>
        </p:nvGrpSpPr>
        <p:grpSpPr>
          <a:xfrm>
            <a:off x="7672450" y="3554711"/>
            <a:ext cx="472181" cy="470947"/>
            <a:chOff x="-24709875" y="1970225"/>
            <a:chExt cx="296175" cy="295400"/>
          </a:xfrm>
        </p:grpSpPr>
        <p:sp>
          <p:nvSpPr>
            <p:cNvPr id="9805" name="Google Shape;9805;p72"/>
            <p:cNvSpPr/>
            <p:nvPr/>
          </p:nvSpPr>
          <p:spPr>
            <a:xfrm>
              <a:off x="-24709875" y="197022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6" name="Google Shape;9806;p72"/>
            <p:cNvSpPr/>
            <p:nvPr/>
          </p:nvSpPr>
          <p:spPr>
            <a:xfrm>
              <a:off x="-24639775" y="20923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07" name="Google Shape;9807;p72"/>
          <p:cNvGrpSpPr/>
          <p:nvPr/>
        </p:nvGrpSpPr>
        <p:grpSpPr>
          <a:xfrm>
            <a:off x="7715137" y="4150549"/>
            <a:ext cx="386809" cy="472143"/>
            <a:chOff x="-24683100" y="2340425"/>
            <a:chExt cx="242625" cy="296150"/>
          </a:xfrm>
        </p:grpSpPr>
        <p:sp>
          <p:nvSpPr>
            <p:cNvPr id="9808" name="Google Shape;9808;p72"/>
            <p:cNvSpPr/>
            <p:nvPr/>
          </p:nvSpPr>
          <p:spPr>
            <a:xfrm>
              <a:off x="-24683100" y="2392400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9" name="Google Shape;9809;p72"/>
            <p:cNvSpPr/>
            <p:nvPr/>
          </p:nvSpPr>
          <p:spPr>
            <a:xfrm>
              <a:off x="-24649225" y="2541250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0" name="Google Shape;9810;p72"/>
            <p:cNvSpPr/>
            <p:nvPr/>
          </p:nvSpPr>
          <p:spPr>
            <a:xfrm>
              <a:off x="-24544475" y="2340425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1" name="Google Shape;9811;p72"/>
            <p:cNvSpPr/>
            <p:nvPr/>
          </p:nvSpPr>
          <p:spPr>
            <a:xfrm>
              <a:off x="-24501150" y="2375075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12" name="Google Shape;9812;p72"/>
          <p:cNvSpPr/>
          <p:nvPr/>
        </p:nvSpPr>
        <p:spPr>
          <a:xfrm>
            <a:off x="7715720" y="4738768"/>
            <a:ext cx="386769" cy="472181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13" name="Google Shape;9813;p72"/>
          <p:cNvGrpSpPr/>
          <p:nvPr/>
        </p:nvGrpSpPr>
        <p:grpSpPr>
          <a:xfrm>
            <a:off x="10656793" y="3554711"/>
            <a:ext cx="480951" cy="470947"/>
            <a:chOff x="-22881800" y="1971800"/>
            <a:chExt cx="301675" cy="295400"/>
          </a:xfrm>
        </p:grpSpPr>
        <p:sp>
          <p:nvSpPr>
            <p:cNvPr id="9814" name="Google Shape;9814;p72"/>
            <p:cNvSpPr/>
            <p:nvPr/>
          </p:nvSpPr>
          <p:spPr>
            <a:xfrm>
              <a:off x="-22773100" y="20419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5" name="Google Shape;9815;p72"/>
            <p:cNvSpPr/>
            <p:nvPr/>
          </p:nvSpPr>
          <p:spPr>
            <a:xfrm>
              <a:off x="-22737675" y="21450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6" name="Google Shape;9816;p72"/>
            <p:cNvSpPr/>
            <p:nvPr/>
          </p:nvSpPr>
          <p:spPr>
            <a:xfrm>
              <a:off x="-22807775" y="211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7" name="Google Shape;9817;p72"/>
            <p:cNvSpPr/>
            <p:nvPr/>
          </p:nvSpPr>
          <p:spPr>
            <a:xfrm>
              <a:off x="-22773100" y="2163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8" name="Google Shape;9818;p72"/>
            <p:cNvSpPr/>
            <p:nvPr/>
          </p:nvSpPr>
          <p:spPr>
            <a:xfrm>
              <a:off x="-22669150" y="21104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9" name="Google Shape;9819;p72"/>
            <p:cNvSpPr/>
            <p:nvPr/>
          </p:nvSpPr>
          <p:spPr>
            <a:xfrm>
              <a:off x="-22881800" y="1971800"/>
              <a:ext cx="301675" cy="295400"/>
            </a:xfrm>
            <a:custGeom>
              <a:avLst/>
              <a:gdLst/>
              <a:ahLst/>
              <a:cxnLst/>
              <a:rect l="l" t="t" r="r" b="b"/>
              <a:pathLst>
                <a:path w="12067" h="11816" extrusionOk="0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20" name="Google Shape;9820;p72"/>
          <p:cNvSpPr/>
          <p:nvPr/>
        </p:nvSpPr>
        <p:spPr>
          <a:xfrm>
            <a:off x="7101455" y="1780844"/>
            <a:ext cx="419452" cy="472181"/>
          </a:xfrm>
          <a:custGeom>
            <a:avLst/>
            <a:gdLst/>
            <a:ahLst/>
            <a:cxnLst/>
            <a:rect l="l" t="t" r="r" b="b"/>
            <a:pathLst>
              <a:path w="10524" h="11847" extrusionOk="0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21" name="Google Shape;9821;p72"/>
          <p:cNvSpPr/>
          <p:nvPr/>
        </p:nvSpPr>
        <p:spPr>
          <a:xfrm>
            <a:off x="7072579" y="2377433"/>
            <a:ext cx="477204" cy="471863"/>
          </a:xfrm>
          <a:custGeom>
            <a:avLst/>
            <a:gdLst/>
            <a:ahLst/>
            <a:cxnLst/>
            <a:rect l="l" t="t" r="r" b="b"/>
            <a:pathLst>
              <a:path w="11973" h="11839" extrusionOk="0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22" name="Google Shape;9822;p72"/>
          <p:cNvGrpSpPr/>
          <p:nvPr/>
        </p:nvGrpSpPr>
        <p:grpSpPr>
          <a:xfrm>
            <a:off x="7158585" y="2965595"/>
            <a:ext cx="303907" cy="472181"/>
            <a:chOff x="-28043900" y="2701925"/>
            <a:chExt cx="190625" cy="296175"/>
          </a:xfrm>
        </p:grpSpPr>
        <p:sp>
          <p:nvSpPr>
            <p:cNvPr id="9823" name="Google Shape;9823;p72"/>
            <p:cNvSpPr/>
            <p:nvPr/>
          </p:nvSpPr>
          <p:spPr>
            <a:xfrm>
              <a:off x="-28043900" y="2701925"/>
              <a:ext cx="190625" cy="296175"/>
            </a:xfrm>
            <a:custGeom>
              <a:avLst/>
              <a:gdLst/>
              <a:ahLst/>
              <a:cxnLst/>
              <a:rect l="l" t="t" r="r" b="b"/>
              <a:pathLst>
                <a:path w="7625" h="11847" extrusionOk="0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4" name="Google Shape;9824;p72"/>
            <p:cNvSpPr/>
            <p:nvPr/>
          </p:nvSpPr>
          <p:spPr>
            <a:xfrm>
              <a:off x="-27976950" y="29106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5" name="Google Shape;9825;p72"/>
            <p:cNvSpPr/>
            <p:nvPr/>
          </p:nvSpPr>
          <p:spPr>
            <a:xfrm>
              <a:off x="-27924175" y="29279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6" name="Google Shape;9826;p72"/>
            <p:cNvSpPr/>
            <p:nvPr/>
          </p:nvSpPr>
          <p:spPr>
            <a:xfrm>
              <a:off x="-27976950" y="2946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7" name="Google Shape;9827;p72"/>
            <p:cNvSpPr/>
            <p:nvPr/>
          </p:nvSpPr>
          <p:spPr>
            <a:xfrm>
              <a:off x="-28010800" y="2893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28" name="Google Shape;9828;p72"/>
          <p:cNvGrpSpPr/>
          <p:nvPr/>
        </p:nvGrpSpPr>
        <p:grpSpPr>
          <a:xfrm>
            <a:off x="10055740" y="1781513"/>
            <a:ext cx="472181" cy="470907"/>
            <a:chOff x="-26215025" y="1971025"/>
            <a:chExt cx="296175" cy="295375"/>
          </a:xfrm>
        </p:grpSpPr>
        <p:sp>
          <p:nvSpPr>
            <p:cNvPr id="9829" name="Google Shape;9829;p72"/>
            <p:cNvSpPr/>
            <p:nvPr/>
          </p:nvSpPr>
          <p:spPr>
            <a:xfrm>
              <a:off x="-26092950" y="1971025"/>
              <a:ext cx="51225" cy="225275"/>
            </a:xfrm>
            <a:custGeom>
              <a:avLst/>
              <a:gdLst/>
              <a:ahLst/>
              <a:cxnLst/>
              <a:rect l="l" t="t" r="r" b="b"/>
              <a:pathLst>
                <a:path w="2049" h="9011" extrusionOk="0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0" name="Google Shape;9830;p72"/>
            <p:cNvSpPr/>
            <p:nvPr/>
          </p:nvSpPr>
          <p:spPr>
            <a:xfrm>
              <a:off x="-26179575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1" name="Google Shape;9831;p72"/>
            <p:cNvSpPr/>
            <p:nvPr/>
          </p:nvSpPr>
          <p:spPr>
            <a:xfrm>
              <a:off x="-26163050" y="2178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2" name="Google Shape;9832;p72"/>
            <p:cNvSpPr/>
            <p:nvPr/>
          </p:nvSpPr>
          <p:spPr>
            <a:xfrm>
              <a:off x="-26145725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3" name="Google Shape;9833;p72"/>
            <p:cNvSpPr/>
            <p:nvPr/>
          </p:nvSpPr>
          <p:spPr>
            <a:xfrm>
              <a:off x="-25988975" y="2178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4" name="Google Shape;9834;p72"/>
            <p:cNvSpPr/>
            <p:nvPr/>
          </p:nvSpPr>
          <p:spPr>
            <a:xfrm>
              <a:off x="-260063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5" name="Google Shape;9835;p72"/>
            <p:cNvSpPr/>
            <p:nvPr/>
          </p:nvSpPr>
          <p:spPr>
            <a:xfrm>
              <a:off x="-25972450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6" name="Google Shape;9836;p72"/>
            <p:cNvSpPr/>
            <p:nvPr/>
          </p:nvSpPr>
          <p:spPr>
            <a:xfrm>
              <a:off x="-26215025" y="2108850"/>
              <a:ext cx="296175" cy="157550"/>
            </a:xfrm>
            <a:custGeom>
              <a:avLst/>
              <a:gdLst/>
              <a:ahLst/>
              <a:cxnLst/>
              <a:rect l="l" t="t" r="r" b="b"/>
              <a:pathLst>
                <a:path w="11847" h="6302" extrusionOk="0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37" name="Google Shape;9837;p72"/>
          <p:cNvGrpSpPr/>
          <p:nvPr/>
        </p:nvGrpSpPr>
        <p:grpSpPr>
          <a:xfrm>
            <a:off x="10055104" y="2378566"/>
            <a:ext cx="473457" cy="469671"/>
            <a:chOff x="-26215825" y="2341200"/>
            <a:chExt cx="296975" cy="294600"/>
          </a:xfrm>
        </p:grpSpPr>
        <p:sp>
          <p:nvSpPr>
            <p:cNvPr id="9838" name="Google Shape;9838;p72"/>
            <p:cNvSpPr/>
            <p:nvPr/>
          </p:nvSpPr>
          <p:spPr>
            <a:xfrm>
              <a:off x="-26215025" y="2463275"/>
              <a:ext cx="296175" cy="172525"/>
            </a:xfrm>
            <a:custGeom>
              <a:avLst/>
              <a:gdLst/>
              <a:ahLst/>
              <a:cxnLst/>
              <a:rect l="l" t="t" r="r" b="b"/>
              <a:pathLst>
                <a:path w="11847" h="6901" extrusionOk="0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9" name="Google Shape;9839;p72"/>
            <p:cNvSpPr/>
            <p:nvPr/>
          </p:nvSpPr>
          <p:spPr>
            <a:xfrm>
              <a:off x="-26215825" y="2341200"/>
              <a:ext cx="296975" cy="119750"/>
            </a:xfrm>
            <a:custGeom>
              <a:avLst/>
              <a:gdLst/>
              <a:ahLst/>
              <a:cxnLst/>
              <a:rect l="l" t="t" r="r" b="b"/>
              <a:pathLst>
                <a:path w="11879" h="4790" extrusionOk="0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40" name="Google Shape;9840;p72"/>
          <p:cNvGrpSpPr/>
          <p:nvPr/>
        </p:nvGrpSpPr>
        <p:grpSpPr>
          <a:xfrm>
            <a:off x="10097810" y="2966232"/>
            <a:ext cx="388044" cy="470907"/>
            <a:chOff x="-26179575" y="2710600"/>
            <a:chExt cx="243400" cy="295375"/>
          </a:xfrm>
        </p:grpSpPr>
        <p:sp>
          <p:nvSpPr>
            <p:cNvPr id="9841" name="Google Shape;9841;p72"/>
            <p:cNvSpPr/>
            <p:nvPr/>
          </p:nvSpPr>
          <p:spPr>
            <a:xfrm>
              <a:off x="-26179575" y="2710600"/>
              <a:ext cx="243400" cy="295375"/>
            </a:xfrm>
            <a:custGeom>
              <a:avLst/>
              <a:gdLst/>
              <a:ahLst/>
              <a:cxnLst/>
              <a:rect l="l" t="t" r="r" b="b"/>
              <a:pathLst>
                <a:path w="9736" h="11815" extrusionOk="0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2" name="Google Shape;9842;p72"/>
            <p:cNvSpPr/>
            <p:nvPr/>
          </p:nvSpPr>
          <p:spPr>
            <a:xfrm>
              <a:off x="-26092950" y="2797225"/>
              <a:ext cx="120525" cy="121325"/>
            </a:xfrm>
            <a:custGeom>
              <a:avLst/>
              <a:gdLst/>
              <a:ahLst/>
              <a:cxnLst/>
              <a:rect l="l" t="t" r="r" b="b"/>
              <a:pathLst>
                <a:path w="4821" h="4853" extrusionOk="0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3" name="Google Shape;9843;p72"/>
            <p:cNvSpPr/>
            <p:nvPr/>
          </p:nvSpPr>
          <p:spPr>
            <a:xfrm>
              <a:off x="-26094525" y="2954750"/>
              <a:ext cx="122100" cy="17350"/>
            </a:xfrm>
            <a:custGeom>
              <a:avLst/>
              <a:gdLst/>
              <a:ahLst/>
              <a:cxnLst/>
              <a:rect l="l" t="t" r="r" b="b"/>
              <a:pathLst>
                <a:path w="4884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44" name="Google Shape;9844;p72"/>
          <p:cNvGrpSpPr/>
          <p:nvPr/>
        </p:nvGrpSpPr>
        <p:grpSpPr>
          <a:xfrm>
            <a:off x="8283223" y="3554731"/>
            <a:ext cx="449583" cy="470907"/>
            <a:chOff x="-24328675" y="1971025"/>
            <a:chExt cx="282000" cy="295375"/>
          </a:xfrm>
        </p:grpSpPr>
        <p:sp>
          <p:nvSpPr>
            <p:cNvPr id="9845" name="Google Shape;9845;p72"/>
            <p:cNvSpPr/>
            <p:nvPr/>
          </p:nvSpPr>
          <p:spPr>
            <a:xfrm>
              <a:off x="-24217625" y="209232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6" name="Google Shape;9846;p72"/>
            <p:cNvSpPr/>
            <p:nvPr/>
          </p:nvSpPr>
          <p:spPr>
            <a:xfrm>
              <a:off x="-24328675" y="1971025"/>
              <a:ext cx="282000" cy="295375"/>
            </a:xfrm>
            <a:custGeom>
              <a:avLst/>
              <a:gdLst/>
              <a:ahLst/>
              <a:cxnLst/>
              <a:rect l="l" t="t" r="r" b="b"/>
              <a:pathLst>
                <a:path w="11280" h="11815" extrusionOk="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47" name="Google Shape;9847;p72"/>
          <p:cNvGrpSpPr/>
          <p:nvPr/>
        </p:nvGrpSpPr>
        <p:grpSpPr>
          <a:xfrm>
            <a:off x="8286371" y="4151165"/>
            <a:ext cx="443285" cy="470907"/>
            <a:chOff x="-24330250" y="2340425"/>
            <a:chExt cx="278050" cy="295375"/>
          </a:xfrm>
        </p:grpSpPr>
        <p:sp>
          <p:nvSpPr>
            <p:cNvPr id="9848" name="Google Shape;9848;p72"/>
            <p:cNvSpPr/>
            <p:nvPr/>
          </p:nvSpPr>
          <p:spPr>
            <a:xfrm>
              <a:off x="-24330250" y="2340425"/>
              <a:ext cx="278050" cy="295375"/>
            </a:xfrm>
            <a:custGeom>
              <a:avLst/>
              <a:gdLst/>
              <a:ahLst/>
              <a:cxnLst/>
              <a:rect l="l" t="t" r="r" b="b"/>
              <a:pathLst>
                <a:path w="11122" h="11815" extrusionOk="0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9" name="Google Shape;9849;p72"/>
            <p:cNvSpPr/>
            <p:nvPr/>
          </p:nvSpPr>
          <p:spPr>
            <a:xfrm>
              <a:off x="-24225500" y="2375850"/>
              <a:ext cx="68550" cy="34700"/>
            </a:xfrm>
            <a:custGeom>
              <a:avLst/>
              <a:gdLst/>
              <a:ahLst/>
              <a:cxnLst/>
              <a:rect l="l" t="t" r="r" b="b"/>
              <a:pathLst>
                <a:path w="2742" h="1388" extrusionOk="0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0" name="Google Shape;9850;p72"/>
            <p:cNvSpPr/>
            <p:nvPr/>
          </p:nvSpPr>
          <p:spPr>
            <a:xfrm>
              <a:off x="-24260925" y="2462500"/>
              <a:ext cx="138650" cy="17350"/>
            </a:xfrm>
            <a:custGeom>
              <a:avLst/>
              <a:gdLst/>
              <a:ahLst/>
              <a:cxnLst/>
              <a:rect l="l" t="t" r="r" b="b"/>
              <a:pathLst>
                <a:path w="554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1" name="Google Shape;9851;p72"/>
            <p:cNvSpPr/>
            <p:nvPr/>
          </p:nvSpPr>
          <p:spPr>
            <a:xfrm>
              <a:off x="-24260150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2" name="Google Shape;9852;p72"/>
            <p:cNvSpPr/>
            <p:nvPr/>
          </p:nvSpPr>
          <p:spPr>
            <a:xfrm>
              <a:off x="-24260925" y="25499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3" name="Google Shape;9853;p72"/>
            <p:cNvSpPr/>
            <p:nvPr/>
          </p:nvSpPr>
          <p:spPr>
            <a:xfrm>
              <a:off x="-24165625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4" name="Google Shape;9854;p72"/>
            <p:cNvSpPr/>
            <p:nvPr/>
          </p:nvSpPr>
          <p:spPr>
            <a:xfrm>
              <a:off x="-24157750" y="25499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55" name="Google Shape;9855;p72"/>
          <p:cNvGrpSpPr/>
          <p:nvPr/>
        </p:nvGrpSpPr>
        <p:grpSpPr>
          <a:xfrm>
            <a:off x="8272560" y="4739449"/>
            <a:ext cx="470907" cy="470907"/>
            <a:chOff x="-24338900" y="2710600"/>
            <a:chExt cx="295375" cy="295375"/>
          </a:xfrm>
        </p:grpSpPr>
        <p:sp>
          <p:nvSpPr>
            <p:cNvPr id="9856" name="Google Shape;9856;p72"/>
            <p:cNvSpPr/>
            <p:nvPr/>
          </p:nvSpPr>
          <p:spPr>
            <a:xfrm>
              <a:off x="-24250700" y="281692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7" name="Google Shape;9857;p72"/>
            <p:cNvSpPr/>
            <p:nvPr/>
          </p:nvSpPr>
          <p:spPr>
            <a:xfrm>
              <a:off x="-24338900" y="2710600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58" name="Google Shape;9858;p72"/>
          <p:cNvGrpSpPr/>
          <p:nvPr/>
        </p:nvGrpSpPr>
        <p:grpSpPr>
          <a:xfrm>
            <a:off x="10660560" y="4151963"/>
            <a:ext cx="473417" cy="469312"/>
            <a:chOff x="-22859750" y="2335900"/>
            <a:chExt cx="296950" cy="294375"/>
          </a:xfrm>
        </p:grpSpPr>
        <p:sp>
          <p:nvSpPr>
            <p:cNvPr id="9859" name="Google Shape;9859;p72"/>
            <p:cNvSpPr/>
            <p:nvPr/>
          </p:nvSpPr>
          <p:spPr>
            <a:xfrm>
              <a:off x="-22859750" y="2335900"/>
              <a:ext cx="296950" cy="294375"/>
            </a:xfrm>
            <a:custGeom>
              <a:avLst/>
              <a:gdLst/>
              <a:ahLst/>
              <a:cxnLst/>
              <a:rect l="l" t="t" r="r" b="b"/>
              <a:pathLst>
                <a:path w="11878" h="11775" extrusionOk="0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0" name="Google Shape;9860;p72"/>
            <p:cNvSpPr/>
            <p:nvPr/>
          </p:nvSpPr>
          <p:spPr>
            <a:xfrm>
              <a:off x="-22685675" y="24081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1" name="Google Shape;9861;p72"/>
            <p:cNvSpPr/>
            <p:nvPr/>
          </p:nvSpPr>
          <p:spPr>
            <a:xfrm>
              <a:off x="-22766800" y="24089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62" name="Google Shape;9862;p72"/>
          <p:cNvGrpSpPr/>
          <p:nvPr/>
        </p:nvGrpSpPr>
        <p:grpSpPr>
          <a:xfrm>
            <a:off x="7699690" y="1781493"/>
            <a:ext cx="415665" cy="470947"/>
            <a:chOff x="-27710725" y="1959200"/>
            <a:chExt cx="260725" cy="295400"/>
          </a:xfrm>
        </p:grpSpPr>
        <p:sp>
          <p:nvSpPr>
            <p:cNvPr id="9863" name="Google Shape;9863;p72"/>
            <p:cNvSpPr/>
            <p:nvPr/>
          </p:nvSpPr>
          <p:spPr>
            <a:xfrm>
              <a:off x="-27710725" y="1959200"/>
              <a:ext cx="260725" cy="295400"/>
            </a:xfrm>
            <a:custGeom>
              <a:avLst/>
              <a:gdLst/>
              <a:ahLst/>
              <a:cxnLst/>
              <a:rect l="l" t="t" r="r" b="b"/>
              <a:pathLst>
                <a:path w="10429" h="11816" extrusionOk="0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4" name="Google Shape;9864;p72"/>
            <p:cNvSpPr/>
            <p:nvPr/>
          </p:nvSpPr>
          <p:spPr>
            <a:xfrm>
              <a:off x="-27502000" y="2084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65" name="Google Shape;9865;p72"/>
          <p:cNvGrpSpPr/>
          <p:nvPr/>
        </p:nvGrpSpPr>
        <p:grpSpPr>
          <a:xfrm>
            <a:off x="7670175" y="2459555"/>
            <a:ext cx="474693" cy="307693"/>
            <a:chOff x="-27728850" y="2382950"/>
            <a:chExt cx="297750" cy="193000"/>
          </a:xfrm>
        </p:grpSpPr>
        <p:sp>
          <p:nvSpPr>
            <p:cNvPr id="9866" name="Google Shape;9866;p72"/>
            <p:cNvSpPr/>
            <p:nvPr/>
          </p:nvSpPr>
          <p:spPr>
            <a:xfrm>
              <a:off x="-27606750" y="24538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7" name="Google Shape;9867;p72"/>
            <p:cNvSpPr/>
            <p:nvPr/>
          </p:nvSpPr>
          <p:spPr>
            <a:xfrm>
              <a:off x="-27728850" y="2382950"/>
              <a:ext cx="297750" cy="193000"/>
            </a:xfrm>
            <a:custGeom>
              <a:avLst/>
              <a:gdLst/>
              <a:ahLst/>
              <a:cxnLst/>
              <a:rect l="l" t="t" r="r" b="b"/>
              <a:pathLst>
                <a:path w="11910" h="7720" extrusionOk="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8" name="Google Shape;9868;p72"/>
            <p:cNvSpPr/>
            <p:nvPr/>
          </p:nvSpPr>
          <p:spPr>
            <a:xfrm>
              <a:off x="-27640625" y="2419175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69" name="Google Shape;9869;p72"/>
          <p:cNvSpPr/>
          <p:nvPr/>
        </p:nvSpPr>
        <p:spPr>
          <a:xfrm>
            <a:off x="7671426" y="2974659"/>
            <a:ext cx="473457" cy="453968"/>
          </a:xfrm>
          <a:custGeom>
            <a:avLst/>
            <a:gdLst/>
            <a:ahLst/>
            <a:cxnLst/>
            <a:rect l="l" t="t" r="r" b="b"/>
            <a:pathLst>
              <a:path w="11879" h="11390" extrusionOk="0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70" name="Google Shape;9870;p72"/>
          <p:cNvSpPr/>
          <p:nvPr/>
        </p:nvSpPr>
        <p:spPr>
          <a:xfrm>
            <a:off x="10645890" y="1780844"/>
            <a:ext cx="472181" cy="472181"/>
          </a:xfrm>
          <a:custGeom>
            <a:avLst/>
            <a:gdLst/>
            <a:ahLst/>
            <a:cxnLst/>
            <a:rect l="l" t="t" r="r" b="b"/>
            <a:pathLst>
              <a:path w="11847" h="11847" extrusionOk="0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71" name="Google Shape;9871;p72"/>
          <p:cNvGrpSpPr/>
          <p:nvPr/>
        </p:nvGrpSpPr>
        <p:grpSpPr>
          <a:xfrm>
            <a:off x="10645300" y="2390503"/>
            <a:ext cx="472181" cy="445797"/>
            <a:chOff x="-25844850" y="2357750"/>
            <a:chExt cx="296175" cy="279625"/>
          </a:xfrm>
        </p:grpSpPr>
        <p:sp>
          <p:nvSpPr>
            <p:cNvPr id="9872" name="Google Shape;9872;p72"/>
            <p:cNvSpPr/>
            <p:nvPr/>
          </p:nvSpPr>
          <p:spPr>
            <a:xfrm>
              <a:off x="-25792075" y="2428625"/>
              <a:ext cx="191425" cy="208750"/>
            </a:xfrm>
            <a:custGeom>
              <a:avLst/>
              <a:gdLst/>
              <a:ahLst/>
              <a:cxnLst/>
              <a:rect l="l" t="t" r="r" b="b"/>
              <a:pathLst>
                <a:path w="7657" h="8350" extrusionOk="0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3" name="Google Shape;9873;p72"/>
            <p:cNvSpPr/>
            <p:nvPr/>
          </p:nvSpPr>
          <p:spPr>
            <a:xfrm>
              <a:off x="-25602250" y="2497950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4" name="Google Shape;9874;p72"/>
            <p:cNvSpPr/>
            <p:nvPr/>
          </p:nvSpPr>
          <p:spPr>
            <a:xfrm>
              <a:off x="-25844850" y="2497950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5" name="Google Shape;9875;p72"/>
            <p:cNvSpPr/>
            <p:nvPr/>
          </p:nvSpPr>
          <p:spPr>
            <a:xfrm>
              <a:off x="-25706225" y="2357750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6" name="Google Shape;9876;p72"/>
            <p:cNvSpPr/>
            <p:nvPr/>
          </p:nvSpPr>
          <p:spPr>
            <a:xfrm>
              <a:off x="-25804675" y="2400275"/>
              <a:ext cx="42550" cy="41775"/>
            </a:xfrm>
            <a:custGeom>
              <a:avLst/>
              <a:gdLst/>
              <a:ahLst/>
              <a:cxnLst/>
              <a:rect l="l" t="t" r="r" b="b"/>
              <a:pathLst>
                <a:path w="1702" h="1671" extrusionOk="0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7" name="Google Shape;9877;p72"/>
            <p:cNvSpPr/>
            <p:nvPr/>
          </p:nvSpPr>
          <p:spPr>
            <a:xfrm>
              <a:off x="-25632175" y="2400275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78" name="Google Shape;9878;p72"/>
          <p:cNvSpPr/>
          <p:nvPr/>
        </p:nvSpPr>
        <p:spPr>
          <a:xfrm>
            <a:off x="10642761" y="2965711"/>
            <a:ext cx="478440" cy="471863"/>
          </a:xfrm>
          <a:custGeom>
            <a:avLst/>
            <a:gdLst/>
            <a:ahLst/>
            <a:cxnLst/>
            <a:rect l="l" t="t" r="r" b="b"/>
            <a:pathLst>
              <a:path w="12004" h="11839" extrusionOk="0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79" name="Google Shape;9879;p72"/>
          <p:cNvGrpSpPr/>
          <p:nvPr/>
        </p:nvGrpSpPr>
        <p:grpSpPr>
          <a:xfrm>
            <a:off x="8950511" y="3554711"/>
            <a:ext cx="305183" cy="470947"/>
            <a:chOff x="-23917525" y="1970225"/>
            <a:chExt cx="191425" cy="295400"/>
          </a:xfrm>
        </p:grpSpPr>
        <p:sp>
          <p:nvSpPr>
            <p:cNvPr id="9880" name="Google Shape;9880;p72"/>
            <p:cNvSpPr/>
            <p:nvPr/>
          </p:nvSpPr>
          <p:spPr>
            <a:xfrm>
              <a:off x="-23917525" y="1970225"/>
              <a:ext cx="191425" cy="295400"/>
            </a:xfrm>
            <a:custGeom>
              <a:avLst/>
              <a:gdLst/>
              <a:ahLst/>
              <a:cxnLst/>
              <a:rect l="l" t="t" r="r" b="b"/>
              <a:pathLst>
                <a:path w="7657" h="11816" extrusionOk="0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1" name="Google Shape;9881;p72"/>
            <p:cNvSpPr/>
            <p:nvPr/>
          </p:nvSpPr>
          <p:spPr>
            <a:xfrm>
              <a:off x="-23882075" y="2041125"/>
              <a:ext cx="121300" cy="121325"/>
            </a:xfrm>
            <a:custGeom>
              <a:avLst/>
              <a:gdLst/>
              <a:ahLst/>
              <a:cxnLst/>
              <a:rect l="l" t="t" r="r" b="b"/>
              <a:pathLst>
                <a:path w="4852" h="4853" extrusionOk="0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2" name="Google Shape;9882;p72"/>
            <p:cNvSpPr/>
            <p:nvPr/>
          </p:nvSpPr>
          <p:spPr>
            <a:xfrm>
              <a:off x="-23839550" y="22144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83" name="Google Shape;9883;p72"/>
          <p:cNvGrpSpPr/>
          <p:nvPr/>
        </p:nvGrpSpPr>
        <p:grpSpPr>
          <a:xfrm>
            <a:off x="8890886" y="4150549"/>
            <a:ext cx="424433" cy="472143"/>
            <a:chOff x="-23952175" y="2340425"/>
            <a:chExt cx="266225" cy="296150"/>
          </a:xfrm>
        </p:grpSpPr>
        <p:sp>
          <p:nvSpPr>
            <p:cNvPr id="9884" name="Google Shape;9884;p72"/>
            <p:cNvSpPr/>
            <p:nvPr/>
          </p:nvSpPr>
          <p:spPr>
            <a:xfrm>
              <a:off x="-23952175" y="2340425"/>
              <a:ext cx="266225" cy="296150"/>
            </a:xfrm>
            <a:custGeom>
              <a:avLst/>
              <a:gdLst/>
              <a:ahLst/>
              <a:cxnLst/>
              <a:rect l="l" t="t" r="r" b="b"/>
              <a:pathLst>
                <a:path w="10649" h="11846" extrusionOk="0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5" name="Google Shape;9885;p72"/>
            <p:cNvSpPr/>
            <p:nvPr/>
          </p:nvSpPr>
          <p:spPr>
            <a:xfrm>
              <a:off x="-23918325" y="2479025"/>
              <a:ext cx="53600" cy="52375"/>
            </a:xfrm>
            <a:custGeom>
              <a:avLst/>
              <a:gdLst/>
              <a:ahLst/>
              <a:cxnLst/>
              <a:rect l="l" t="t" r="r" b="b"/>
              <a:pathLst>
                <a:path w="2144" h="20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86" name="Google Shape;9886;p72"/>
          <p:cNvSpPr/>
          <p:nvPr/>
        </p:nvSpPr>
        <p:spPr>
          <a:xfrm>
            <a:off x="8855005" y="4739864"/>
            <a:ext cx="497292" cy="469989"/>
          </a:xfrm>
          <a:custGeom>
            <a:avLst/>
            <a:gdLst/>
            <a:ahLst/>
            <a:cxnLst/>
            <a:rect l="l" t="t" r="r" b="b"/>
            <a:pathLst>
              <a:path w="12477" h="11792" extrusionOk="0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87" name="Google Shape;9887;p72"/>
          <p:cNvGrpSpPr/>
          <p:nvPr/>
        </p:nvGrpSpPr>
        <p:grpSpPr>
          <a:xfrm>
            <a:off x="10737782" y="4737556"/>
            <a:ext cx="318973" cy="474693"/>
            <a:chOff x="-22811700" y="2700350"/>
            <a:chExt cx="200075" cy="297750"/>
          </a:xfrm>
        </p:grpSpPr>
        <p:sp>
          <p:nvSpPr>
            <p:cNvPr id="9888" name="Google Shape;9888;p72"/>
            <p:cNvSpPr/>
            <p:nvPr/>
          </p:nvSpPr>
          <p:spPr>
            <a:xfrm>
              <a:off x="-22811700" y="2700350"/>
              <a:ext cx="86650" cy="296975"/>
            </a:xfrm>
            <a:custGeom>
              <a:avLst/>
              <a:gdLst/>
              <a:ahLst/>
              <a:cxnLst/>
              <a:rect l="l" t="t" r="r" b="b"/>
              <a:pathLst>
                <a:path w="3466" h="11879" extrusionOk="0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9" name="Google Shape;9889;p72"/>
            <p:cNvSpPr/>
            <p:nvPr/>
          </p:nvSpPr>
          <p:spPr>
            <a:xfrm>
              <a:off x="-22693550" y="2701225"/>
              <a:ext cx="81925" cy="296875"/>
            </a:xfrm>
            <a:custGeom>
              <a:avLst/>
              <a:gdLst/>
              <a:ahLst/>
              <a:cxnLst/>
              <a:rect l="l" t="t" r="r" b="b"/>
              <a:pathLst>
                <a:path w="3277" h="11875" extrusionOk="0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0" name="Google Shape;9890;p72"/>
            <p:cNvSpPr/>
            <p:nvPr/>
          </p:nvSpPr>
          <p:spPr>
            <a:xfrm>
              <a:off x="-22778625" y="27350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1" name="Google Shape;9891;p72"/>
          <p:cNvGrpSpPr/>
          <p:nvPr/>
        </p:nvGrpSpPr>
        <p:grpSpPr>
          <a:xfrm>
            <a:off x="8269050" y="1780875"/>
            <a:ext cx="473417" cy="472181"/>
            <a:chOff x="-27358650" y="1961575"/>
            <a:chExt cx="296950" cy="296175"/>
          </a:xfrm>
        </p:grpSpPr>
        <p:sp>
          <p:nvSpPr>
            <p:cNvPr id="9892" name="Google Shape;9892;p72"/>
            <p:cNvSpPr/>
            <p:nvPr/>
          </p:nvSpPr>
          <p:spPr>
            <a:xfrm>
              <a:off x="-27358650" y="196157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3" name="Google Shape;9893;p72"/>
            <p:cNvSpPr/>
            <p:nvPr/>
          </p:nvSpPr>
          <p:spPr>
            <a:xfrm>
              <a:off x="-27246025" y="21521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94" name="Google Shape;9894;p72"/>
          <p:cNvSpPr/>
          <p:nvPr/>
        </p:nvSpPr>
        <p:spPr>
          <a:xfrm>
            <a:off x="8324915" y="2377871"/>
            <a:ext cx="362935" cy="470987"/>
          </a:xfrm>
          <a:custGeom>
            <a:avLst/>
            <a:gdLst/>
            <a:ahLst/>
            <a:cxnLst/>
            <a:rect l="l" t="t" r="r" b="b"/>
            <a:pathLst>
              <a:path w="9106" h="11817" extrusionOk="0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95" name="Google Shape;9895;p72"/>
          <p:cNvSpPr/>
          <p:nvPr/>
        </p:nvSpPr>
        <p:spPr>
          <a:xfrm>
            <a:off x="8269674" y="2965551"/>
            <a:ext cx="473417" cy="472181"/>
          </a:xfrm>
          <a:custGeom>
            <a:avLst/>
            <a:gdLst/>
            <a:ahLst/>
            <a:cxnLst/>
            <a:rect l="l" t="t" r="r" b="b"/>
            <a:pathLst>
              <a:path w="11878" h="11847" extrusionOk="0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96" name="Google Shape;9896;p72"/>
          <p:cNvGrpSpPr/>
          <p:nvPr/>
        </p:nvGrpSpPr>
        <p:grpSpPr>
          <a:xfrm>
            <a:off x="9467143" y="3554731"/>
            <a:ext cx="472181" cy="470907"/>
            <a:chOff x="-23599325" y="1971025"/>
            <a:chExt cx="296175" cy="295375"/>
          </a:xfrm>
        </p:grpSpPr>
        <p:sp>
          <p:nvSpPr>
            <p:cNvPr id="9897" name="Google Shape;9897;p72"/>
            <p:cNvSpPr/>
            <p:nvPr/>
          </p:nvSpPr>
          <p:spPr>
            <a:xfrm>
              <a:off x="-23599325" y="1971025"/>
              <a:ext cx="296175" cy="295375"/>
            </a:xfrm>
            <a:custGeom>
              <a:avLst/>
              <a:gdLst/>
              <a:ahLst/>
              <a:cxnLst/>
              <a:rect l="l" t="t" r="r" b="b"/>
              <a:pathLst>
                <a:path w="11847" h="11815" extrusionOk="0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8" name="Google Shape;9898;p72"/>
            <p:cNvSpPr/>
            <p:nvPr/>
          </p:nvSpPr>
          <p:spPr>
            <a:xfrm>
              <a:off x="-23477250" y="2004100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99" name="Google Shape;9899;p72"/>
          <p:cNvSpPr/>
          <p:nvPr/>
        </p:nvSpPr>
        <p:spPr>
          <a:xfrm>
            <a:off x="9468319" y="4149873"/>
            <a:ext cx="470907" cy="473417"/>
          </a:xfrm>
          <a:custGeom>
            <a:avLst/>
            <a:gdLst/>
            <a:ahLst/>
            <a:cxnLst/>
            <a:rect l="l" t="t" r="r" b="b"/>
            <a:pathLst>
              <a:path w="11815" h="11878" extrusionOk="0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00" name="Google Shape;9900;p72"/>
          <p:cNvSpPr/>
          <p:nvPr/>
        </p:nvSpPr>
        <p:spPr>
          <a:xfrm>
            <a:off x="9465170" y="4753835"/>
            <a:ext cx="477204" cy="442051"/>
          </a:xfrm>
          <a:custGeom>
            <a:avLst/>
            <a:gdLst/>
            <a:ahLst/>
            <a:cxnLst/>
            <a:rect l="l" t="t" r="r" b="b"/>
            <a:pathLst>
              <a:path w="11973" h="11091" extrusionOk="0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01" name="Google Shape;9901;p72"/>
          <p:cNvSpPr/>
          <p:nvPr/>
        </p:nvSpPr>
        <p:spPr>
          <a:xfrm>
            <a:off x="8269266" y="5396186"/>
            <a:ext cx="474693" cy="472181"/>
          </a:xfrm>
          <a:custGeom>
            <a:avLst/>
            <a:gdLst/>
            <a:ahLst/>
            <a:cxnLst/>
            <a:rect l="l" t="t" r="r" b="b"/>
            <a:pathLst>
              <a:path w="11910" h="11847" extrusionOk="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02" name="Google Shape;9902;p72"/>
          <p:cNvGrpSpPr/>
          <p:nvPr/>
        </p:nvGrpSpPr>
        <p:grpSpPr>
          <a:xfrm>
            <a:off x="8859735" y="1781035"/>
            <a:ext cx="480951" cy="471863"/>
            <a:chOff x="-26993200" y="1961775"/>
            <a:chExt cx="301675" cy="295975"/>
          </a:xfrm>
        </p:grpSpPr>
        <p:sp>
          <p:nvSpPr>
            <p:cNvPr id="9903" name="Google Shape;9903;p72"/>
            <p:cNvSpPr/>
            <p:nvPr/>
          </p:nvSpPr>
          <p:spPr>
            <a:xfrm>
              <a:off x="-26993200" y="1961775"/>
              <a:ext cx="301675" cy="295975"/>
            </a:xfrm>
            <a:custGeom>
              <a:avLst/>
              <a:gdLst/>
              <a:ahLst/>
              <a:cxnLst/>
              <a:rect l="l" t="t" r="r" b="b"/>
              <a:pathLst>
                <a:path w="12067" h="11839" extrusionOk="0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4" name="Google Shape;9904;p72"/>
            <p:cNvSpPr/>
            <p:nvPr/>
          </p:nvSpPr>
          <p:spPr>
            <a:xfrm>
              <a:off x="-26900250" y="21647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5" name="Google Shape;9905;p72"/>
            <p:cNvSpPr/>
            <p:nvPr/>
          </p:nvSpPr>
          <p:spPr>
            <a:xfrm>
              <a:off x="-26938075" y="2177375"/>
              <a:ext cx="18150" cy="16575"/>
            </a:xfrm>
            <a:custGeom>
              <a:avLst/>
              <a:gdLst/>
              <a:ahLst/>
              <a:cxnLst/>
              <a:rect l="l" t="t" r="r" b="b"/>
              <a:pathLst>
                <a:path w="726" h="663" extrusionOk="0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6" name="Google Shape;9906;p72"/>
          <p:cNvGrpSpPr/>
          <p:nvPr/>
        </p:nvGrpSpPr>
        <p:grpSpPr>
          <a:xfrm>
            <a:off x="8893015" y="2377948"/>
            <a:ext cx="414389" cy="470907"/>
            <a:chOff x="-26970350" y="2332550"/>
            <a:chExt cx="259925" cy="295375"/>
          </a:xfrm>
        </p:grpSpPr>
        <p:sp>
          <p:nvSpPr>
            <p:cNvPr id="9907" name="Google Shape;9907;p72"/>
            <p:cNvSpPr/>
            <p:nvPr/>
          </p:nvSpPr>
          <p:spPr>
            <a:xfrm>
              <a:off x="-26970350" y="2332550"/>
              <a:ext cx="259925" cy="295375"/>
            </a:xfrm>
            <a:custGeom>
              <a:avLst/>
              <a:gdLst/>
              <a:ahLst/>
              <a:cxnLst/>
              <a:rect l="l" t="t" r="r" b="b"/>
              <a:pathLst>
                <a:path w="10397" h="11815" extrusionOk="0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8" name="Google Shape;9908;p72"/>
            <p:cNvSpPr/>
            <p:nvPr/>
          </p:nvSpPr>
          <p:spPr>
            <a:xfrm>
              <a:off x="-26831725" y="2365650"/>
              <a:ext cx="82700" cy="81900"/>
            </a:xfrm>
            <a:custGeom>
              <a:avLst/>
              <a:gdLst/>
              <a:ahLst/>
              <a:cxnLst/>
              <a:rect l="l" t="t" r="r" b="b"/>
              <a:pathLst>
                <a:path w="3308" h="3276" extrusionOk="0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9" name="Google Shape;9909;p72"/>
          <p:cNvGrpSpPr/>
          <p:nvPr/>
        </p:nvGrpSpPr>
        <p:grpSpPr>
          <a:xfrm>
            <a:off x="8865395" y="3008302"/>
            <a:ext cx="469631" cy="386769"/>
            <a:chOff x="-26986100" y="2735800"/>
            <a:chExt cx="294575" cy="242600"/>
          </a:xfrm>
        </p:grpSpPr>
        <p:sp>
          <p:nvSpPr>
            <p:cNvPr id="9910" name="Google Shape;9910;p72"/>
            <p:cNvSpPr/>
            <p:nvPr/>
          </p:nvSpPr>
          <p:spPr>
            <a:xfrm>
              <a:off x="-26986100" y="2735800"/>
              <a:ext cx="294575" cy="242600"/>
            </a:xfrm>
            <a:custGeom>
              <a:avLst/>
              <a:gdLst/>
              <a:ahLst/>
              <a:cxnLst/>
              <a:rect l="l" t="t" r="r" b="b"/>
              <a:pathLst>
                <a:path w="11783" h="9704" extrusionOk="0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1" name="Google Shape;9911;p72"/>
            <p:cNvSpPr/>
            <p:nvPr/>
          </p:nvSpPr>
          <p:spPr>
            <a:xfrm>
              <a:off x="-26927050" y="2805900"/>
              <a:ext cx="70925" cy="70900"/>
            </a:xfrm>
            <a:custGeom>
              <a:avLst/>
              <a:gdLst/>
              <a:ahLst/>
              <a:cxnLst/>
              <a:rect l="l" t="t" r="r" b="b"/>
              <a:pathLst>
                <a:path w="2837" h="2836" extrusionOk="0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12" name="Google Shape;9912;p72"/>
          <p:cNvGrpSpPr/>
          <p:nvPr/>
        </p:nvGrpSpPr>
        <p:grpSpPr>
          <a:xfrm>
            <a:off x="10064125" y="3554092"/>
            <a:ext cx="473417" cy="472181"/>
            <a:chOff x="-23229925" y="1970225"/>
            <a:chExt cx="296950" cy="296175"/>
          </a:xfrm>
        </p:grpSpPr>
        <p:sp>
          <p:nvSpPr>
            <p:cNvPr id="9913" name="Google Shape;9913;p72"/>
            <p:cNvSpPr/>
            <p:nvPr/>
          </p:nvSpPr>
          <p:spPr>
            <a:xfrm>
              <a:off x="-23229925" y="197022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4" name="Google Shape;9914;p72"/>
            <p:cNvSpPr/>
            <p:nvPr/>
          </p:nvSpPr>
          <p:spPr>
            <a:xfrm>
              <a:off x="-23196075" y="2005675"/>
              <a:ext cx="227650" cy="192200"/>
            </a:xfrm>
            <a:custGeom>
              <a:avLst/>
              <a:gdLst/>
              <a:ahLst/>
              <a:cxnLst/>
              <a:rect l="l" t="t" r="r" b="b"/>
              <a:pathLst>
                <a:path w="9106" h="7688" extrusionOk="0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5" name="Google Shape;9915;p72"/>
            <p:cNvSpPr/>
            <p:nvPr/>
          </p:nvSpPr>
          <p:spPr>
            <a:xfrm>
              <a:off x="-231425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6" name="Google Shape;9916;p72"/>
            <p:cNvSpPr/>
            <p:nvPr/>
          </p:nvSpPr>
          <p:spPr>
            <a:xfrm>
              <a:off x="-23177150" y="22144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17" name="Google Shape;9917;p72"/>
          <p:cNvGrpSpPr/>
          <p:nvPr/>
        </p:nvGrpSpPr>
        <p:grpSpPr>
          <a:xfrm>
            <a:off x="10120621" y="4149910"/>
            <a:ext cx="360424" cy="473417"/>
            <a:chOff x="-23177950" y="2340425"/>
            <a:chExt cx="226075" cy="296950"/>
          </a:xfrm>
        </p:grpSpPr>
        <p:sp>
          <p:nvSpPr>
            <p:cNvPr id="9918" name="Google Shape;9918;p72"/>
            <p:cNvSpPr/>
            <p:nvPr/>
          </p:nvSpPr>
          <p:spPr>
            <a:xfrm>
              <a:off x="-23177950" y="2340425"/>
              <a:ext cx="226075" cy="296950"/>
            </a:xfrm>
            <a:custGeom>
              <a:avLst/>
              <a:gdLst/>
              <a:ahLst/>
              <a:cxnLst/>
              <a:rect l="l" t="t" r="r" b="b"/>
              <a:pathLst>
                <a:path w="9043" h="11878" extrusionOk="0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9" name="Google Shape;9919;p72"/>
            <p:cNvSpPr/>
            <p:nvPr/>
          </p:nvSpPr>
          <p:spPr>
            <a:xfrm>
              <a:off x="-23081850" y="2425475"/>
              <a:ext cx="96100" cy="151250"/>
            </a:xfrm>
            <a:custGeom>
              <a:avLst/>
              <a:gdLst/>
              <a:ahLst/>
              <a:cxnLst/>
              <a:rect l="l" t="t" r="r" b="b"/>
              <a:pathLst>
                <a:path w="3844" h="6050" extrusionOk="0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20" name="Google Shape;9920;p72"/>
          <p:cNvGrpSpPr/>
          <p:nvPr/>
        </p:nvGrpSpPr>
        <p:grpSpPr>
          <a:xfrm>
            <a:off x="10064742" y="4738812"/>
            <a:ext cx="472181" cy="472181"/>
            <a:chOff x="-23229150" y="2710600"/>
            <a:chExt cx="296175" cy="296175"/>
          </a:xfrm>
        </p:grpSpPr>
        <p:sp>
          <p:nvSpPr>
            <p:cNvPr id="9921" name="Google Shape;9921;p72"/>
            <p:cNvSpPr/>
            <p:nvPr/>
          </p:nvSpPr>
          <p:spPr>
            <a:xfrm>
              <a:off x="-23177150" y="2727925"/>
              <a:ext cx="191400" cy="258375"/>
            </a:xfrm>
            <a:custGeom>
              <a:avLst/>
              <a:gdLst/>
              <a:ahLst/>
              <a:cxnLst/>
              <a:rect l="l" t="t" r="r" b="b"/>
              <a:pathLst>
                <a:path w="7656" h="10335" extrusionOk="0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2" name="Google Shape;9922;p72"/>
            <p:cNvSpPr/>
            <p:nvPr/>
          </p:nvSpPr>
          <p:spPr>
            <a:xfrm>
              <a:off x="-23229150" y="2710600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23" name="Google Shape;9923;p72"/>
          <p:cNvSpPr/>
          <p:nvPr/>
        </p:nvSpPr>
        <p:spPr>
          <a:xfrm>
            <a:off x="8867399" y="5396828"/>
            <a:ext cx="472181" cy="470907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24" name="Google Shape;9924;p72"/>
          <p:cNvSpPr/>
          <p:nvPr/>
        </p:nvSpPr>
        <p:spPr>
          <a:xfrm>
            <a:off x="6511305" y="3555317"/>
            <a:ext cx="429496" cy="469671"/>
          </a:xfrm>
          <a:custGeom>
            <a:avLst/>
            <a:gdLst/>
            <a:ahLst/>
            <a:cxnLst/>
            <a:rect l="l" t="t" r="r" b="b"/>
            <a:pathLst>
              <a:path w="10776" h="11784" extrusionOk="0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25" name="Google Shape;9925;p72"/>
          <p:cNvGrpSpPr/>
          <p:nvPr/>
        </p:nvGrpSpPr>
        <p:grpSpPr>
          <a:xfrm>
            <a:off x="6487508" y="4164976"/>
            <a:ext cx="475928" cy="443285"/>
            <a:chOff x="-25477800" y="2357750"/>
            <a:chExt cx="298525" cy="278050"/>
          </a:xfrm>
        </p:grpSpPr>
        <p:sp>
          <p:nvSpPr>
            <p:cNvPr id="9926" name="Google Shape;9926;p72"/>
            <p:cNvSpPr/>
            <p:nvPr/>
          </p:nvSpPr>
          <p:spPr>
            <a:xfrm>
              <a:off x="-25477800" y="2357750"/>
              <a:ext cx="298525" cy="278050"/>
            </a:xfrm>
            <a:custGeom>
              <a:avLst/>
              <a:gdLst/>
              <a:ahLst/>
              <a:cxnLst/>
              <a:rect l="l" t="t" r="r" b="b"/>
              <a:pathLst>
                <a:path w="11941" h="11122" extrusionOk="0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7" name="Google Shape;9927;p72"/>
            <p:cNvSpPr/>
            <p:nvPr/>
          </p:nvSpPr>
          <p:spPr>
            <a:xfrm>
              <a:off x="-25388025" y="2514850"/>
              <a:ext cx="104000" cy="88650"/>
            </a:xfrm>
            <a:custGeom>
              <a:avLst/>
              <a:gdLst/>
              <a:ahLst/>
              <a:cxnLst/>
              <a:rect l="l" t="t" r="r" b="b"/>
              <a:pathLst>
                <a:path w="4160" h="3546" extrusionOk="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28" name="Google Shape;9928;p72"/>
          <p:cNvSpPr/>
          <p:nvPr/>
        </p:nvSpPr>
        <p:spPr>
          <a:xfrm>
            <a:off x="6489346" y="4739308"/>
            <a:ext cx="473417" cy="471105"/>
          </a:xfrm>
          <a:custGeom>
            <a:avLst/>
            <a:gdLst/>
            <a:ahLst/>
            <a:cxnLst/>
            <a:rect l="l" t="t" r="r" b="b"/>
            <a:pathLst>
              <a:path w="11878" h="11820" extrusionOk="0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29" name="Google Shape;9929;p72"/>
          <p:cNvSpPr/>
          <p:nvPr/>
        </p:nvSpPr>
        <p:spPr>
          <a:xfrm>
            <a:off x="7078259" y="3554699"/>
            <a:ext cx="470907" cy="470907"/>
          </a:xfrm>
          <a:custGeom>
            <a:avLst/>
            <a:gdLst/>
            <a:ahLst/>
            <a:cxnLst/>
            <a:rect l="l" t="t" r="r" b="b"/>
            <a:pathLst>
              <a:path w="11815" h="11815" extrusionOk="0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30" name="Google Shape;9930;p72"/>
          <p:cNvGrpSpPr/>
          <p:nvPr/>
        </p:nvGrpSpPr>
        <p:grpSpPr>
          <a:xfrm>
            <a:off x="7077687" y="4150549"/>
            <a:ext cx="470907" cy="472143"/>
            <a:chOff x="-25104475" y="2340425"/>
            <a:chExt cx="295375" cy="296150"/>
          </a:xfrm>
        </p:grpSpPr>
        <p:sp>
          <p:nvSpPr>
            <p:cNvPr id="9931" name="Google Shape;9931;p72"/>
            <p:cNvSpPr/>
            <p:nvPr/>
          </p:nvSpPr>
          <p:spPr>
            <a:xfrm>
              <a:off x="-25104475" y="2340425"/>
              <a:ext cx="225275" cy="296150"/>
            </a:xfrm>
            <a:custGeom>
              <a:avLst/>
              <a:gdLst/>
              <a:ahLst/>
              <a:cxnLst/>
              <a:rect l="l" t="t" r="r" b="b"/>
              <a:pathLst>
                <a:path w="9011" h="11846" extrusionOk="0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2" name="Google Shape;9932;p72"/>
            <p:cNvSpPr/>
            <p:nvPr/>
          </p:nvSpPr>
          <p:spPr>
            <a:xfrm>
              <a:off x="-25001300" y="23750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3" name="Google Shape;9933;p72"/>
            <p:cNvSpPr/>
            <p:nvPr/>
          </p:nvSpPr>
          <p:spPr>
            <a:xfrm>
              <a:off x="-25070600" y="2444375"/>
              <a:ext cx="87450" cy="86675"/>
            </a:xfrm>
            <a:custGeom>
              <a:avLst/>
              <a:gdLst/>
              <a:ahLst/>
              <a:cxnLst/>
              <a:rect l="l" t="t" r="r" b="b"/>
              <a:pathLst>
                <a:path w="3498" h="3467" extrusionOk="0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4" name="Google Shape;9934;p72"/>
            <p:cNvSpPr/>
            <p:nvPr/>
          </p:nvSpPr>
          <p:spPr>
            <a:xfrm>
              <a:off x="-24966650" y="24790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5" name="Google Shape;9935;p72"/>
            <p:cNvSpPr/>
            <p:nvPr/>
          </p:nvSpPr>
          <p:spPr>
            <a:xfrm>
              <a:off x="-24966650" y="244437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6" name="Google Shape;9936;p72"/>
            <p:cNvSpPr/>
            <p:nvPr/>
          </p:nvSpPr>
          <p:spPr>
            <a:xfrm>
              <a:off x="-24966650" y="2513700"/>
              <a:ext cx="52025" cy="17350"/>
            </a:xfrm>
            <a:custGeom>
              <a:avLst/>
              <a:gdLst/>
              <a:ahLst/>
              <a:cxnLst/>
              <a:rect l="l" t="t" r="r" b="b"/>
              <a:pathLst>
                <a:path w="208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7" name="Google Shape;9937;p72"/>
            <p:cNvSpPr/>
            <p:nvPr/>
          </p:nvSpPr>
          <p:spPr>
            <a:xfrm>
              <a:off x="-25071400" y="2549125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8" name="Google Shape;9938;p72"/>
            <p:cNvSpPr/>
            <p:nvPr/>
          </p:nvSpPr>
          <p:spPr>
            <a:xfrm>
              <a:off x="-25071400" y="2583800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9" name="Google Shape;9939;p72"/>
            <p:cNvSpPr/>
            <p:nvPr/>
          </p:nvSpPr>
          <p:spPr>
            <a:xfrm>
              <a:off x="-24862675" y="2375850"/>
              <a:ext cx="53575" cy="260725"/>
            </a:xfrm>
            <a:custGeom>
              <a:avLst/>
              <a:gdLst/>
              <a:ahLst/>
              <a:cxnLst/>
              <a:rect l="l" t="t" r="r" b="b"/>
              <a:pathLst>
                <a:path w="2143" h="10429" extrusionOk="0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40" name="Google Shape;9940;p72"/>
          <p:cNvSpPr/>
          <p:nvPr/>
        </p:nvSpPr>
        <p:spPr>
          <a:xfrm>
            <a:off x="7075748" y="4799051"/>
            <a:ext cx="475928" cy="351616"/>
          </a:xfrm>
          <a:custGeom>
            <a:avLst/>
            <a:gdLst/>
            <a:ahLst/>
            <a:cxnLst/>
            <a:rect l="l" t="t" r="r" b="b"/>
            <a:pathLst>
              <a:path w="11941" h="8822" extrusionOk="0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5" name="Google Shape;9945;p73"/>
          <p:cNvSpPr txBox="1">
            <a:spLocks noGrp="1"/>
          </p:cNvSpPr>
          <p:nvPr>
            <p:ph type="title" idx="4294967295"/>
          </p:nvPr>
        </p:nvSpPr>
        <p:spPr>
          <a:xfrm>
            <a:off x="0" y="954088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Busi</a:t>
            </a:r>
            <a:r>
              <a:rPr lang="fr-FR" dirty="0" err="1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ness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9946" name="Google Shape;9946;p73"/>
          <p:cNvSpPr txBox="1">
            <a:spLocks noGrp="1"/>
          </p:cNvSpPr>
          <p:nvPr>
            <p:ph type="title" idx="4294967295"/>
          </p:nvPr>
        </p:nvSpPr>
        <p:spPr>
          <a:xfrm>
            <a:off x="7550150" y="954088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Travail en équipe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grpSp>
        <p:nvGrpSpPr>
          <p:cNvPr id="9947" name="Google Shape;9947;p73"/>
          <p:cNvGrpSpPr/>
          <p:nvPr/>
        </p:nvGrpSpPr>
        <p:grpSpPr>
          <a:xfrm>
            <a:off x="1139158" y="1751893"/>
            <a:ext cx="488359" cy="488320"/>
            <a:chOff x="-65131525" y="1914325"/>
            <a:chExt cx="316650" cy="316625"/>
          </a:xfrm>
        </p:grpSpPr>
        <p:sp>
          <p:nvSpPr>
            <p:cNvPr id="9948" name="Google Shape;9948;p73"/>
            <p:cNvSpPr/>
            <p:nvPr/>
          </p:nvSpPr>
          <p:spPr>
            <a:xfrm>
              <a:off x="-65024400" y="1949750"/>
              <a:ext cx="103175" cy="247350"/>
            </a:xfrm>
            <a:custGeom>
              <a:avLst/>
              <a:gdLst/>
              <a:ahLst/>
              <a:cxnLst/>
              <a:rect l="l" t="t" r="r" b="b"/>
              <a:pathLst>
                <a:path w="4127" h="9894" extrusionOk="0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9" name="Google Shape;9949;p73"/>
            <p:cNvSpPr/>
            <p:nvPr/>
          </p:nvSpPr>
          <p:spPr>
            <a:xfrm>
              <a:off x="-65131525" y="1914325"/>
              <a:ext cx="316650" cy="316625"/>
            </a:xfrm>
            <a:custGeom>
              <a:avLst/>
              <a:gdLst/>
              <a:ahLst/>
              <a:cxnLst/>
              <a:rect l="l" t="t" r="r" b="b"/>
              <a:pathLst>
                <a:path w="12666" h="12665" extrusionOk="0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50" name="Google Shape;9950;p73"/>
          <p:cNvGrpSpPr/>
          <p:nvPr/>
        </p:nvGrpSpPr>
        <p:grpSpPr>
          <a:xfrm>
            <a:off x="1139158" y="2392277"/>
            <a:ext cx="488359" cy="488359"/>
            <a:chOff x="-65131525" y="2281350"/>
            <a:chExt cx="316650" cy="316650"/>
          </a:xfrm>
        </p:grpSpPr>
        <p:sp>
          <p:nvSpPr>
            <p:cNvPr id="9951" name="Google Shape;9951;p73"/>
            <p:cNvSpPr/>
            <p:nvPr/>
          </p:nvSpPr>
          <p:spPr>
            <a:xfrm>
              <a:off x="-65131525" y="232230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2" name="Google Shape;9952;p73"/>
            <p:cNvSpPr/>
            <p:nvPr/>
          </p:nvSpPr>
          <p:spPr>
            <a:xfrm>
              <a:off x="-64963775" y="2281350"/>
              <a:ext cx="148900" cy="148875"/>
            </a:xfrm>
            <a:custGeom>
              <a:avLst/>
              <a:gdLst/>
              <a:ahLst/>
              <a:cxnLst/>
              <a:rect l="l" t="t" r="r" b="b"/>
              <a:pathLst>
                <a:path w="5956" h="5955" extrusionOk="0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53" name="Google Shape;9953;p73"/>
          <p:cNvGrpSpPr/>
          <p:nvPr/>
        </p:nvGrpSpPr>
        <p:grpSpPr>
          <a:xfrm>
            <a:off x="1143419" y="3012276"/>
            <a:ext cx="479837" cy="489553"/>
            <a:chOff x="-65129950" y="2646800"/>
            <a:chExt cx="311125" cy="317425"/>
          </a:xfrm>
        </p:grpSpPr>
        <p:sp>
          <p:nvSpPr>
            <p:cNvPr id="9954" name="Google Shape;9954;p73"/>
            <p:cNvSpPr/>
            <p:nvPr/>
          </p:nvSpPr>
          <p:spPr>
            <a:xfrm>
              <a:off x="-65129950" y="2646800"/>
              <a:ext cx="311125" cy="317425"/>
            </a:xfrm>
            <a:custGeom>
              <a:avLst/>
              <a:gdLst/>
              <a:ahLst/>
              <a:cxnLst/>
              <a:rect l="l" t="t" r="r" b="b"/>
              <a:pathLst>
                <a:path w="12445" h="12697" extrusionOk="0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5" name="Google Shape;9955;p73"/>
            <p:cNvSpPr/>
            <p:nvPr/>
          </p:nvSpPr>
          <p:spPr>
            <a:xfrm>
              <a:off x="-65066950" y="2738175"/>
              <a:ext cx="187475" cy="185100"/>
            </a:xfrm>
            <a:custGeom>
              <a:avLst/>
              <a:gdLst/>
              <a:ahLst/>
              <a:cxnLst/>
              <a:rect l="l" t="t" r="r" b="b"/>
              <a:pathLst>
                <a:path w="7499" h="7404" extrusionOk="0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56" name="Google Shape;9956;p73"/>
          <p:cNvGrpSpPr/>
          <p:nvPr/>
        </p:nvGrpSpPr>
        <p:grpSpPr>
          <a:xfrm>
            <a:off x="4081197" y="1750043"/>
            <a:ext cx="491983" cy="492021"/>
            <a:chOff x="-63252250" y="1930850"/>
            <a:chExt cx="319000" cy="319025"/>
          </a:xfrm>
        </p:grpSpPr>
        <p:sp>
          <p:nvSpPr>
            <p:cNvPr id="9957" name="Google Shape;9957;p73"/>
            <p:cNvSpPr/>
            <p:nvPr/>
          </p:nvSpPr>
          <p:spPr>
            <a:xfrm>
              <a:off x="-63252250" y="1930850"/>
              <a:ext cx="319000" cy="319025"/>
            </a:xfrm>
            <a:custGeom>
              <a:avLst/>
              <a:gdLst/>
              <a:ahLst/>
              <a:cxnLst/>
              <a:rect l="l" t="t" r="r" b="b"/>
              <a:pathLst>
                <a:path w="12760" h="12761" extrusionOk="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8" name="Google Shape;9958;p73"/>
            <p:cNvSpPr/>
            <p:nvPr/>
          </p:nvSpPr>
          <p:spPr>
            <a:xfrm>
              <a:off x="-63160900" y="202142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59" name="Google Shape;9959;p73"/>
          <p:cNvSpPr/>
          <p:nvPr/>
        </p:nvSpPr>
        <p:spPr>
          <a:xfrm>
            <a:off x="4070525" y="2391159"/>
            <a:ext cx="496495" cy="490595"/>
          </a:xfrm>
          <a:custGeom>
            <a:avLst/>
            <a:gdLst/>
            <a:ahLst/>
            <a:cxnLst/>
            <a:rect l="l" t="t" r="r" b="b"/>
            <a:pathLst>
              <a:path w="12877" h="12724" extrusionOk="0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60" name="Google Shape;9960;p73"/>
          <p:cNvGrpSpPr/>
          <p:nvPr/>
        </p:nvGrpSpPr>
        <p:grpSpPr>
          <a:xfrm>
            <a:off x="4082412" y="3011658"/>
            <a:ext cx="489553" cy="490788"/>
            <a:chOff x="-63250675" y="2664125"/>
            <a:chExt cx="317425" cy="318225"/>
          </a:xfrm>
        </p:grpSpPr>
        <p:sp>
          <p:nvSpPr>
            <p:cNvPr id="9961" name="Google Shape;9961;p73"/>
            <p:cNvSpPr/>
            <p:nvPr/>
          </p:nvSpPr>
          <p:spPr>
            <a:xfrm>
              <a:off x="-63250675" y="2664125"/>
              <a:ext cx="317425" cy="318225"/>
            </a:xfrm>
            <a:custGeom>
              <a:avLst/>
              <a:gdLst/>
              <a:ahLst/>
              <a:cxnLst/>
              <a:rect l="l" t="t" r="r" b="b"/>
              <a:pathLst>
                <a:path w="12697" h="12729" extrusionOk="0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2" name="Google Shape;9962;p73"/>
            <p:cNvSpPr/>
            <p:nvPr/>
          </p:nvSpPr>
          <p:spPr>
            <a:xfrm>
              <a:off x="-63167975" y="2747625"/>
              <a:ext cx="152025" cy="152025"/>
            </a:xfrm>
            <a:custGeom>
              <a:avLst/>
              <a:gdLst/>
              <a:ahLst/>
              <a:cxnLst/>
              <a:rect l="l" t="t" r="r" b="b"/>
              <a:pathLst>
                <a:path w="6081" h="6081" extrusionOk="0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63" name="Google Shape;9963;p73"/>
          <p:cNvGrpSpPr/>
          <p:nvPr/>
        </p:nvGrpSpPr>
        <p:grpSpPr>
          <a:xfrm>
            <a:off x="2317961" y="3646867"/>
            <a:ext cx="484696" cy="481688"/>
            <a:chOff x="-61354075" y="1940500"/>
            <a:chExt cx="314275" cy="312325"/>
          </a:xfrm>
        </p:grpSpPr>
        <p:sp>
          <p:nvSpPr>
            <p:cNvPr id="9964" name="Google Shape;9964;p73"/>
            <p:cNvSpPr/>
            <p:nvPr/>
          </p:nvSpPr>
          <p:spPr>
            <a:xfrm>
              <a:off x="-61354075" y="1940500"/>
              <a:ext cx="314275" cy="312325"/>
            </a:xfrm>
            <a:custGeom>
              <a:avLst/>
              <a:gdLst/>
              <a:ahLst/>
              <a:cxnLst/>
              <a:rect l="l" t="t" r="r" b="b"/>
              <a:pathLst>
                <a:path w="12571" h="12493" extrusionOk="0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5" name="Google Shape;9965;p73"/>
            <p:cNvSpPr/>
            <p:nvPr/>
          </p:nvSpPr>
          <p:spPr>
            <a:xfrm>
              <a:off x="-61268225" y="2024575"/>
              <a:ext cx="60650" cy="61475"/>
            </a:xfrm>
            <a:custGeom>
              <a:avLst/>
              <a:gdLst/>
              <a:ahLst/>
              <a:cxnLst/>
              <a:rect l="l" t="t" r="r" b="b"/>
              <a:pathLst>
                <a:path w="2426" h="2459" extrusionOk="0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6" name="Google Shape;9966;p73"/>
            <p:cNvSpPr/>
            <p:nvPr/>
          </p:nvSpPr>
          <p:spPr>
            <a:xfrm>
              <a:off x="-61187100" y="2107275"/>
              <a:ext cx="61450" cy="61475"/>
            </a:xfrm>
            <a:custGeom>
              <a:avLst/>
              <a:gdLst/>
              <a:ahLst/>
              <a:cxnLst/>
              <a:rect l="l" t="t" r="r" b="b"/>
              <a:pathLst>
                <a:path w="2458" h="2459" extrusionOk="0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7" name="Google Shape;9967;p73"/>
            <p:cNvSpPr/>
            <p:nvPr/>
          </p:nvSpPr>
          <p:spPr>
            <a:xfrm>
              <a:off x="-61250125" y="2044475"/>
              <a:ext cx="105575" cy="103600"/>
            </a:xfrm>
            <a:custGeom>
              <a:avLst/>
              <a:gdLst/>
              <a:ahLst/>
              <a:cxnLst/>
              <a:rect l="l" t="t" r="r" b="b"/>
              <a:pathLst>
                <a:path w="4223" h="4144" extrusionOk="0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68" name="Google Shape;9968;p73"/>
          <p:cNvGrpSpPr/>
          <p:nvPr/>
        </p:nvGrpSpPr>
        <p:grpSpPr>
          <a:xfrm>
            <a:off x="2316131" y="4244937"/>
            <a:ext cx="488359" cy="448260"/>
            <a:chOff x="-61354875" y="2322300"/>
            <a:chExt cx="316650" cy="290650"/>
          </a:xfrm>
        </p:grpSpPr>
        <p:sp>
          <p:nvSpPr>
            <p:cNvPr id="9969" name="Google Shape;9969;p73"/>
            <p:cNvSpPr/>
            <p:nvPr/>
          </p:nvSpPr>
          <p:spPr>
            <a:xfrm>
              <a:off x="-61354875" y="2322300"/>
              <a:ext cx="316650" cy="290650"/>
            </a:xfrm>
            <a:custGeom>
              <a:avLst/>
              <a:gdLst/>
              <a:ahLst/>
              <a:cxnLst/>
              <a:rect l="l" t="t" r="r" b="b"/>
              <a:pathLst>
                <a:path w="12666" h="11626" extrusionOk="0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0" name="Google Shape;9970;p73"/>
            <p:cNvSpPr/>
            <p:nvPr/>
          </p:nvSpPr>
          <p:spPr>
            <a:xfrm>
              <a:off x="-61313925" y="2364050"/>
              <a:ext cx="234750" cy="206375"/>
            </a:xfrm>
            <a:custGeom>
              <a:avLst/>
              <a:gdLst/>
              <a:ahLst/>
              <a:cxnLst/>
              <a:rect l="l" t="t" r="r" b="b"/>
              <a:pathLst>
                <a:path w="9390" h="8255" extrusionOk="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1" name="Google Shape;9971;p73"/>
            <p:cNvSpPr/>
            <p:nvPr/>
          </p:nvSpPr>
          <p:spPr>
            <a:xfrm>
              <a:off x="-61234375" y="2416225"/>
              <a:ext cx="104775" cy="102225"/>
            </a:xfrm>
            <a:custGeom>
              <a:avLst/>
              <a:gdLst/>
              <a:ahLst/>
              <a:cxnLst/>
              <a:rect l="l" t="t" r="r" b="b"/>
              <a:pathLst>
                <a:path w="4191" h="4089" extrusionOk="0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72" name="Google Shape;9972;p73"/>
          <p:cNvGrpSpPr/>
          <p:nvPr/>
        </p:nvGrpSpPr>
        <p:grpSpPr>
          <a:xfrm>
            <a:off x="2316131" y="4815022"/>
            <a:ext cx="488359" cy="488359"/>
            <a:chOff x="-61354875" y="2671225"/>
            <a:chExt cx="316650" cy="316650"/>
          </a:xfrm>
        </p:grpSpPr>
        <p:sp>
          <p:nvSpPr>
            <p:cNvPr id="9973" name="Google Shape;9973;p73"/>
            <p:cNvSpPr/>
            <p:nvPr/>
          </p:nvSpPr>
          <p:spPr>
            <a:xfrm>
              <a:off x="-61354875" y="2671225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4" name="Google Shape;9974;p73"/>
            <p:cNvSpPr/>
            <p:nvPr/>
          </p:nvSpPr>
          <p:spPr>
            <a:xfrm>
              <a:off x="-61172925" y="2813775"/>
              <a:ext cx="62225" cy="145725"/>
            </a:xfrm>
            <a:custGeom>
              <a:avLst/>
              <a:gdLst/>
              <a:ahLst/>
              <a:cxnLst/>
              <a:rect l="l" t="t" r="r" b="b"/>
              <a:pathLst>
                <a:path w="2489" h="5829" extrusionOk="0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5" name="Google Shape;9975;p73"/>
            <p:cNvSpPr/>
            <p:nvPr/>
          </p:nvSpPr>
          <p:spPr>
            <a:xfrm>
              <a:off x="-61313925" y="279645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6" name="Google Shape;9976;p73"/>
            <p:cNvSpPr/>
            <p:nvPr/>
          </p:nvSpPr>
          <p:spPr>
            <a:xfrm>
              <a:off x="-61313925" y="283740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7" name="Google Shape;9977;p73"/>
            <p:cNvSpPr/>
            <p:nvPr/>
          </p:nvSpPr>
          <p:spPr>
            <a:xfrm>
              <a:off x="-61313925" y="2877575"/>
              <a:ext cx="40975" cy="22075"/>
            </a:xfrm>
            <a:custGeom>
              <a:avLst/>
              <a:gdLst/>
              <a:ahLst/>
              <a:cxnLst/>
              <a:rect l="l" t="t" r="r" b="b"/>
              <a:pathLst>
                <a:path w="1639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78" name="Google Shape;9978;p73"/>
          <p:cNvGrpSpPr/>
          <p:nvPr/>
        </p:nvGrpSpPr>
        <p:grpSpPr>
          <a:xfrm>
            <a:off x="5270003" y="3641335"/>
            <a:ext cx="491983" cy="492755"/>
            <a:chOff x="-59502375" y="1904375"/>
            <a:chExt cx="319000" cy="319500"/>
          </a:xfrm>
        </p:grpSpPr>
        <p:sp>
          <p:nvSpPr>
            <p:cNvPr id="9979" name="Google Shape;9979;p73"/>
            <p:cNvSpPr/>
            <p:nvPr/>
          </p:nvSpPr>
          <p:spPr>
            <a:xfrm>
              <a:off x="-59455125" y="2097050"/>
              <a:ext cx="227650" cy="62225"/>
            </a:xfrm>
            <a:custGeom>
              <a:avLst/>
              <a:gdLst/>
              <a:ahLst/>
              <a:cxnLst/>
              <a:rect l="l" t="t" r="r" b="b"/>
              <a:pathLst>
                <a:path w="9106" h="2489" extrusionOk="0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0" name="Google Shape;9980;p73"/>
            <p:cNvSpPr/>
            <p:nvPr/>
          </p:nvSpPr>
          <p:spPr>
            <a:xfrm>
              <a:off x="-59502375" y="1966300"/>
              <a:ext cx="319000" cy="257575"/>
            </a:xfrm>
            <a:custGeom>
              <a:avLst/>
              <a:gdLst/>
              <a:ahLst/>
              <a:cxnLst/>
              <a:rect l="l" t="t" r="r" b="b"/>
              <a:pathLst>
                <a:path w="12760" h="10303" extrusionOk="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1" name="Google Shape;9981;p73"/>
            <p:cNvSpPr/>
            <p:nvPr/>
          </p:nvSpPr>
          <p:spPr>
            <a:xfrm>
              <a:off x="-59322800" y="1904375"/>
              <a:ext cx="106350" cy="41175"/>
            </a:xfrm>
            <a:custGeom>
              <a:avLst/>
              <a:gdLst/>
              <a:ahLst/>
              <a:cxnLst/>
              <a:rect l="l" t="t" r="r" b="b"/>
              <a:pathLst>
                <a:path w="4254" h="1647" extrusionOk="0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2" name="Google Shape;9982;p73"/>
          <p:cNvGrpSpPr/>
          <p:nvPr/>
        </p:nvGrpSpPr>
        <p:grpSpPr>
          <a:xfrm>
            <a:off x="1731495" y="1753609"/>
            <a:ext cx="491983" cy="484888"/>
            <a:chOff x="-64774725" y="1916550"/>
            <a:chExt cx="319000" cy="314400"/>
          </a:xfrm>
        </p:grpSpPr>
        <p:sp>
          <p:nvSpPr>
            <p:cNvPr id="9983" name="Google Shape;9983;p73"/>
            <p:cNvSpPr/>
            <p:nvPr/>
          </p:nvSpPr>
          <p:spPr>
            <a:xfrm>
              <a:off x="-64774725" y="1916550"/>
              <a:ext cx="319000" cy="314400"/>
            </a:xfrm>
            <a:custGeom>
              <a:avLst/>
              <a:gdLst/>
              <a:ahLst/>
              <a:cxnLst/>
              <a:rect l="l" t="t" r="r" b="b"/>
              <a:pathLst>
                <a:path w="12760" h="12576" extrusionOk="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4" name="Google Shape;9984;p73"/>
            <p:cNvSpPr/>
            <p:nvPr/>
          </p:nvSpPr>
          <p:spPr>
            <a:xfrm>
              <a:off x="-64636900" y="2010600"/>
              <a:ext cx="89800" cy="82525"/>
            </a:xfrm>
            <a:custGeom>
              <a:avLst/>
              <a:gdLst/>
              <a:ahLst/>
              <a:cxnLst/>
              <a:rect l="l" t="t" r="r" b="b"/>
              <a:pathLst>
                <a:path w="3592" h="3301" extrusionOk="0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5" name="Google Shape;9985;p73"/>
          <p:cNvGrpSpPr/>
          <p:nvPr/>
        </p:nvGrpSpPr>
        <p:grpSpPr>
          <a:xfrm>
            <a:off x="1733306" y="2389849"/>
            <a:ext cx="488359" cy="493217"/>
            <a:chOff x="-64764500" y="2280550"/>
            <a:chExt cx="316650" cy="319800"/>
          </a:xfrm>
        </p:grpSpPr>
        <p:sp>
          <p:nvSpPr>
            <p:cNvPr id="9986" name="Google Shape;9986;p73"/>
            <p:cNvSpPr/>
            <p:nvPr/>
          </p:nvSpPr>
          <p:spPr>
            <a:xfrm>
              <a:off x="-64764500" y="2280550"/>
              <a:ext cx="316650" cy="319800"/>
            </a:xfrm>
            <a:custGeom>
              <a:avLst/>
              <a:gdLst/>
              <a:ahLst/>
              <a:cxnLst/>
              <a:rect l="l" t="t" r="r" b="b"/>
              <a:pathLst>
                <a:path w="12666" h="12792" extrusionOk="0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7" name="Google Shape;9987;p73"/>
            <p:cNvSpPr/>
            <p:nvPr/>
          </p:nvSpPr>
          <p:spPr>
            <a:xfrm>
              <a:off x="-64679425" y="2364825"/>
              <a:ext cx="146500" cy="102450"/>
            </a:xfrm>
            <a:custGeom>
              <a:avLst/>
              <a:gdLst/>
              <a:ahLst/>
              <a:cxnLst/>
              <a:rect l="l" t="t" r="r" b="b"/>
              <a:pathLst>
                <a:path w="5860" h="4098" extrusionOk="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88" name="Google Shape;9988;p73"/>
          <p:cNvSpPr/>
          <p:nvPr/>
        </p:nvSpPr>
        <p:spPr>
          <a:xfrm>
            <a:off x="1755671" y="3012873"/>
            <a:ext cx="426399" cy="488359"/>
          </a:xfrm>
          <a:custGeom>
            <a:avLst/>
            <a:gdLst/>
            <a:ahLst/>
            <a:cxnLst/>
            <a:rect l="l" t="t" r="r" b="b"/>
            <a:pathLst>
              <a:path w="11059" h="12666" extrusionOk="0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89" name="Google Shape;9989;p73"/>
          <p:cNvGrpSpPr/>
          <p:nvPr/>
        </p:nvGrpSpPr>
        <p:grpSpPr>
          <a:xfrm>
            <a:off x="4682698" y="1802885"/>
            <a:ext cx="487125" cy="386337"/>
            <a:chOff x="-62882850" y="1999375"/>
            <a:chExt cx="315850" cy="250500"/>
          </a:xfrm>
        </p:grpSpPr>
        <p:sp>
          <p:nvSpPr>
            <p:cNvPr id="9990" name="Google Shape;9990;p73"/>
            <p:cNvSpPr/>
            <p:nvPr/>
          </p:nvSpPr>
          <p:spPr>
            <a:xfrm>
              <a:off x="-62882850" y="1999375"/>
              <a:ext cx="315850" cy="250500"/>
            </a:xfrm>
            <a:custGeom>
              <a:avLst/>
              <a:gdLst/>
              <a:ahLst/>
              <a:cxnLst/>
              <a:rect l="l" t="t" r="r" b="b"/>
              <a:pathLst>
                <a:path w="12634" h="10020" extrusionOk="0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1" name="Google Shape;9991;p73"/>
            <p:cNvSpPr/>
            <p:nvPr/>
          </p:nvSpPr>
          <p:spPr>
            <a:xfrm>
              <a:off x="-62806475" y="2062375"/>
              <a:ext cx="146525" cy="103800"/>
            </a:xfrm>
            <a:custGeom>
              <a:avLst/>
              <a:gdLst/>
              <a:ahLst/>
              <a:cxnLst/>
              <a:rect l="l" t="t" r="r" b="b"/>
              <a:pathLst>
                <a:path w="5861" h="4152" extrusionOk="0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92" name="Google Shape;9992;p73"/>
          <p:cNvGrpSpPr/>
          <p:nvPr/>
        </p:nvGrpSpPr>
        <p:grpSpPr>
          <a:xfrm>
            <a:off x="4671150" y="2391660"/>
            <a:ext cx="510220" cy="489592"/>
            <a:chOff x="-62890750" y="2296300"/>
            <a:chExt cx="330825" cy="317450"/>
          </a:xfrm>
        </p:grpSpPr>
        <p:sp>
          <p:nvSpPr>
            <p:cNvPr id="9993" name="Google Shape;9993;p73"/>
            <p:cNvSpPr/>
            <p:nvPr/>
          </p:nvSpPr>
          <p:spPr>
            <a:xfrm>
              <a:off x="-62890750" y="2296300"/>
              <a:ext cx="313500" cy="195375"/>
            </a:xfrm>
            <a:custGeom>
              <a:avLst/>
              <a:gdLst/>
              <a:ahLst/>
              <a:cxnLst/>
              <a:rect l="l" t="t" r="r" b="b"/>
              <a:pathLst>
                <a:path w="12540" h="7815" extrusionOk="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4" name="Google Shape;9994;p73"/>
            <p:cNvSpPr/>
            <p:nvPr/>
          </p:nvSpPr>
          <p:spPr>
            <a:xfrm>
              <a:off x="-62874975" y="2417475"/>
              <a:ext cx="315050" cy="196275"/>
            </a:xfrm>
            <a:custGeom>
              <a:avLst/>
              <a:gdLst/>
              <a:ahLst/>
              <a:cxnLst/>
              <a:rect l="l" t="t" r="r" b="b"/>
              <a:pathLst>
                <a:path w="12602" h="7851" extrusionOk="0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5" name="Google Shape;9995;p73"/>
            <p:cNvSpPr/>
            <p:nvPr/>
          </p:nvSpPr>
          <p:spPr>
            <a:xfrm>
              <a:off x="-62822225" y="2357750"/>
              <a:ext cx="193000" cy="192975"/>
            </a:xfrm>
            <a:custGeom>
              <a:avLst/>
              <a:gdLst/>
              <a:ahLst/>
              <a:cxnLst/>
              <a:rect l="l" t="t" r="r" b="b"/>
              <a:pathLst>
                <a:path w="7720" h="7719" extrusionOk="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96" name="Google Shape;9996;p73"/>
          <p:cNvGrpSpPr/>
          <p:nvPr/>
        </p:nvGrpSpPr>
        <p:grpSpPr>
          <a:xfrm>
            <a:off x="4682698" y="3012276"/>
            <a:ext cx="487125" cy="489553"/>
            <a:chOff x="-62882850" y="2664925"/>
            <a:chExt cx="315850" cy="317425"/>
          </a:xfrm>
        </p:grpSpPr>
        <p:sp>
          <p:nvSpPr>
            <p:cNvPr id="9997" name="Google Shape;9997;p73"/>
            <p:cNvSpPr/>
            <p:nvPr/>
          </p:nvSpPr>
          <p:spPr>
            <a:xfrm>
              <a:off x="-62882850" y="2664925"/>
              <a:ext cx="315850" cy="317425"/>
            </a:xfrm>
            <a:custGeom>
              <a:avLst/>
              <a:gdLst/>
              <a:ahLst/>
              <a:cxnLst/>
              <a:rect l="l" t="t" r="r" b="b"/>
              <a:pathLst>
                <a:path w="12634" h="12697" extrusionOk="0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8" name="Google Shape;9998;p73"/>
            <p:cNvSpPr/>
            <p:nvPr/>
          </p:nvSpPr>
          <p:spPr>
            <a:xfrm>
              <a:off x="-62756050" y="2702725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99" name="Google Shape;9999;p73"/>
          <p:cNvSpPr/>
          <p:nvPr/>
        </p:nvSpPr>
        <p:spPr>
          <a:xfrm>
            <a:off x="2900950" y="3644670"/>
            <a:ext cx="492021" cy="486084"/>
          </a:xfrm>
          <a:custGeom>
            <a:avLst/>
            <a:gdLst/>
            <a:ahLst/>
            <a:cxnLst/>
            <a:rect l="l" t="t" r="r" b="b"/>
            <a:pathLst>
              <a:path w="12761" h="12607" extrusionOk="0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000" name="Google Shape;10000;p73"/>
          <p:cNvGrpSpPr/>
          <p:nvPr/>
        </p:nvGrpSpPr>
        <p:grpSpPr>
          <a:xfrm>
            <a:off x="2910897" y="4229129"/>
            <a:ext cx="488359" cy="479876"/>
            <a:chOff x="-60988625" y="2310475"/>
            <a:chExt cx="316650" cy="311150"/>
          </a:xfrm>
        </p:grpSpPr>
        <p:sp>
          <p:nvSpPr>
            <p:cNvPr id="10001" name="Google Shape;10001;p73"/>
            <p:cNvSpPr/>
            <p:nvPr/>
          </p:nvSpPr>
          <p:spPr>
            <a:xfrm>
              <a:off x="-60988625" y="2310475"/>
              <a:ext cx="311125" cy="311150"/>
            </a:xfrm>
            <a:custGeom>
              <a:avLst/>
              <a:gdLst/>
              <a:ahLst/>
              <a:cxnLst/>
              <a:rect l="l" t="t" r="r" b="b"/>
              <a:pathLst>
                <a:path w="12445" h="12446" extrusionOk="0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2" name="Google Shape;10002;p73"/>
            <p:cNvSpPr/>
            <p:nvPr/>
          </p:nvSpPr>
          <p:spPr>
            <a:xfrm>
              <a:off x="-60947675" y="2353025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3" name="Google Shape;10003;p73"/>
            <p:cNvSpPr/>
            <p:nvPr/>
          </p:nvSpPr>
          <p:spPr>
            <a:xfrm>
              <a:off x="-60947675" y="241525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4" name="Google Shape;10004;p73"/>
            <p:cNvSpPr/>
            <p:nvPr/>
          </p:nvSpPr>
          <p:spPr>
            <a:xfrm>
              <a:off x="-60947675" y="2475875"/>
              <a:ext cx="145725" cy="22100"/>
            </a:xfrm>
            <a:custGeom>
              <a:avLst/>
              <a:gdLst/>
              <a:ahLst/>
              <a:cxnLst/>
              <a:rect l="l" t="t" r="r" b="b"/>
              <a:pathLst>
                <a:path w="5829" h="884" extrusionOk="0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5" name="Google Shape;10005;p73"/>
            <p:cNvSpPr/>
            <p:nvPr/>
          </p:nvSpPr>
          <p:spPr>
            <a:xfrm>
              <a:off x="-60947675" y="2538100"/>
              <a:ext cx="145725" cy="22075"/>
            </a:xfrm>
            <a:custGeom>
              <a:avLst/>
              <a:gdLst/>
              <a:ahLst/>
              <a:cxnLst/>
              <a:rect l="l" t="t" r="r" b="b"/>
              <a:pathLst>
                <a:path w="5829" h="883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6" name="Google Shape;10006;p73"/>
            <p:cNvSpPr/>
            <p:nvPr/>
          </p:nvSpPr>
          <p:spPr>
            <a:xfrm>
              <a:off x="-60740525" y="2312050"/>
              <a:ext cx="68550" cy="233950"/>
            </a:xfrm>
            <a:custGeom>
              <a:avLst/>
              <a:gdLst/>
              <a:ahLst/>
              <a:cxnLst/>
              <a:rect l="l" t="t" r="r" b="b"/>
              <a:pathLst>
                <a:path w="2742" h="9358" extrusionOk="0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07" name="Google Shape;10007;p73"/>
          <p:cNvGrpSpPr/>
          <p:nvPr/>
        </p:nvGrpSpPr>
        <p:grpSpPr>
          <a:xfrm>
            <a:off x="2911512" y="4813346"/>
            <a:ext cx="487125" cy="491713"/>
            <a:chOff x="-60987050" y="2671400"/>
            <a:chExt cx="315850" cy="318825"/>
          </a:xfrm>
        </p:grpSpPr>
        <p:sp>
          <p:nvSpPr>
            <p:cNvPr id="10008" name="Google Shape;10008;p73"/>
            <p:cNvSpPr/>
            <p:nvPr/>
          </p:nvSpPr>
          <p:spPr>
            <a:xfrm>
              <a:off x="-60987050" y="2671400"/>
              <a:ext cx="315850" cy="318825"/>
            </a:xfrm>
            <a:custGeom>
              <a:avLst/>
              <a:gdLst/>
              <a:ahLst/>
              <a:cxnLst/>
              <a:rect l="l" t="t" r="r" b="b"/>
              <a:pathLst>
                <a:path w="12634" h="12753" extrusionOk="0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9" name="Google Shape;10009;p73"/>
            <p:cNvSpPr/>
            <p:nvPr/>
          </p:nvSpPr>
          <p:spPr>
            <a:xfrm>
              <a:off x="-60839775" y="27310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10" name="Google Shape;10010;p73"/>
          <p:cNvGrpSpPr/>
          <p:nvPr/>
        </p:nvGrpSpPr>
        <p:grpSpPr>
          <a:xfrm>
            <a:off x="5270001" y="4230361"/>
            <a:ext cx="491983" cy="477408"/>
            <a:chOff x="-59481900" y="2290800"/>
            <a:chExt cx="319000" cy="309550"/>
          </a:xfrm>
        </p:grpSpPr>
        <p:sp>
          <p:nvSpPr>
            <p:cNvPr id="10011" name="Google Shape;10011;p73"/>
            <p:cNvSpPr/>
            <p:nvPr/>
          </p:nvSpPr>
          <p:spPr>
            <a:xfrm>
              <a:off x="-59481900" y="2290800"/>
              <a:ext cx="319000" cy="309550"/>
            </a:xfrm>
            <a:custGeom>
              <a:avLst/>
              <a:gdLst/>
              <a:ahLst/>
              <a:cxnLst/>
              <a:rect l="l" t="t" r="r" b="b"/>
              <a:pathLst>
                <a:path w="12760" h="12382" extrusionOk="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2" name="Google Shape;10012;p73"/>
            <p:cNvSpPr/>
            <p:nvPr/>
          </p:nvSpPr>
          <p:spPr>
            <a:xfrm>
              <a:off x="-59287350" y="245620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3" name="Google Shape;10013;p73"/>
            <p:cNvSpPr/>
            <p:nvPr/>
          </p:nvSpPr>
          <p:spPr>
            <a:xfrm>
              <a:off x="-59287350" y="249795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4" name="Google Shape;10014;p73"/>
            <p:cNvSpPr/>
            <p:nvPr/>
          </p:nvSpPr>
          <p:spPr>
            <a:xfrm>
              <a:off x="-59287350" y="2538900"/>
              <a:ext cx="82700" cy="22075"/>
            </a:xfrm>
            <a:custGeom>
              <a:avLst/>
              <a:gdLst/>
              <a:ahLst/>
              <a:cxnLst/>
              <a:rect l="l" t="t" r="r" b="b"/>
              <a:pathLst>
                <a:path w="3308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5" name="Google Shape;10015;p73"/>
            <p:cNvSpPr/>
            <p:nvPr/>
          </p:nvSpPr>
          <p:spPr>
            <a:xfrm>
              <a:off x="-59439375" y="2425425"/>
              <a:ext cx="125250" cy="134750"/>
            </a:xfrm>
            <a:custGeom>
              <a:avLst/>
              <a:gdLst/>
              <a:ahLst/>
              <a:cxnLst/>
              <a:rect l="l" t="t" r="r" b="b"/>
              <a:pathLst>
                <a:path w="5010" h="5390" extrusionOk="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6" name="Google Shape;10016;p73"/>
            <p:cNvSpPr/>
            <p:nvPr/>
          </p:nvSpPr>
          <p:spPr>
            <a:xfrm>
              <a:off x="-59327525" y="2325450"/>
              <a:ext cx="13400" cy="13425"/>
            </a:xfrm>
            <a:custGeom>
              <a:avLst/>
              <a:gdLst/>
              <a:ahLst/>
              <a:cxnLst/>
              <a:rect l="l" t="t" r="r" b="b"/>
              <a:pathLst>
                <a:path w="536" h="537" extrusionOk="0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17" name="Google Shape;10017;p73"/>
          <p:cNvGrpSpPr/>
          <p:nvPr/>
        </p:nvGrpSpPr>
        <p:grpSpPr>
          <a:xfrm>
            <a:off x="2322407" y="1751392"/>
            <a:ext cx="491983" cy="489323"/>
            <a:chOff x="-64401400" y="1914475"/>
            <a:chExt cx="319000" cy="317275"/>
          </a:xfrm>
        </p:grpSpPr>
        <p:sp>
          <p:nvSpPr>
            <p:cNvPr id="10018" name="Google Shape;10018;p73"/>
            <p:cNvSpPr/>
            <p:nvPr/>
          </p:nvSpPr>
          <p:spPr>
            <a:xfrm>
              <a:off x="-64401400" y="1914475"/>
              <a:ext cx="319000" cy="317275"/>
            </a:xfrm>
            <a:custGeom>
              <a:avLst/>
              <a:gdLst/>
              <a:ahLst/>
              <a:cxnLst/>
              <a:rect l="l" t="t" r="r" b="b"/>
              <a:pathLst>
                <a:path w="12760" h="12691" extrusionOk="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9" name="Google Shape;10019;p73"/>
            <p:cNvSpPr/>
            <p:nvPr/>
          </p:nvSpPr>
          <p:spPr>
            <a:xfrm>
              <a:off x="-64172200" y="2175800"/>
              <a:ext cx="48850" cy="22075"/>
            </a:xfrm>
            <a:custGeom>
              <a:avLst/>
              <a:gdLst/>
              <a:ahLst/>
              <a:cxnLst/>
              <a:rect l="l" t="t" r="r" b="b"/>
              <a:pathLst>
                <a:path w="1954" h="883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0" name="Google Shape;10020;p73"/>
            <p:cNvSpPr/>
            <p:nvPr/>
          </p:nvSpPr>
          <p:spPr>
            <a:xfrm>
              <a:off x="-64212375" y="2210450"/>
              <a:ext cx="5525" cy="25"/>
            </a:xfrm>
            <a:custGeom>
              <a:avLst/>
              <a:gdLst/>
              <a:ahLst/>
              <a:cxnLst/>
              <a:rect l="l" t="t" r="r" b="b"/>
              <a:pathLst>
                <a:path w="221" h="1" extrusionOk="0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21" name="Google Shape;10021;p73"/>
          <p:cNvGrpSpPr/>
          <p:nvPr/>
        </p:nvGrpSpPr>
        <p:grpSpPr>
          <a:xfrm>
            <a:off x="2408657" y="2392778"/>
            <a:ext cx="319480" cy="487356"/>
            <a:chOff x="-64343900" y="2282125"/>
            <a:chExt cx="207150" cy="316000"/>
          </a:xfrm>
        </p:grpSpPr>
        <p:sp>
          <p:nvSpPr>
            <p:cNvPr id="10022" name="Google Shape;10022;p73"/>
            <p:cNvSpPr/>
            <p:nvPr/>
          </p:nvSpPr>
          <p:spPr>
            <a:xfrm>
              <a:off x="-64270650" y="2310475"/>
              <a:ext cx="61450" cy="147325"/>
            </a:xfrm>
            <a:custGeom>
              <a:avLst/>
              <a:gdLst/>
              <a:ahLst/>
              <a:cxnLst/>
              <a:rect l="l" t="t" r="r" b="b"/>
              <a:pathLst>
                <a:path w="2458" h="5893" extrusionOk="0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3" name="Google Shape;10023;p73"/>
            <p:cNvSpPr/>
            <p:nvPr/>
          </p:nvSpPr>
          <p:spPr>
            <a:xfrm>
              <a:off x="-64343900" y="2282125"/>
              <a:ext cx="207150" cy="316000"/>
            </a:xfrm>
            <a:custGeom>
              <a:avLst/>
              <a:gdLst/>
              <a:ahLst/>
              <a:cxnLst/>
              <a:rect l="l" t="t" r="r" b="b"/>
              <a:pathLst>
                <a:path w="8286" h="12640" extrusionOk="0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024" name="Google Shape;10024;p73"/>
          <p:cNvSpPr/>
          <p:nvPr/>
        </p:nvSpPr>
        <p:spPr>
          <a:xfrm>
            <a:off x="2315052" y="3010445"/>
            <a:ext cx="489553" cy="493217"/>
          </a:xfrm>
          <a:custGeom>
            <a:avLst/>
            <a:gdLst/>
            <a:ahLst/>
            <a:cxnLst/>
            <a:rect l="l" t="t" r="r" b="b"/>
            <a:pathLst>
              <a:path w="12697" h="12792" extrusionOk="0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025" name="Google Shape;10025;p73"/>
          <p:cNvGrpSpPr/>
          <p:nvPr/>
        </p:nvGrpSpPr>
        <p:grpSpPr>
          <a:xfrm>
            <a:off x="5315922" y="1751739"/>
            <a:ext cx="425164" cy="488628"/>
            <a:chOff x="-62496925" y="1931475"/>
            <a:chExt cx="275675" cy="316825"/>
          </a:xfrm>
        </p:grpSpPr>
        <p:sp>
          <p:nvSpPr>
            <p:cNvPr id="10026" name="Google Shape;10026;p73"/>
            <p:cNvSpPr/>
            <p:nvPr/>
          </p:nvSpPr>
          <p:spPr>
            <a:xfrm>
              <a:off x="-62496925" y="1931475"/>
              <a:ext cx="275675" cy="316825"/>
            </a:xfrm>
            <a:custGeom>
              <a:avLst/>
              <a:gdLst/>
              <a:ahLst/>
              <a:cxnLst/>
              <a:rect l="l" t="t" r="r" b="b"/>
              <a:pathLst>
                <a:path w="11027" h="12673" extrusionOk="0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7" name="Google Shape;10027;p73"/>
            <p:cNvSpPr/>
            <p:nvPr/>
          </p:nvSpPr>
          <p:spPr>
            <a:xfrm>
              <a:off x="-62390600" y="2016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28" name="Google Shape;10028;p73"/>
          <p:cNvGrpSpPr/>
          <p:nvPr/>
        </p:nvGrpSpPr>
        <p:grpSpPr>
          <a:xfrm>
            <a:off x="5284922" y="2391506"/>
            <a:ext cx="487164" cy="489901"/>
            <a:chOff x="-62516625" y="2297875"/>
            <a:chExt cx="315875" cy="317650"/>
          </a:xfrm>
        </p:grpSpPr>
        <p:sp>
          <p:nvSpPr>
            <p:cNvPr id="10029" name="Google Shape;10029;p73"/>
            <p:cNvSpPr/>
            <p:nvPr/>
          </p:nvSpPr>
          <p:spPr>
            <a:xfrm>
              <a:off x="-62516625" y="2297875"/>
              <a:ext cx="315875" cy="317650"/>
            </a:xfrm>
            <a:custGeom>
              <a:avLst/>
              <a:gdLst/>
              <a:ahLst/>
              <a:cxnLst/>
              <a:rect l="l" t="t" r="r" b="b"/>
              <a:pathLst>
                <a:path w="12635" h="12706" extrusionOk="0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0" name="Google Shape;10030;p73"/>
            <p:cNvSpPr/>
            <p:nvPr/>
          </p:nvSpPr>
          <p:spPr>
            <a:xfrm>
              <a:off x="-62335475" y="2438075"/>
              <a:ext cx="62250" cy="145750"/>
            </a:xfrm>
            <a:custGeom>
              <a:avLst/>
              <a:gdLst/>
              <a:ahLst/>
              <a:cxnLst/>
              <a:rect l="l" t="t" r="r" b="b"/>
              <a:pathLst>
                <a:path w="2490" h="5830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31" name="Google Shape;10031;p73"/>
          <p:cNvGrpSpPr/>
          <p:nvPr/>
        </p:nvGrpSpPr>
        <p:grpSpPr>
          <a:xfrm>
            <a:off x="5283110" y="3034118"/>
            <a:ext cx="490788" cy="445869"/>
            <a:chOff x="-62518200" y="2692475"/>
            <a:chExt cx="318225" cy="289100"/>
          </a:xfrm>
        </p:grpSpPr>
        <p:sp>
          <p:nvSpPr>
            <p:cNvPr id="10032" name="Google Shape;10032;p73"/>
            <p:cNvSpPr/>
            <p:nvPr/>
          </p:nvSpPr>
          <p:spPr>
            <a:xfrm>
              <a:off x="-62518200" y="2692475"/>
              <a:ext cx="318225" cy="289100"/>
            </a:xfrm>
            <a:custGeom>
              <a:avLst/>
              <a:gdLst/>
              <a:ahLst/>
              <a:cxnLst/>
              <a:rect l="l" t="t" r="r" b="b"/>
              <a:pathLst>
                <a:path w="12729" h="11564" extrusionOk="0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3" name="Google Shape;10033;p73"/>
            <p:cNvSpPr/>
            <p:nvPr/>
          </p:nvSpPr>
          <p:spPr>
            <a:xfrm>
              <a:off x="-62335475" y="2804325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34" name="Google Shape;10034;p73"/>
          <p:cNvGrpSpPr/>
          <p:nvPr/>
        </p:nvGrpSpPr>
        <p:grpSpPr>
          <a:xfrm>
            <a:off x="3531982" y="3644150"/>
            <a:ext cx="413057" cy="487125"/>
            <a:chOff x="-60597975" y="1939525"/>
            <a:chExt cx="267825" cy="315850"/>
          </a:xfrm>
        </p:grpSpPr>
        <p:sp>
          <p:nvSpPr>
            <p:cNvPr id="10035" name="Google Shape;10035;p73"/>
            <p:cNvSpPr/>
            <p:nvPr/>
          </p:nvSpPr>
          <p:spPr>
            <a:xfrm>
              <a:off x="-60597975" y="1939525"/>
              <a:ext cx="267825" cy="315850"/>
            </a:xfrm>
            <a:custGeom>
              <a:avLst/>
              <a:gdLst/>
              <a:ahLst/>
              <a:cxnLst/>
              <a:rect l="l" t="t" r="r" b="b"/>
              <a:pathLst>
                <a:path w="10713" h="12634" extrusionOk="0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6" name="Google Shape;10036;p73"/>
            <p:cNvSpPr/>
            <p:nvPr/>
          </p:nvSpPr>
          <p:spPr>
            <a:xfrm>
              <a:off x="-60494775" y="2097050"/>
              <a:ext cx="103175" cy="20500"/>
            </a:xfrm>
            <a:custGeom>
              <a:avLst/>
              <a:gdLst/>
              <a:ahLst/>
              <a:cxnLst/>
              <a:rect l="l" t="t" r="r" b="b"/>
              <a:pathLst>
                <a:path w="4127" h="820" extrusionOk="0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37" name="Google Shape;10037;p73"/>
          <p:cNvGrpSpPr/>
          <p:nvPr/>
        </p:nvGrpSpPr>
        <p:grpSpPr>
          <a:xfrm>
            <a:off x="3492519" y="4223383"/>
            <a:ext cx="491983" cy="491367"/>
            <a:chOff x="-60620800" y="2304600"/>
            <a:chExt cx="319000" cy="318600"/>
          </a:xfrm>
        </p:grpSpPr>
        <p:sp>
          <p:nvSpPr>
            <p:cNvPr id="10038" name="Google Shape;10038;p73"/>
            <p:cNvSpPr/>
            <p:nvPr/>
          </p:nvSpPr>
          <p:spPr>
            <a:xfrm>
              <a:off x="-60620800" y="2304600"/>
              <a:ext cx="319000" cy="318600"/>
            </a:xfrm>
            <a:custGeom>
              <a:avLst/>
              <a:gdLst/>
              <a:ahLst/>
              <a:cxnLst/>
              <a:rect l="l" t="t" r="r" b="b"/>
              <a:pathLst>
                <a:path w="12760" h="12744" extrusionOk="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9" name="Google Shape;10039;p73"/>
            <p:cNvSpPr/>
            <p:nvPr/>
          </p:nvSpPr>
          <p:spPr>
            <a:xfrm>
              <a:off x="-60491625" y="2560150"/>
              <a:ext cx="144925" cy="20525"/>
            </a:xfrm>
            <a:custGeom>
              <a:avLst/>
              <a:gdLst/>
              <a:ahLst/>
              <a:cxnLst/>
              <a:rect l="l" t="t" r="r" b="b"/>
              <a:pathLst>
                <a:path w="5797" h="821" extrusionOk="0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0" name="Google Shape;10040;p73"/>
            <p:cNvSpPr/>
            <p:nvPr/>
          </p:nvSpPr>
          <p:spPr>
            <a:xfrm>
              <a:off x="-60573550" y="2445950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41" name="Google Shape;10041;p73"/>
          <p:cNvGrpSpPr/>
          <p:nvPr/>
        </p:nvGrpSpPr>
        <p:grpSpPr>
          <a:xfrm>
            <a:off x="3494331" y="4884251"/>
            <a:ext cx="488359" cy="349901"/>
            <a:chOff x="-60621600" y="2716100"/>
            <a:chExt cx="316650" cy="226875"/>
          </a:xfrm>
        </p:grpSpPr>
        <p:sp>
          <p:nvSpPr>
            <p:cNvPr id="10042" name="Google Shape;10042;p73"/>
            <p:cNvSpPr/>
            <p:nvPr/>
          </p:nvSpPr>
          <p:spPr>
            <a:xfrm>
              <a:off x="-60621600" y="2716100"/>
              <a:ext cx="316650" cy="226875"/>
            </a:xfrm>
            <a:custGeom>
              <a:avLst/>
              <a:gdLst/>
              <a:ahLst/>
              <a:cxnLst/>
              <a:rect l="l" t="t" r="r" b="b"/>
              <a:pathLst>
                <a:path w="12666" h="9075" extrusionOk="0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3" name="Google Shape;10043;p73"/>
            <p:cNvSpPr/>
            <p:nvPr/>
          </p:nvSpPr>
          <p:spPr>
            <a:xfrm>
              <a:off x="-60546775" y="2798025"/>
              <a:ext cx="166225" cy="104775"/>
            </a:xfrm>
            <a:custGeom>
              <a:avLst/>
              <a:gdLst/>
              <a:ahLst/>
              <a:cxnLst/>
              <a:rect l="l" t="t" r="r" b="b"/>
              <a:pathLst>
                <a:path w="6649" h="4191" extrusionOk="0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44" name="Google Shape;10044;p73"/>
          <p:cNvGrpSpPr/>
          <p:nvPr/>
        </p:nvGrpSpPr>
        <p:grpSpPr>
          <a:xfrm>
            <a:off x="5277287" y="4815041"/>
            <a:ext cx="477408" cy="488320"/>
            <a:chOff x="-59475600" y="2658625"/>
            <a:chExt cx="309550" cy="316625"/>
          </a:xfrm>
        </p:grpSpPr>
        <p:sp>
          <p:nvSpPr>
            <p:cNvPr id="10045" name="Google Shape;10045;p73"/>
            <p:cNvSpPr/>
            <p:nvPr/>
          </p:nvSpPr>
          <p:spPr>
            <a:xfrm>
              <a:off x="-59427550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6" name="Google Shape;10046;p73"/>
            <p:cNvSpPr/>
            <p:nvPr/>
          </p:nvSpPr>
          <p:spPr>
            <a:xfrm>
              <a:off x="-59428350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7" name="Google Shape;10047;p73"/>
            <p:cNvSpPr/>
            <p:nvPr/>
          </p:nvSpPr>
          <p:spPr>
            <a:xfrm>
              <a:off x="-59330675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8" name="Google Shape;10048;p73"/>
            <p:cNvSpPr/>
            <p:nvPr/>
          </p:nvSpPr>
          <p:spPr>
            <a:xfrm>
              <a:off x="-593306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9" name="Google Shape;10049;p73"/>
            <p:cNvSpPr/>
            <p:nvPr/>
          </p:nvSpPr>
          <p:spPr>
            <a:xfrm>
              <a:off x="-59475600" y="2658625"/>
              <a:ext cx="309550" cy="316625"/>
            </a:xfrm>
            <a:custGeom>
              <a:avLst/>
              <a:gdLst/>
              <a:ahLst/>
              <a:cxnLst/>
              <a:rect l="l" t="t" r="r" b="b"/>
              <a:pathLst>
                <a:path w="12382" h="12665" extrusionOk="0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0" name="Google Shape;10050;p73"/>
            <p:cNvSpPr/>
            <p:nvPr/>
          </p:nvSpPr>
          <p:spPr>
            <a:xfrm>
              <a:off x="-59234600" y="2913025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1" name="Google Shape;10051;p73"/>
            <p:cNvSpPr/>
            <p:nvPr/>
          </p:nvSpPr>
          <p:spPr>
            <a:xfrm>
              <a:off x="-592353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052" name="Google Shape;10052;p73"/>
          <p:cNvSpPr/>
          <p:nvPr/>
        </p:nvSpPr>
        <p:spPr>
          <a:xfrm>
            <a:off x="2900877" y="1752491"/>
            <a:ext cx="487164" cy="487125"/>
          </a:xfrm>
          <a:custGeom>
            <a:avLst/>
            <a:gdLst/>
            <a:ahLst/>
            <a:cxnLst/>
            <a:rect l="l" t="t" r="r" b="b"/>
            <a:pathLst>
              <a:path w="12635" h="12634" extrusionOk="0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053" name="Google Shape;10053;p73"/>
          <p:cNvSpPr/>
          <p:nvPr/>
        </p:nvSpPr>
        <p:spPr>
          <a:xfrm>
            <a:off x="2937335" y="2390446"/>
            <a:ext cx="414253" cy="492021"/>
          </a:xfrm>
          <a:custGeom>
            <a:avLst/>
            <a:gdLst/>
            <a:ahLst/>
            <a:cxnLst/>
            <a:rect l="l" t="t" r="r" b="b"/>
            <a:pathLst>
              <a:path w="10744" h="12761" extrusionOk="0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054" name="Google Shape;10054;p73"/>
          <p:cNvGrpSpPr/>
          <p:nvPr/>
        </p:nvGrpSpPr>
        <p:grpSpPr>
          <a:xfrm>
            <a:off x="2977448" y="3012276"/>
            <a:ext cx="351059" cy="489553"/>
            <a:chOff x="-63987100" y="2646800"/>
            <a:chExt cx="227625" cy="317425"/>
          </a:xfrm>
        </p:grpSpPr>
        <p:sp>
          <p:nvSpPr>
            <p:cNvPr id="10055" name="Google Shape;10055;p73"/>
            <p:cNvSpPr/>
            <p:nvPr/>
          </p:nvSpPr>
          <p:spPr>
            <a:xfrm>
              <a:off x="-63987100" y="2646800"/>
              <a:ext cx="227625" cy="317425"/>
            </a:xfrm>
            <a:custGeom>
              <a:avLst/>
              <a:gdLst/>
              <a:ahLst/>
              <a:cxnLst/>
              <a:rect l="l" t="t" r="r" b="b"/>
              <a:pathLst>
                <a:path w="9105" h="12697" extrusionOk="0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6" name="Google Shape;10056;p73"/>
            <p:cNvSpPr/>
            <p:nvPr/>
          </p:nvSpPr>
          <p:spPr>
            <a:xfrm>
              <a:off x="-63883150" y="2826375"/>
              <a:ext cx="20500" cy="41775"/>
            </a:xfrm>
            <a:custGeom>
              <a:avLst/>
              <a:gdLst/>
              <a:ahLst/>
              <a:cxnLst/>
              <a:rect l="l" t="t" r="r" b="b"/>
              <a:pathLst>
                <a:path w="820" h="1671" extrusionOk="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57" name="Google Shape;10057;p73"/>
          <p:cNvGrpSpPr/>
          <p:nvPr/>
        </p:nvGrpSpPr>
        <p:grpSpPr>
          <a:xfrm>
            <a:off x="1136571" y="3641104"/>
            <a:ext cx="477408" cy="493217"/>
            <a:chOff x="-62148000" y="1930075"/>
            <a:chExt cx="309550" cy="319800"/>
          </a:xfrm>
        </p:grpSpPr>
        <p:sp>
          <p:nvSpPr>
            <p:cNvPr id="10058" name="Google Shape;10058;p73"/>
            <p:cNvSpPr/>
            <p:nvPr/>
          </p:nvSpPr>
          <p:spPr>
            <a:xfrm>
              <a:off x="-62148000" y="1930075"/>
              <a:ext cx="309550" cy="319800"/>
            </a:xfrm>
            <a:custGeom>
              <a:avLst/>
              <a:gdLst/>
              <a:ahLst/>
              <a:cxnLst/>
              <a:rect l="l" t="t" r="r" b="b"/>
              <a:pathLst>
                <a:path w="12382" h="12792" extrusionOk="0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9" name="Google Shape;10059;p73"/>
            <p:cNvSpPr/>
            <p:nvPr/>
          </p:nvSpPr>
          <p:spPr>
            <a:xfrm>
              <a:off x="-62044825" y="1972200"/>
              <a:ext cx="107125" cy="97700"/>
            </a:xfrm>
            <a:custGeom>
              <a:avLst/>
              <a:gdLst/>
              <a:ahLst/>
              <a:cxnLst/>
              <a:rect l="l" t="t" r="r" b="b"/>
              <a:pathLst>
                <a:path w="4285" h="3908" extrusionOk="0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60" name="Google Shape;10060;p73"/>
          <p:cNvGrpSpPr/>
          <p:nvPr/>
        </p:nvGrpSpPr>
        <p:grpSpPr>
          <a:xfrm>
            <a:off x="1132927" y="4225485"/>
            <a:ext cx="484696" cy="487164"/>
            <a:chOff x="-62150375" y="2297875"/>
            <a:chExt cx="314275" cy="315875"/>
          </a:xfrm>
        </p:grpSpPr>
        <p:sp>
          <p:nvSpPr>
            <p:cNvPr id="10061" name="Google Shape;10061;p73"/>
            <p:cNvSpPr/>
            <p:nvPr/>
          </p:nvSpPr>
          <p:spPr>
            <a:xfrm>
              <a:off x="-61994425" y="2297875"/>
              <a:ext cx="64600" cy="69925"/>
            </a:xfrm>
            <a:custGeom>
              <a:avLst/>
              <a:gdLst/>
              <a:ahLst/>
              <a:cxnLst/>
              <a:rect l="l" t="t" r="r" b="b"/>
              <a:pathLst>
                <a:path w="2584" h="2797" extrusionOk="0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2" name="Google Shape;10062;p73"/>
            <p:cNvSpPr/>
            <p:nvPr/>
          </p:nvSpPr>
          <p:spPr>
            <a:xfrm>
              <a:off x="-62150375" y="2338050"/>
              <a:ext cx="314275" cy="275700"/>
            </a:xfrm>
            <a:custGeom>
              <a:avLst/>
              <a:gdLst/>
              <a:ahLst/>
              <a:cxnLst/>
              <a:rect l="l" t="t" r="r" b="b"/>
              <a:pathLst>
                <a:path w="12571" h="11028" extrusionOk="0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3" name="Google Shape;10063;p73"/>
            <p:cNvSpPr/>
            <p:nvPr/>
          </p:nvSpPr>
          <p:spPr>
            <a:xfrm>
              <a:off x="-61972375" y="2430200"/>
              <a:ext cx="20500" cy="60675"/>
            </a:xfrm>
            <a:custGeom>
              <a:avLst/>
              <a:gdLst/>
              <a:ahLst/>
              <a:cxnLst/>
              <a:rect l="l" t="t" r="r" b="b"/>
              <a:pathLst>
                <a:path w="820" h="2427" extrusionOk="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4" name="Google Shape;10064;p73"/>
            <p:cNvSpPr/>
            <p:nvPr/>
          </p:nvSpPr>
          <p:spPr>
            <a:xfrm>
              <a:off x="-61909350" y="2430200"/>
              <a:ext cx="19700" cy="60675"/>
            </a:xfrm>
            <a:custGeom>
              <a:avLst/>
              <a:gdLst/>
              <a:ahLst/>
              <a:cxnLst/>
              <a:rect l="l" t="t" r="r" b="b"/>
              <a:pathLst>
                <a:path w="788" h="2427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5" name="Google Shape;10065;p73"/>
            <p:cNvSpPr/>
            <p:nvPr/>
          </p:nvSpPr>
          <p:spPr>
            <a:xfrm>
              <a:off x="-62033800" y="2430200"/>
              <a:ext cx="21275" cy="60675"/>
            </a:xfrm>
            <a:custGeom>
              <a:avLst/>
              <a:gdLst/>
              <a:ahLst/>
              <a:cxnLst/>
              <a:rect l="l" t="t" r="r" b="b"/>
              <a:pathLst>
                <a:path w="851" h="2427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66" name="Google Shape;10066;p73"/>
          <p:cNvGrpSpPr/>
          <p:nvPr/>
        </p:nvGrpSpPr>
        <p:grpSpPr>
          <a:xfrm>
            <a:off x="1131097" y="4813809"/>
            <a:ext cx="488359" cy="490788"/>
            <a:chOff x="-62150375" y="2664925"/>
            <a:chExt cx="316650" cy="318225"/>
          </a:xfrm>
        </p:grpSpPr>
        <p:sp>
          <p:nvSpPr>
            <p:cNvPr id="10067" name="Google Shape;10067;p73"/>
            <p:cNvSpPr/>
            <p:nvPr/>
          </p:nvSpPr>
          <p:spPr>
            <a:xfrm>
              <a:off x="-62150375" y="2961850"/>
              <a:ext cx="316650" cy="21300"/>
            </a:xfrm>
            <a:custGeom>
              <a:avLst/>
              <a:gdLst/>
              <a:ahLst/>
              <a:cxnLst/>
              <a:rect l="l" t="t" r="r" b="b"/>
              <a:pathLst>
                <a:path w="12666" h="852" extrusionOk="0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8" name="Google Shape;10068;p73"/>
            <p:cNvSpPr/>
            <p:nvPr/>
          </p:nvSpPr>
          <p:spPr>
            <a:xfrm>
              <a:off x="-62150375" y="2838200"/>
              <a:ext cx="82725" cy="102400"/>
            </a:xfrm>
            <a:custGeom>
              <a:avLst/>
              <a:gdLst/>
              <a:ahLst/>
              <a:cxnLst/>
              <a:rect l="l" t="t" r="r" b="b"/>
              <a:pathLst>
                <a:path w="3309" h="4096" extrusionOk="0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9" name="Google Shape;10069;p73"/>
            <p:cNvSpPr/>
            <p:nvPr/>
          </p:nvSpPr>
          <p:spPr>
            <a:xfrm>
              <a:off x="-62033800" y="2664925"/>
              <a:ext cx="82725" cy="274900"/>
            </a:xfrm>
            <a:custGeom>
              <a:avLst/>
              <a:gdLst/>
              <a:ahLst/>
              <a:cxnLst/>
              <a:rect l="l" t="t" r="r" b="b"/>
              <a:pathLst>
                <a:path w="3309" h="10996" extrusionOk="0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0" name="Google Shape;10070;p73"/>
            <p:cNvSpPr/>
            <p:nvPr/>
          </p:nvSpPr>
          <p:spPr>
            <a:xfrm>
              <a:off x="-61917225" y="2754700"/>
              <a:ext cx="83500" cy="185900"/>
            </a:xfrm>
            <a:custGeom>
              <a:avLst/>
              <a:gdLst/>
              <a:ahLst/>
              <a:cxnLst/>
              <a:rect l="l" t="t" r="r" b="b"/>
              <a:pathLst>
                <a:path w="3340" h="7436" extrusionOk="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71" name="Google Shape;10071;p73"/>
          <p:cNvGrpSpPr/>
          <p:nvPr/>
        </p:nvGrpSpPr>
        <p:grpSpPr>
          <a:xfrm>
            <a:off x="4087882" y="3641778"/>
            <a:ext cx="489553" cy="491868"/>
            <a:chOff x="-60254550" y="1938025"/>
            <a:chExt cx="317425" cy="318925"/>
          </a:xfrm>
        </p:grpSpPr>
        <p:sp>
          <p:nvSpPr>
            <p:cNvPr id="10072" name="Google Shape;10072;p73"/>
            <p:cNvSpPr/>
            <p:nvPr/>
          </p:nvSpPr>
          <p:spPr>
            <a:xfrm>
              <a:off x="-60254550" y="2049000"/>
              <a:ext cx="317425" cy="207950"/>
            </a:xfrm>
            <a:custGeom>
              <a:avLst/>
              <a:gdLst/>
              <a:ahLst/>
              <a:cxnLst/>
              <a:rect l="l" t="t" r="r" b="b"/>
              <a:pathLst>
                <a:path w="12697" h="8318" extrusionOk="0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3" name="Google Shape;10073;p73"/>
            <p:cNvSpPr/>
            <p:nvPr/>
          </p:nvSpPr>
          <p:spPr>
            <a:xfrm>
              <a:off x="-6021912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4" name="Google Shape;10074;p73"/>
            <p:cNvSpPr/>
            <p:nvPr/>
          </p:nvSpPr>
          <p:spPr>
            <a:xfrm>
              <a:off x="-60156900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5" name="Google Shape;10075;p73"/>
            <p:cNvSpPr/>
            <p:nvPr/>
          </p:nvSpPr>
          <p:spPr>
            <a:xfrm>
              <a:off x="-6009467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76" name="Google Shape;10076;p73"/>
          <p:cNvGrpSpPr/>
          <p:nvPr/>
        </p:nvGrpSpPr>
        <p:grpSpPr>
          <a:xfrm>
            <a:off x="4125532" y="4813210"/>
            <a:ext cx="414253" cy="491983"/>
            <a:chOff x="-60232500" y="2671225"/>
            <a:chExt cx="268600" cy="319000"/>
          </a:xfrm>
        </p:grpSpPr>
        <p:sp>
          <p:nvSpPr>
            <p:cNvPr id="10077" name="Google Shape;10077;p73"/>
            <p:cNvSpPr/>
            <p:nvPr/>
          </p:nvSpPr>
          <p:spPr>
            <a:xfrm>
              <a:off x="-60222275" y="2843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8" name="Google Shape;10078;p73"/>
            <p:cNvSpPr/>
            <p:nvPr/>
          </p:nvSpPr>
          <p:spPr>
            <a:xfrm>
              <a:off x="-60232500" y="2671225"/>
              <a:ext cx="268600" cy="318225"/>
            </a:xfrm>
            <a:custGeom>
              <a:avLst/>
              <a:gdLst/>
              <a:ahLst/>
              <a:cxnLst/>
              <a:rect l="l" t="t" r="r" b="b"/>
              <a:pathLst>
                <a:path w="10744" h="12729" extrusionOk="0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79" name="Google Shape;10079;p73"/>
          <p:cNvGrpSpPr/>
          <p:nvPr/>
        </p:nvGrpSpPr>
        <p:grpSpPr>
          <a:xfrm>
            <a:off x="2906191" y="5411389"/>
            <a:ext cx="487164" cy="491983"/>
            <a:chOff x="-59100700" y="1911950"/>
            <a:chExt cx="315875" cy="319000"/>
          </a:xfrm>
        </p:grpSpPr>
        <p:sp>
          <p:nvSpPr>
            <p:cNvPr id="10080" name="Google Shape;10080;p73"/>
            <p:cNvSpPr/>
            <p:nvPr/>
          </p:nvSpPr>
          <p:spPr>
            <a:xfrm>
              <a:off x="-59015625" y="19938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1" name="Google Shape;10081;p73"/>
            <p:cNvSpPr/>
            <p:nvPr/>
          </p:nvSpPr>
          <p:spPr>
            <a:xfrm>
              <a:off x="-58954200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2" name="Google Shape;10082;p73"/>
            <p:cNvSpPr/>
            <p:nvPr/>
          </p:nvSpPr>
          <p:spPr>
            <a:xfrm>
              <a:off x="-58891975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3" name="Google Shape;10083;p73"/>
            <p:cNvSpPr/>
            <p:nvPr/>
          </p:nvSpPr>
          <p:spPr>
            <a:xfrm>
              <a:off x="-59015625" y="2034825"/>
              <a:ext cx="20500" cy="21275"/>
            </a:xfrm>
            <a:custGeom>
              <a:avLst/>
              <a:gdLst/>
              <a:ahLst/>
              <a:cxnLst/>
              <a:rect l="l" t="t" r="r" b="b"/>
              <a:pathLst>
                <a:path w="820" h="851" extrusionOk="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4" name="Google Shape;10084;p73"/>
            <p:cNvSpPr/>
            <p:nvPr/>
          </p:nvSpPr>
          <p:spPr>
            <a:xfrm>
              <a:off x="-58954200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5" name="Google Shape;10085;p73"/>
            <p:cNvSpPr/>
            <p:nvPr/>
          </p:nvSpPr>
          <p:spPr>
            <a:xfrm>
              <a:off x="-58891975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6" name="Google Shape;10086;p73"/>
            <p:cNvSpPr/>
            <p:nvPr/>
          </p:nvSpPr>
          <p:spPr>
            <a:xfrm>
              <a:off x="-59015625" y="20765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7" name="Google Shape;10087;p73"/>
            <p:cNvSpPr/>
            <p:nvPr/>
          </p:nvSpPr>
          <p:spPr>
            <a:xfrm>
              <a:off x="-58954200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8" name="Google Shape;10088;p73"/>
            <p:cNvSpPr/>
            <p:nvPr/>
          </p:nvSpPr>
          <p:spPr>
            <a:xfrm>
              <a:off x="-58891975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89" name="Google Shape;10089;p73"/>
            <p:cNvSpPr/>
            <p:nvPr/>
          </p:nvSpPr>
          <p:spPr>
            <a:xfrm>
              <a:off x="-59100700" y="1911950"/>
              <a:ext cx="315875" cy="319000"/>
            </a:xfrm>
            <a:custGeom>
              <a:avLst/>
              <a:gdLst/>
              <a:ahLst/>
              <a:cxnLst/>
              <a:rect l="l" t="t" r="r" b="b"/>
              <a:pathLst>
                <a:path w="12635" h="12760" extrusionOk="0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90" name="Google Shape;10090;p73"/>
          <p:cNvGrpSpPr/>
          <p:nvPr/>
        </p:nvGrpSpPr>
        <p:grpSpPr>
          <a:xfrm>
            <a:off x="3495747" y="1752028"/>
            <a:ext cx="506557" cy="488051"/>
            <a:chOff x="-63665750" y="1914325"/>
            <a:chExt cx="328450" cy="316450"/>
          </a:xfrm>
        </p:grpSpPr>
        <p:sp>
          <p:nvSpPr>
            <p:cNvPr id="10091" name="Google Shape;10091;p73"/>
            <p:cNvSpPr/>
            <p:nvPr/>
          </p:nvSpPr>
          <p:spPr>
            <a:xfrm>
              <a:off x="-63665750" y="1914325"/>
              <a:ext cx="328450" cy="316450"/>
            </a:xfrm>
            <a:custGeom>
              <a:avLst/>
              <a:gdLst/>
              <a:ahLst/>
              <a:cxnLst/>
              <a:rect l="l" t="t" r="r" b="b"/>
              <a:pathLst>
                <a:path w="13138" h="12658" extrusionOk="0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2" name="Google Shape;10092;p73"/>
            <p:cNvSpPr/>
            <p:nvPr/>
          </p:nvSpPr>
          <p:spPr>
            <a:xfrm>
              <a:off x="-63524775" y="1955275"/>
              <a:ext cx="123675" cy="134700"/>
            </a:xfrm>
            <a:custGeom>
              <a:avLst/>
              <a:gdLst/>
              <a:ahLst/>
              <a:cxnLst/>
              <a:rect l="l" t="t" r="r" b="b"/>
              <a:pathLst>
                <a:path w="4947" h="5388" extrusionOk="0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93" name="Google Shape;10093;p73"/>
          <p:cNvGrpSpPr/>
          <p:nvPr/>
        </p:nvGrpSpPr>
        <p:grpSpPr>
          <a:xfrm>
            <a:off x="3502420" y="2390754"/>
            <a:ext cx="493217" cy="491405"/>
            <a:chOff x="-63666550" y="2278975"/>
            <a:chExt cx="319800" cy="318625"/>
          </a:xfrm>
        </p:grpSpPr>
        <p:sp>
          <p:nvSpPr>
            <p:cNvPr id="10094" name="Google Shape;10094;p73"/>
            <p:cNvSpPr/>
            <p:nvPr/>
          </p:nvSpPr>
          <p:spPr>
            <a:xfrm>
              <a:off x="-63481450" y="2309700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5" name="Google Shape;10095;p73"/>
            <p:cNvSpPr/>
            <p:nvPr/>
          </p:nvSpPr>
          <p:spPr>
            <a:xfrm>
              <a:off x="-63666550" y="2278975"/>
              <a:ext cx="319800" cy="318625"/>
            </a:xfrm>
            <a:custGeom>
              <a:avLst/>
              <a:gdLst/>
              <a:ahLst/>
              <a:cxnLst/>
              <a:rect l="l" t="t" r="r" b="b"/>
              <a:pathLst>
                <a:path w="12792" h="12745" extrusionOk="0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96" name="Google Shape;10096;p73"/>
          <p:cNvGrpSpPr/>
          <p:nvPr/>
        </p:nvGrpSpPr>
        <p:grpSpPr>
          <a:xfrm>
            <a:off x="3498775" y="3012121"/>
            <a:ext cx="500504" cy="489863"/>
            <a:chOff x="-63669700" y="2646600"/>
            <a:chExt cx="324525" cy="317625"/>
          </a:xfrm>
        </p:grpSpPr>
        <p:sp>
          <p:nvSpPr>
            <p:cNvPr id="10097" name="Google Shape;10097;p73"/>
            <p:cNvSpPr/>
            <p:nvPr/>
          </p:nvSpPr>
          <p:spPr>
            <a:xfrm>
              <a:off x="-63669700" y="2646600"/>
              <a:ext cx="324525" cy="317550"/>
            </a:xfrm>
            <a:custGeom>
              <a:avLst/>
              <a:gdLst/>
              <a:ahLst/>
              <a:cxnLst/>
              <a:rect l="l" t="t" r="r" b="b"/>
              <a:pathLst>
                <a:path w="12981" h="12702" extrusionOk="0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8" name="Google Shape;10098;p73"/>
            <p:cNvSpPr/>
            <p:nvPr/>
          </p:nvSpPr>
          <p:spPr>
            <a:xfrm>
              <a:off x="-63532650" y="2901200"/>
              <a:ext cx="185900" cy="63025"/>
            </a:xfrm>
            <a:custGeom>
              <a:avLst/>
              <a:gdLst/>
              <a:ahLst/>
              <a:cxnLst/>
              <a:rect l="l" t="t" r="r" b="b"/>
              <a:pathLst>
                <a:path w="7436" h="2521" extrusionOk="0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99" name="Google Shape;10099;p73"/>
          <p:cNvGrpSpPr/>
          <p:nvPr/>
        </p:nvGrpSpPr>
        <p:grpSpPr>
          <a:xfrm>
            <a:off x="1715149" y="3643224"/>
            <a:ext cx="488359" cy="488976"/>
            <a:chOff x="-61784125" y="1931250"/>
            <a:chExt cx="316650" cy="317050"/>
          </a:xfrm>
        </p:grpSpPr>
        <p:sp>
          <p:nvSpPr>
            <p:cNvPr id="10100" name="Google Shape;10100;p73"/>
            <p:cNvSpPr/>
            <p:nvPr/>
          </p:nvSpPr>
          <p:spPr>
            <a:xfrm>
              <a:off x="-61688025" y="1931250"/>
              <a:ext cx="124450" cy="134300"/>
            </a:xfrm>
            <a:custGeom>
              <a:avLst/>
              <a:gdLst/>
              <a:ahLst/>
              <a:cxnLst/>
              <a:rect l="l" t="t" r="r" b="b"/>
              <a:pathLst>
                <a:path w="4978" h="5372" extrusionOk="0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1" name="Google Shape;10101;p73"/>
            <p:cNvSpPr/>
            <p:nvPr/>
          </p:nvSpPr>
          <p:spPr>
            <a:xfrm>
              <a:off x="-61784125" y="2113325"/>
              <a:ext cx="124450" cy="134975"/>
            </a:xfrm>
            <a:custGeom>
              <a:avLst/>
              <a:gdLst/>
              <a:ahLst/>
              <a:cxnLst/>
              <a:rect l="l" t="t" r="r" b="b"/>
              <a:pathLst>
                <a:path w="4978" h="5399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2" name="Google Shape;10102;p73"/>
            <p:cNvSpPr/>
            <p:nvPr/>
          </p:nvSpPr>
          <p:spPr>
            <a:xfrm>
              <a:off x="-61591150" y="2113325"/>
              <a:ext cx="123675" cy="134175"/>
            </a:xfrm>
            <a:custGeom>
              <a:avLst/>
              <a:gdLst/>
              <a:ahLst/>
              <a:cxnLst/>
              <a:rect l="l" t="t" r="r" b="b"/>
              <a:pathLst>
                <a:path w="4947" h="5367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3" name="Google Shape;10103;p73"/>
            <p:cNvSpPr/>
            <p:nvPr/>
          </p:nvSpPr>
          <p:spPr>
            <a:xfrm>
              <a:off x="-61677800" y="2072225"/>
              <a:ext cx="106350" cy="62450"/>
            </a:xfrm>
            <a:custGeom>
              <a:avLst/>
              <a:gdLst/>
              <a:ahLst/>
              <a:cxnLst/>
              <a:rect l="l" t="t" r="r" b="b"/>
              <a:pathLst>
                <a:path w="4254" h="2498" extrusionOk="0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04" name="Google Shape;10104;p73"/>
          <p:cNvGrpSpPr/>
          <p:nvPr/>
        </p:nvGrpSpPr>
        <p:grpSpPr>
          <a:xfrm>
            <a:off x="1715147" y="4224887"/>
            <a:ext cx="488359" cy="488359"/>
            <a:chOff x="-61783350" y="2297100"/>
            <a:chExt cx="316650" cy="316650"/>
          </a:xfrm>
        </p:grpSpPr>
        <p:sp>
          <p:nvSpPr>
            <p:cNvPr id="10105" name="Google Shape;10105;p73"/>
            <p:cNvSpPr/>
            <p:nvPr/>
          </p:nvSpPr>
          <p:spPr>
            <a:xfrm>
              <a:off x="-61783350" y="2297100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6" name="Google Shape;10106;p73"/>
            <p:cNvSpPr/>
            <p:nvPr/>
          </p:nvSpPr>
          <p:spPr>
            <a:xfrm>
              <a:off x="-61742375" y="2387675"/>
              <a:ext cx="275675" cy="151250"/>
            </a:xfrm>
            <a:custGeom>
              <a:avLst/>
              <a:gdLst/>
              <a:ahLst/>
              <a:cxnLst/>
              <a:rect l="l" t="t" r="r" b="b"/>
              <a:pathLst>
                <a:path w="11027" h="6050" extrusionOk="0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07" name="Google Shape;10107;p73"/>
          <p:cNvGrpSpPr/>
          <p:nvPr/>
        </p:nvGrpSpPr>
        <p:grpSpPr>
          <a:xfrm>
            <a:off x="1715147" y="4812998"/>
            <a:ext cx="488359" cy="492407"/>
            <a:chOff x="-61782550" y="2664925"/>
            <a:chExt cx="316650" cy="319275"/>
          </a:xfrm>
        </p:grpSpPr>
        <p:sp>
          <p:nvSpPr>
            <p:cNvPr id="10108" name="Google Shape;10108;p73"/>
            <p:cNvSpPr/>
            <p:nvPr/>
          </p:nvSpPr>
          <p:spPr>
            <a:xfrm>
              <a:off x="-61782550" y="2664925"/>
              <a:ext cx="316650" cy="319275"/>
            </a:xfrm>
            <a:custGeom>
              <a:avLst/>
              <a:gdLst/>
              <a:ahLst/>
              <a:cxnLst/>
              <a:rect l="l" t="t" r="r" b="b"/>
              <a:pathLst>
                <a:path w="12666" h="12771" extrusionOk="0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9" name="Google Shape;10109;p73"/>
            <p:cNvSpPr/>
            <p:nvPr/>
          </p:nvSpPr>
          <p:spPr>
            <a:xfrm>
              <a:off x="-61701425" y="2705875"/>
              <a:ext cx="151250" cy="21275"/>
            </a:xfrm>
            <a:custGeom>
              <a:avLst/>
              <a:gdLst/>
              <a:ahLst/>
              <a:cxnLst/>
              <a:rect l="l" t="t" r="r" b="b"/>
              <a:pathLst>
                <a:path w="605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0" name="Google Shape;10110;p73"/>
            <p:cNvSpPr/>
            <p:nvPr/>
          </p:nvSpPr>
          <p:spPr>
            <a:xfrm>
              <a:off x="-61742375" y="2747625"/>
              <a:ext cx="233925" cy="22075"/>
            </a:xfrm>
            <a:custGeom>
              <a:avLst/>
              <a:gdLst/>
              <a:ahLst/>
              <a:cxnLst/>
              <a:rect l="l" t="t" r="r" b="b"/>
              <a:pathLst>
                <a:path w="9357" h="883" extrusionOk="0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11" name="Google Shape;10111;p73"/>
          <p:cNvGrpSpPr/>
          <p:nvPr/>
        </p:nvGrpSpPr>
        <p:grpSpPr>
          <a:xfrm>
            <a:off x="4677517" y="3654848"/>
            <a:ext cx="489553" cy="465725"/>
            <a:chOff x="-59889100" y="1945025"/>
            <a:chExt cx="317425" cy="301975"/>
          </a:xfrm>
        </p:grpSpPr>
        <p:sp>
          <p:nvSpPr>
            <p:cNvPr id="10112" name="Google Shape;10112;p73"/>
            <p:cNvSpPr/>
            <p:nvPr/>
          </p:nvSpPr>
          <p:spPr>
            <a:xfrm>
              <a:off x="-59845000" y="2074200"/>
              <a:ext cx="63025" cy="61450"/>
            </a:xfrm>
            <a:custGeom>
              <a:avLst/>
              <a:gdLst/>
              <a:ahLst/>
              <a:cxnLst/>
              <a:rect l="l" t="t" r="r" b="b"/>
              <a:pathLst>
                <a:path w="2521" h="2458" extrusionOk="0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3" name="Google Shape;10113;p73"/>
            <p:cNvSpPr/>
            <p:nvPr/>
          </p:nvSpPr>
          <p:spPr>
            <a:xfrm>
              <a:off x="-59761500" y="1990700"/>
              <a:ext cx="61450" cy="144950"/>
            </a:xfrm>
            <a:custGeom>
              <a:avLst/>
              <a:gdLst/>
              <a:ahLst/>
              <a:cxnLst/>
              <a:rect l="l" t="t" r="r" b="b"/>
              <a:pathLst>
                <a:path w="2458" h="5798" extrusionOk="0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4" name="Google Shape;10114;p73"/>
            <p:cNvSpPr/>
            <p:nvPr/>
          </p:nvSpPr>
          <p:spPr>
            <a:xfrm>
              <a:off x="-59678800" y="2053725"/>
              <a:ext cx="61450" cy="81925"/>
            </a:xfrm>
            <a:custGeom>
              <a:avLst/>
              <a:gdLst/>
              <a:ahLst/>
              <a:cxnLst/>
              <a:rect l="l" t="t" r="r" b="b"/>
              <a:pathLst>
                <a:path w="2458" h="3277" extrusionOk="0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5" name="Google Shape;10115;p73"/>
            <p:cNvSpPr/>
            <p:nvPr/>
          </p:nvSpPr>
          <p:spPr>
            <a:xfrm>
              <a:off x="-59889100" y="1945025"/>
              <a:ext cx="317425" cy="301975"/>
            </a:xfrm>
            <a:custGeom>
              <a:avLst/>
              <a:gdLst/>
              <a:ahLst/>
              <a:cxnLst/>
              <a:rect l="l" t="t" r="r" b="b"/>
              <a:pathLst>
                <a:path w="12697" h="12079" extrusionOk="0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16" name="Google Shape;10116;p73"/>
          <p:cNvGrpSpPr/>
          <p:nvPr/>
        </p:nvGrpSpPr>
        <p:grpSpPr>
          <a:xfrm>
            <a:off x="4053665" y="4224785"/>
            <a:ext cx="488864" cy="488560"/>
            <a:chOff x="6479471" y="2079003"/>
            <a:chExt cx="348923" cy="348706"/>
          </a:xfrm>
        </p:grpSpPr>
        <p:sp>
          <p:nvSpPr>
            <p:cNvPr id="10117" name="Google Shape;10117;p73"/>
            <p:cNvSpPr/>
            <p:nvPr/>
          </p:nvSpPr>
          <p:spPr>
            <a:xfrm>
              <a:off x="6479471" y="2200291"/>
              <a:ext cx="38170" cy="22566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0118" name="Google Shape;10118;p7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10119" name="Google Shape;10119;p7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71" extrusionOk="0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0" name="Google Shape;10120;p7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5830" extrusionOk="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1" name="Google Shape;10121;p7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3" extrusionOk="0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2" name="Google Shape;10122;p7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3" name="Google Shape;10123;p7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3" extrusionOk="0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4" name="Google Shape;10124;p7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125" name="Google Shape;10125;p7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sp>
        <p:nvSpPr>
          <p:cNvPr id="10126" name="Google Shape;10126;p73"/>
          <p:cNvSpPr/>
          <p:nvPr/>
        </p:nvSpPr>
        <p:spPr>
          <a:xfrm>
            <a:off x="4668930" y="4277728"/>
            <a:ext cx="490788" cy="382675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27" name="Google Shape;10127;p73"/>
          <p:cNvGrpSpPr/>
          <p:nvPr/>
        </p:nvGrpSpPr>
        <p:grpSpPr>
          <a:xfrm>
            <a:off x="4676302" y="4815562"/>
            <a:ext cx="491983" cy="487279"/>
            <a:chOff x="-59889100" y="2671925"/>
            <a:chExt cx="319000" cy="315950"/>
          </a:xfrm>
        </p:grpSpPr>
        <p:sp>
          <p:nvSpPr>
            <p:cNvPr id="10128" name="Google Shape;10128;p73"/>
            <p:cNvSpPr/>
            <p:nvPr/>
          </p:nvSpPr>
          <p:spPr>
            <a:xfrm>
              <a:off x="-59889100" y="2672000"/>
              <a:ext cx="149675" cy="256025"/>
            </a:xfrm>
            <a:custGeom>
              <a:avLst/>
              <a:gdLst/>
              <a:ahLst/>
              <a:cxnLst/>
              <a:rect l="l" t="t" r="r" b="b"/>
              <a:pathLst>
                <a:path w="5987" h="10241" extrusionOk="0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9" name="Google Shape;10129;p73"/>
            <p:cNvSpPr/>
            <p:nvPr/>
          </p:nvSpPr>
          <p:spPr>
            <a:xfrm>
              <a:off x="-59830825" y="2892525"/>
              <a:ext cx="201650" cy="95350"/>
            </a:xfrm>
            <a:custGeom>
              <a:avLst/>
              <a:gdLst/>
              <a:ahLst/>
              <a:cxnLst/>
              <a:rect l="l" t="t" r="r" b="b"/>
              <a:pathLst>
                <a:path w="8066" h="3814" extrusionOk="0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0" name="Google Shape;10130;p73"/>
            <p:cNvSpPr/>
            <p:nvPr/>
          </p:nvSpPr>
          <p:spPr>
            <a:xfrm>
              <a:off x="-59719775" y="2671925"/>
              <a:ext cx="149675" cy="256425"/>
            </a:xfrm>
            <a:custGeom>
              <a:avLst/>
              <a:gdLst/>
              <a:ahLst/>
              <a:cxnLst/>
              <a:rect l="l" t="t" r="r" b="b"/>
              <a:pathLst>
                <a:path w="5987" h="10257" extrusionOk="0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1" name="Google Shape;10131;p73"/>
            <p:cNvSpPr/>
            <p:nvPr/>
          </p:nvSpPr>
          <p:spPr>
            <a:xfrm>
              <a:off x="-59762300" y="2757075"/>
              <a:ext cx="63025" cy="145725"/>
            </a:xfrm>
            <a:custGeom>
              <a:avLst/>
              <a:gdLst/>
              <a:ahLst/>
              <a:cxnLst/>
              <a:rect l="l" t="t" r="r" b="b"/>
              <a:pathLst>
                <a:path w="2521" h="5829" extrusionOk="0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32" name="Google Shape;10132;p73"/>
          <p:cNvGrpSpPr/>
          <p:nvPr/>
        </p:nvGrpSpPr>
        <p:grpSpPr>
          <a:xfrm>
            <a:off x="3493606" y="5405569"/>
            <a:ext cx="489553" cy="488359"/>
            <a:chOff x="-59092025" y="2296300"/>
            <a:chExt cx="317425" cy="316650"/>
          </a:xfrm>
        </p:grpSpPr>
        <p:sp>
          <p:nvSpPr>
            <p:cNvPr id="10133" name="Google Shape;10133;p73"/>
            <p:cNvSpPr/>
            <p:nvPr/>
          </p:nvSpPr>
          <p:spPr>
            <a:xfrm>
              <a:off x="-58994350" y="2382950"/>
              <a:ext cx="122875" cy="133925"/>
            </a:xfrm>
            <a:custGeom>
              <a:avLst/>
              <a:gdLst/>
              <a:ahLst/>
              <a:cxnLst/>
              <a:rect l="l" t="t" r="r" b="b"/>
              <a:pathLst>
                <a:path w="4915" h="5357" extrusionOk="0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4" name="Google Shape;10134;p73"/>
            <p:cNvSpPr/>
            <p:nvPr/>
          </p:nvSpPr>
          <p:spPr>
            <a:xfrm>
              <a:off x="-59092025" y="2296300"/>
              <a:ext cx="317425" cy="316650"/>
            </a:xfrm>
            <a:custGeom>
              <a:avLst/>
              <a:gdLst/>
              <a:ahLst/>
              <a:cxnLst/>
              <a:rect l="l" t="t" r="r" b="b"/>
              <a:pathLst>
                <a:path w="12697" h="12666" extrusionOk="0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35" name="Google Shape;10135;p73"/>
          <p:cNvGrpSpPr/>
          <p:nvPr/>
        </p:nvGrpSpPr>
        <p:grpSpPr>
          <a:xfrm>
            <a:off x="6487481" y="1740128"/>
            <a:ext cx="470899" cy="463465"/>
            <a:chOff x="683125" y="1955275"/>
            <a:chExt cx="299325" cy="294600"/>
          </a:xfrm>
        </p:grpSpPr>
        <p:sp>
          <p:nvSpPr>
            <p:cNvPr id="10136" name="Google Shape;10136;p73"/>
            <p:cNvSpPr/>
            <p:nvPr/>
          </p:nvSpPr>
          <p:spPr>
            <a:xfrm>
              <a:off x="876875" y="1989925"/>
              <a:ext cx="52800" cy="63825"/>
            </a:xfrm>
            <a:custGeom>
              <a:avLst/>
              <a:gdLst/>
              <a:ahLst/>
              <a:cxnLst/>
              <a:rect l="l" t="t" r="r" b="b"/>
              <a:pathLst>
                <a:path w="2112" h="2553" extrusionOk="0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7" name="Google Shape;10137;p73"/>
            <p:cNvSpPr/>
            <p:nvPr/>
          </p:nvSpPr>
          <p:spPr>
            <a:xfrm>
              <a:off x="683125" y="2058450"/>
              <a:ext cx="159900" cy="191425"/>
            </a:xfrm>
            <a:custGeom>
              <a:avLst/>
              <a:gdLst/>
              <a:ahLst/>
              <a:cxnLst/>
              <a:rect l="l" t="t" r="r" b="b"/>
              <a:pathLst>
                <a:path w="6396" h="7657" extrusionOk="0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8" name="Google Shape;10138;p73"/>
            <p:cNvSpPr/>
            <p:nvPr/>
          </p:nvSpPr>
          <p:spPr>
            <a:xfrm>
              <a:off x="824900" y="195527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9" name="Google Shape;10139;p73"/>
            <p:cNvSpPr/>
            <p:nvPr/>
          </p:nvSpPr>
          <p:spPr>
            <a:xfrm>
              <a:off x="895000" y="20584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40" name="Google Shape;10140;p73"/>
          <p:cNvGrpSpPr/>
          <p:nvPr/>
        </p:nvGrpSpPr>
        <p:grpSpPr>
          <a:xfrm>
            <a:off x="6488722" y="2340871"/>
            <a:ext cx="468420" cy="465981"/>
            <a:chOff x="685475" y="2318350"/>
            <a:chExt cx="297750" cy="296200"/>
          </a:xfrm>
        </p:grpSpPr>
        <p:sp>
          <p:nvSpPr>
            <p:cNvPr id="10141" name="Google Shape;10141;p73"/>
            <p:cNvSpPr/>
            <p:nvPr/>
          </p:nvSpPr>
          <p:spPr>
            <a:xfrm>
              <a:off x="685475" y="2371925"/>
              <a:ext cx="142600" cy="241975"/>
            </a:xfrm>
            <a:custGeom>
              <a:avLst/>
              <a:gdLst/>
              <a:ahLst/>
              <a:cxnLst/>
              <a:rect l="l" t="t" r="r" b="b"/>
              <a:pathLst>
                <a:path w="5704" h="9679" extrusionOk="0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2" name="Google Shape;10142;p73"/>
            <p:cNvSpPr/>
            <p:nvPr/>
          </p:nvSpPr>
          <p:spPr>
            <a:xfrm>
              <a:off x="839850" y="2371925"/>
              <a:ext cx="143375" cy="242625"/>
            </a:xfrm>
            <a:custGeom>
              <a:avLst/>
              <a:gdLst/>
              <a:ahLst/>
              <a:cxnLst/>
              <a:rect l="l" t="t" r="r" b="b"/>
              <a:pathLst>
                <a:path w="5735" h="9705" extrusionOk="0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3" name="Google Shape;10143;p73"/>
            <p:cNvSpPr/>
            <p:nvPr/>
          </p:nvSpPr>
          <p:spPr>
            <a:xfrm>
              <a:off x="772900" y="2318350"/>
              <a:ext cx="122125" cy="105075"/>
            </a:xfrm>
            <a:custGeom>
              <a:avLst/>
              <a:gdLst/>
              <a:ahLst/>
              <a:cxnLst/>
              <a:rect l="l" t="t" r="r" b="b"/>
              <a:pathLst>
                <a:path w="4885" h="4203" extrusionOk="0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44" name="Google Shape;10144;p73"/>
          <p:cNvSpPr/>
          <p:nvPr/>
        </p:nvSpPr>
        <p:spPr>
          <a:xfrm>
            <a:off x="6490566" y="2929939"/>
            <a:ext cx="464684" cy="465903"/>
          </a:xfrm>
          <a:custGeom>
            <a:avLst/>
            <a:gdLst/>
            <a:ahLst/>
            <a:cxnLst/>
            <a:rect l="l" t="t" r="r" b="b"/>
            <a:pathLst>
              <a:path w="11815" h="11846" extrusionOk="0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45" name="Google Shape;10145;p73"/>
          <p:cNvGrpSpPr/>
          <p:nvPr/>
        </p:nvGrpSpPr>
        <p:grpSpPr>
          <a:xfrm>
            <a:off x="9459600" y="1739813"/>
            <a:ext cx="412689" cy="464095"/>
            <a:chOff x="2523000" y="1954875"/>
            <a:chExt cx="262325" cy="295000"/>
          </a:xfrm>
        </p:grpSpPr>
        <p:sp>
          <p:nvSpPr>
            <p:cNvPr id="10146" name="Google Shape;10146;p73"/>
            <p:cNvSpPr/>
            <p:nvPr/>
          </p:nvSpPr>
          <p:spPr>
            <a:xfrm>
              <a:off x="2523000" y="1954875"/>
              <a:ext cx="262325" cy="295000"/>
            </a:xfrm>
            <a:custGeom>
              <a:avLst/>
              <a:gdLst/>
              <a:ahLst/>
              <a:cxnLst/>
              <a:rect l="l" t="t" r="r" b="b"/>
              <a:pathLst>
                <a:path w="10493" h="11800" extrusionOk="0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7" name="Google Shape;10147;p73"/>
            <p:cNvSpPr/>
            <p:nvPr/>
          </p:nvSpPr>
          <p:spPr>
            <a:xfrm>
              <a:off x="2595475" y="202457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48" name="Google Shape;10148;p73"/>
          <p:cNvGrpSpPr/>
          <p:nvPr/>
        </p:nvGrpSpPr>
        <p:grpSpPr>
          <a:xfrm>
            <a:off x="9431734" y="2341500"/>
            <a:ext cx="468420" cy="464723"/>
            <a:chOff x="2508825" y="2318350"/>
            <a:chExt cx="297750" cy="295400"/>
          </a:xfrm>
        </p:grpSpPr>
        <p:sp>
          <p:nvSpPr>
            <p:cNvPr id="10149" name="Google Shape;10149;p73"/>
            <p:cNvSpPr/>
            <p:nvPr/>
          </p:nvSpPr>
          <p:spPr>
            <a:xfrm>
              <a:off x="2508825" y="2318350"/>
              <a:ext cx="297750" cy="295400"/>
            </a:xfrm>
            <a:custGeom>
              <a:avLst/>
              <a:gdLst/>
              <a:ahLst/>
              <a:cxnLst/>
              <a:rect l="l" t="t" r="r" b="b"/>
              <a:pathLst>
                <a:path w="11910" h="11816" extrusionOk="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0" name="Google Shape;10150;p73"/>
            <p:cNvSpPr/>
            <p:nvPr/>
          </p:nvSpPr>
          <p:spPr>
            <a:xfrm>
              <a:off x="2629350" y="2353025"/>
              <a:ext cx="54350" cy="121300"/>
            </a:xfrm>
            <a:custGeom>
              <a:avLst/>
              <a:gdLst/>
              <a:ahLst/>
              <a:cxnLst/>
              <a:rect l="l" t="t" r="r" b="b"/>
              <a:pathLst>
                <a:path w="2174" h="4852" extrusionOk="0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51" name="Google Shape;10151;p73"/>
          <p:cNvSpPr/>
          <p:nvPr/>
        </p:nvSpPr>
        <p:spPr>
          <a:xfrm>
            <a:off x="9432885" y="2929939"/>
            <a:ext cx="465943" cy="465903"/>
          </a:xfrm>
          <a:custGeom>
            <a:avLst/>
            <a:gdLst/>
            <a:ahLst/>
            <a:cxnLst/>
            <a:rect l="l" t="t" r="r" b="b"/>
            <a:pathLst>
              <a:path w="11847" h="11846" extrusionOk="0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52" name="Google Shape;10152;p73"/>
          <p:cNvGrpSpPr/>
          <p:nvPr/>
        </p:nvGrpSpPr>
        <p:grpSpPr>
          <a:xfrm>
            <a:off x="7663165" y="3560238"/>
            <a:ext cx="463465" cy="464684"/>
            <a:chOff x="4321150" y="1946600"/>
            <a:chExt cx="294600" cy="295375"/>
          </a:xfrm>
        </p:grpSpPr>
        <p:sp>
          <p:nvSpPr>
            <p:cNvPr id="10153" name="Google Shape;10153;p73"/>
            <p:cNvSpPr/>
            <p:nvPr/>
          </p:nvSpPr>
          <p:spPr>
            <a:xfrm>
              <a:off x="4321150" y="1946600"/>
              <a:ext cx="294600" cy="295375"/>
            </a:xfrm>
            <a:custGeom>
              <a:avLst/>
              <a:gdLst/>
              <a:ahLst/>
              <a:cxnLst/>
              <a:rect l="l" t="t" r="r" b="b"/>
              <a:pathLst>
                <a:path w="11784" h="11815" extrusionOk="0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4" name="Google Shape;10154;p73"/>
            <p:cNvSpPr/>
            <p:nvPr/>
          </p:nvSpPr>
          <p:spPr>
            <a:xfrm>
              <a:off x="4564525" y="20316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5" name="Google Shape;10155;p73"/>
            <p:cNvSpPr/>
            <p:nvPr/>
          </p:nvSpPr>
          <p:spPr>
            <a:xfrm>
              <a:off x="4414100" y="2084450"/>
              <a:ext cx="106350" cy="122100"/>
            </a:xfrm>
            <a:custGeom>
              <a:avLst/>
              <a:gdLst/>
              <a:ahLst/>
              <a:cxnLst/>
              <a:rect l="l" t="t" r="r" b="b"/>
              <a:pathLst>
                <a:path w="4254" h="4884" extrusionOk="0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56" name="Google Shape;10156;p73"/>
          <p:cNvSpPr/>
          <p:nvPr/>
        </p:nvSpPr>
        <p:spPr>
          <a:xfrm>
            <a:off x="7658667" y="4227014"/>
            <a:ext cx="472156" cy="434989"/>
          </a:xfrm>
          <a:custGeom>
            <a:avLst/>
            <a:gdLst/>
            <a:ahLst/>
            <a:cxnLst/>
            <a:rect l="l" t="t" r="r" b="b"/>
            <a:pathLst>
              <a:path w="12005" h="11060" extrusionOk="0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157" name="Google Shape;10157;p73"/>
          <p:cNvSpPr/>
          <p:nvPr/>
        </p:nvSpPr>
        <p:spPr>
          <a:xfrm>
            <a:off x="7659296" y="4811234"/>
            <a:ext cx="470899" cy="464684"/>
          </a:xfrm>
          <a:custGeom>
            <a:avLst/>
            <a:gdLst/>
            <a:ahLst/>
            <a:cxnLst/>
            <a:rect l="l" t="t" r="r" b="b"/>
            <a:pathLst>
              <a:path w="11973" h="11815" extrusionOk="0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158" name="Google Shape;10158;p73"/>
          <p:cNvSpPr/>
          <p:nvPr/>
        </p:nvSpPr>
        <p:spPr>
          <a:xfrm>
            <a:off x="10693461" y="3561427"/>
            <a:ext cx="298672" cy="462207"/>
          </a:xfrm>
          <a:custGeom>
            <a:avLst/>
            <a:gdLst/>
            <a:ahLst/>
            <a:cxnLst/>
            <a:rect l="l" t="t" r="r" b="b"/>
            <a:pathLst>
              <a:path w="7594" h="11752" extrusionOk="0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159" name="Google Shape;10159;p73"/>
          <p:cNvSpPr/>
          <p:nvPr/>
        </p:nvSpPr>
        <p:spPr>
          <a:xfrm>
            <a:off x="7080487" y="1738839"/>
            <a:ext cx="468381" cy="465943"/>
          </a:xfrm>
          <a:custGeom>
            <a:avLst/>
            <a:gdLst/>
            <a:ahLst/>
            <a:cxnLst/>
            <a:rect l="l" t="t" r="r" b="b"/>
            <a:pathLst>
              <a:path w="11909" h="11847" extrusionOk="0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60" name="Google Shape;10160;p73"/>
          <p:cNvGrpSpPr/>
          <p:nvPr/>
        </p:nvGrpSpPr>
        <p:grpSpPr>
          <a:xfrm>
            <a:off x="7079895" y="2341500"/>
            <a:ext cx="469640" cy="464723"/>
            <a:chOff x="1049375" y="2318350"/>
            <a:chExt cx="298525" cy="295400"/>
          </a:xfrm>
        </p:grpSpPr>
        <p:sp>
          <p:nvSpPr>
            <p:cNvPr id="10161" name="Google Shape;10161;p73"/>
            <p:cNvSpPr/>
            <p:nvPr/>
          </p:nvSpPr>
          <p:spPr>
            <a:xfrm>
              <a:off x="1101350" y="2492325"/>
              <a:ext cx="70125" cy="50525"/>
            </a:xfrm>
            <a:custGeom>
              <a:avLst/>
              <a:gdLst/>
              <a:ahLst/>
              <a:cxnLst/>
              <a:rect l="l" t="t" r="r" b="b"/>
              <a:pathLst>
                <a:path w="2805" h="2021" extrusionOk="0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2" name="Google Shape;10162;p73"/>
            <p:cNvSpPr/>
            <p:nvPr/>
          </p:nvSpPr>
          <p:spPr>
            <a:xfrm>
              <a:off x="1101350" y="2440525"/>
              <a:ext cx="70125" cy="51150"/>
            </a:xfrm>
            <a:custGeom>
              <a:avLst/>
              <a:gdLst/>
              <a:ahLst/>
              <a:cxnLst/>
              <a:rect l="l" t="t" r="r" b="b"/>
              <a:pathLst>
                <a:path w="2805" h="2046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3" name="Google Shape;10163;p73"/>
            <p:cNvSpPr/>
            <p:nvPr/>
          </p:nvSpPr>
          <p:spPr>
            <a:xfrm>
              <a:off x="1101350" y="2388550"/>
              <a:ext cx="70125" cy="51125"/>
            </a:xfrm>
            <a:custGeom>
              <a:avLst/>
              <a:gdLst/>
              <a:ahLst/>
              <a:cxnLst/>
              <a:rect l="l" t="t" r="r" b="b"/>
              <a:pathLst>
                <a:path w="2805" h="2045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4" name="Google Shape;10164;p73"/>
            <p:cNvSpPr/>
            <p:nvPr/>
          </p:nvSpPr>
          <p:spPr>
            <a:xfrm>
              <a:off x="1049375" y="2318350"/>
              <a:ext cx="298525" cy="295400"/>
            </a:xfrm>
            <a:custGeom>
              <a:avLst/>
              <a:gdLst/>
              <a:ahLst/>
              <a:cxnLst/>
              <a:rect l="l" t="t" r="r" b="b"/>
              <a:pathLst>
                <a:path w="11941" h="11816" extrusionOk="0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65" name="Google Shape;10165;p73"/>
          <p:cNvGrpSpPr/>
          <p:nvPr/>
        </p:nvGrpSpPr>
        <p:grpSpPr>
          <a:xfrm>
            <a:off x="7080524" y="2928768"/>
            <a:ext cx="468381" cy="468381"/>
            <a:chOff x="1049375" y="2680675"/>
            <a:chExt cx="297725" cy="297725"/>
          </a:xfrm>
        </p:grpSpPr>
        <p:sp>
          <p:nvSpPr>
            <p:cNvPr id="10166" name="Google Shape;10166;p73"/>
            <p:cNvSpPr/>
            <p:nvPr/>
          </p:nvSpPr>
          <p:spPr>
            <a:xfrm>
              <a:off x="1113175" y="2752350"/>
              <a:ext cx="161475" cy="155975"/>
            </a:xfrm>
            <a:custGeom>
              <a:avLst/>
              <a:gdLst/>
              <a:ahLst/>
              <a:cxnLst/>
              <a:rect l="l" t="t" r="r" b="b"/>
              <a:pathLst>
                <a:path w="6459" h="6239" extrusionOk="0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7" name="Google Shape;10167;p73"/>
            <p:cNvSpPr/>
            <p:nvPr/>
          </p:nvSpPr>
          <p:spPr>
            <a:xfrm>
              <a:off x="1049375" y="2680675"/>
              <a:ext cx="297725" cy="297725"/>
            </a:xfrm>
            <a:custGeom>
              <a:avLst/>
              <a:gdLst/>
              <a:ahLst/>
              <a:cxnLst/>
              <a:rect l="l" t="t" r="r" b="b"/>
              <a:pathLst>
                <a:path w="11909" h="11909" extrusionOk="0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68" name="Google Shape;10168;p73"/>
          <p:cNvGrpSpPr/>
          <p:nvPr/>
        </p:nvGrpSpPr>
        <p:grpSpPr>
          <a:xfrm>
            <a:off x="10031794" y="1739497"/>
            <a:ext cx="464684" cy="464723"/>
            <a:chOff x="2872725" y="1954475"/>
            <a:chExt cx="295375" cy="295400"/>
          </a:xfrm>
        </p:grpSpPr>
        <p:sp>
          <p:nvSpPr>
            <p:cNvPr id="10169" name="Google Shape;10169;p73"/>
            <p:cNvSpPr/>
            <p:nvPr/>
          </p:nvSpPr>
          <p:spPr>
            <a:xfrm>
              <a:off x="2959350" y="1954475"/>
              <a:ext cx="122100" cy="139450"/>
            </a:xfrm>
            <a:custGeom>
              <a:avLst/>
              <a:gdLst/>
              <a:ahLst/>
              <a:cxnLst/>
              <a:rect l="l" t="t" r="r" b="b"/>
              <a:pathLst>
                <a:path w="4884" h="5578" extrusionOk="0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0" name="Google Shape;10170;p73"/>
            <p:cNvSpPr/>
            <p:nvPr/>
          </p:nvSpPr>
          <p:spPr>
            <a:xfrm>
              <a:off x="2906575" y="2146650"/>
              <a:ext cx="191425" cy="69350"/>
            </a:xfrm>
            <a:custGeom>
              <a:avLst/>
              <a:gdLst/>
              <a:ahLst/>
              <a:cxnLst/>
              <a:rect l="l" t="t" r="r" b="b"/>
              <a:pathLst>
                <a:path w="7657" h="2774" extrusionOk="0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1" name="Google Shape;10171;p73"/>
            <p:cNvSpPr/>
            <p:nvPr/>
          </p:nvSpPr>
          <p:spPr>
            <a:xfrm>
              <a:off x="2872725" y="2112000"/>
              <a:ext cx="295375" cy="137875"/>
            </a:xfrm>
            <a:custGeom>
              <a:avLst/>
              <a:gdLst/>
              <a:ahLst/>
              <a:cxnLst/>
              <a:rect l="l" t="t" r="r" b="b"/>
              <a:pathLst>
                <a:path w="11815" h="5515" extrusionOk="0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72" name="Google Shape;10172;p73"/>
          <p:cNvGrpSpPr/>
          <p:nvPr/>
        </p:nvGrpSpPr>
        <p:grpSpPr>
          <a:xfrm>
            <a:off x="10060289" y="2340262"/>
            <a:ext cx="407695" cy="467201"/>
            <a:chOff x="2890050" y="2318350"/>
            <a:chExt cx="259150" cy="296975"/>
          </a:xfrm>
        </p:grpSpPr>
        <p:sp>
          <p:nvSpPr>
            <p:cNvPr id="10173" name="Google Shape;10173;p73"/>
            <p:cNvSpPr/>
            <p:nvPr/>
          </p:nvSpPr>
          <p:spPr>
            <a:xfrm>
              <a:off x="2936525" y="2353025"/>
              <a:ext cx="160700" cy="155975"/>
            </a:xfrm>
            <a:custGeom>
              <a:avLst/>
              <a:gdLst/>
              <a:ahLst/>
              <a:cxnLst/>
              <a:rect l="l" t="t" r="r" b="b"/>
              <a:pathLst>
                <a:path w="6428" h="6239" extrusionOk="0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4" name="Google Shape;10174;p73"/>
            <p:cNvSpPr/>
            <p:nvPr/>
          </p:nvSpPr>
          <p:spPr>
            <a:xfrm>
              <a:off x="2890050" y="2318350"/>
              <a:ext cx="259150" cy="296975"/>
            </a:xfrm>
            <a:custGeom>
              <a:avLst/>
              <a:gdLst/>
              <a:ahLst/>
              <a:cxnLst/>
              <a:rect l="l" t="t" r="r" b="b"/>
              <a:pathLst>
                <a:path w="10366" h="11879" extrusionOk="0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75" name="Google Shape;10175;p73"/>
          <p:cNvSpPr/>
          <p:nvPr/>
        </p:nvSpPr>
        <p:spPr>
          <a:xfrm>
            <a:off x="10113458" y="2929310"/>
            <a:ext cx="301149" cy="467161"/>
          </a:xfrm>
          <a:custGeom>
            <a:avLst/>
            <a:gdLst/>
            <a:ahLst/>
            <a:cxnLst/>
            <a:rect l="l" t="t" r="r" b="b"/>
            <a:pathLst>
              <a:path w="7657" h="11878" extrusionOk="0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76" name="Google Shape;10176;p73"/>
          <p:cNvGrpSpPr/>
          <p:nvPr/>
        </p:nvGrpSpPr>
        <p:grpSpPr>
          <a:xfrm>
            <a:off x="8250310" y="3560868"/>
            <a:ext cx="463425" cy="463425"/>
            <a:chOff x="4685050" y="1945825"/>
            <a:chExt cx="294575" cy="294575"/>
          </a:xfrm>
        </p:grpSpPr>
        <p:sp>
          <p:nvSpPr>
            <p:cNvPr id="10177" name="Google Shape;10177;p73"/>
            <p:cNvSpPr/>
            <p:nvPr/>
          </p:nvSpPr>
          <p:spPr>
            <a:xfrm>
              <a:off x="4720475" y="2086025"/>
              <a:ext cx="104775" cy="121300"/>
            </a:xfrm>
            <a:custGeom>
              <a:avLst/>
              <a:gdLst/>
              <a:ahLst/>
              <a:cxnLst/>
              <a:rect l="l" t="t" r="r" b="b"/>
              <a:pathLst>
                <a:path w="4191" h="4852" extrusionOk="0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8" name="Google Shape;10178;p73"/>
            <p:cNvSpPr/>
            <p:nvPr/>
          </p:nvSpPr>
          <p:spPr>
            <a:xfrm>
              <a:off x="4685050" y="1945825"/>
              <a:ext cx="294575" cy="294575"/>
            </a:xfrm>
            <a:custGeom>
              <a:avLst/>
              <a:gdLst/>
              <a:ahLst/>
              <a:cxnLst/>
              <a:rect l="l" t="t" r="r" b="b"/>
              <a:pathLst>
                <a:path w="11783" h="11783" extrusionOk="0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9" name="Google Shape;10179;p73"/>
            <p:cNvSpPr/>
            <p:nvPr/>
          </p:nvSpPr>
          <p:spPr>
            <a:xfrm>
              <a:off x="4840200" y="2103350"/>
              <a:ext cx="104775" cy="17350"/>
            </a:xfrm>
            <a:custGeom>
              <a:avLst/>
              <a:gdLst/>
              <a:ahLst/>
              <a:cxnLst/>
              <a:rect l="l" t="t" r="r" b="b"/>
              <a:pathLst>
                <a:path w="4191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0" name="Google Shape;10180;p73"/>
            <p:cNvSpPr/>
            <p:nvPr/>
          </p:nvSpPr>
          <p:spPr>
            <a:xfrm>
              <a:off x="4840200" y="2137200"/>
              <a:ext cx="104775" cy="18150"/>
            </a:xfrm>
            <a:custGeom>
              <a:avLst/>
              <a:gdLst/>
              <a:ahLst/>
              <a:cxnLst/>
              <a:rect l="l" t="t" r="r" b="b"/>
              <a:pathLst>
                <a:path w="4191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1" name="Google Shape;10181;p73"/>
            <p:cNvSpPr/>
            <p:nvPr/>
          </p:nvSpPr>
          <p:spPr>
            <a:xfrm>
              <a:off x="4840200" y="2171875"/>
              <a:ext cx="104775" cy="18125"/>
            </a:xfrm>
            <a:custGeom>
              <a:avLst/>
              <a:gdLst/>
              <a:ahLst/>
              <a:cxnLst/>
              <a:rect l="l" t="t" r="r" b="b"/>
              <a:pathLst>
                <a:path w="419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82" name="Google Shape;10182;p73"/>
          <p:cNvSpPr/>
          <p:nvPr/>
        </p:nvSpPr>
        <p:spPr>
          <a:xfrm>
            <a:off x="8249517" y="4212777"/>
            <a:ext cx="464684" cy="463465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183" name="Google Shape;10183;p73"/>
          <p:cNvSpPr/>
          <p:nvPr/>
        </p:nvSpPr>
        <p:spPr>
          <a:xfrm>
            <a:off x="8277400" y="4809996"/>
            <a:ext cx="408915" cy="467161"/>
          </a:xfrm>
          <a:custGeom>
            <a:avLst/>
            <a:gdLst/>
            <a:ahLst/>
            <a:cxnLst/>
            <a:rect l="l" t="t" r="r" b="b"/>
            <a:pathLst>
              <a:path w="10397" h="11878" extrusionOk="0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84" name="Google Shape;10184;p73"/>
          <p:cNvGrpSpPr/>
          <p:nvPr/>
        </p:nvGrpSpPr>
        <p:grpSpPr>
          <a:xfrm>
            <a:off x="10610673" y="4212834"/>
            <a:ext cx="464684" cy="463465"/>
            <a:chOff x="6131900" y="2301825"/>
            <a:chExt cx="295375" cy="294600"/>
          </a:xfrm>
        </p:grpSpPr>
        <p:sp>
          <p:nvSpPr>
            <p:cNvPr id="10185" name="Google Shape;10185;p73"/>
            <p:cNvSpPr/>
            <p:nvPr/>
          </p:nvSpPr>
          <p:spPr>
            <a:xfrm>
              <a:off x="6131900" y="2301825"/>
              <a:ext cx="295375" cy="294600"/>
            </a:xfrm>
            <a:custGeom>
              <a:avLst/>
              <a:gdLst/>
              <a:ahLst/>
              <a:cxnLst/>
              <a:rect l="l" t="t" r="r" b="b"/>
              <a:pathLst>
                <a:path w="11815" h="11784" extrusionOk="0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6" name="Google Shape;10186;p73"/>
            <p:cNvSpPr/>
            <p:nvPr/>
          </p:nvSpPr>
          <p:spPr>
            <a:xfrm>
              <a:off x="6218550" y="2456200"/>
              <a:ext cx="122100" cy="51225"/>
            </a:xfrm>
            <a:custGeom>
              <a:avLst/>
              <a:gdLst/>
              <a:ahLst/>
              <a:cxnLst/>
              <a:rect l="l" t="t" r="r" b="b"/>
              <a:pathLst>
                <a:path w="4884" h="2049" extrusionOk="0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7" name="Google Shape;10187;p73"/>
            <p:cNvSpPr/>
            <p:nvPr/>
          </p:nvSpPr>
          <p:spPr>
            <a:xfrm>
              <a:off x="6340625" y="23530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8" name="Google Shape;10188;p73"/>
            <p:cNvSpPr/>
            <p:nvPr/>
          </p:nvSpPr>
          <p:spPr>
            <a:xfrm>
              <a:off x="6183100" y="2369550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89" name="Google Shape;10189;p73"/>
          <p:cNvGrpSpPr/>
          <p:nvPr/>
        </p:nvGrpSpPr>
        <p:grpSpPr>
          <a:xfrm>
            <a:off x="7671997" y="1738889"/>
            <a:ext cx="468420" cy="465943"/>
            <a:chOff x="1412450" y="1954475"/>
            <a:chExt cx="297750" cy="296175"/>
          </a:xfrm>
        </p:grpSpPr>
        <p:sp>
          <p:nvSpPr>
            <p:cNvPr id="10190" name="Google Shape;10190;p73"/>
            <p:cNvSpPr/>
            <p:nvPr/>
          </p:nvSpPr>
          <p:spPr>
            <a:xfrm>
              <a:off x="1483350" y="2023800"/>
              <a:ext cx="155975" cy="155975"/>
            </a:xfrm>
            <a:custGeom>
              <a:avLst/>
              <a:gdLst/>
              <a:ahLst/>
              <a:cxnLst/>
              <a:rect l="l" t="t" r="r" b="b"/>
              <a:pathLst>
                <a:path w="6239" h="6239" extrusionOk="0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1" name="Google Shape;10191;p73"/>
            <p:cNvSpPr/>
            <p:nvPr/>
          </p:nvSpPr>
          <p:spPr>
            <a:xfrm>
              <a:off x="1412450" y="1954475"/>
              <a:ext cx="297750" cy="296175"/>
            </a:xfrm>
            <a:custGeom>
              <a:avLst/>
              <a:gdLst/>
              <a:ahLst/>
              <a:cxnLst/>
              <a:rect l="l" t="t" r="r" b="b"/>
              <a:pathLst>
                <a:path w="11910" h="11847" extrusionOk="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92" name="Google Shape;10192;p73"/>
          <p:cNvSpPr/>
          <p:nvPr/>
        </p:nvSpPr>
        <p:spPr>
          <a:xfrm>
            <a:off x="7673795" y="2343309"/>
            <a:ext cx="464723" cy="460987"/>
          </a:xfrm>
          <a:custGeom>
            <a:avLst/>
            <a:gdLst/>
            <a:ahLst/>
            <a:cxnLst/>
            <a:rect l="l" t="t" r="r" b="b"/>
            <a:pathLst>
              <a:path w="11816" h="11721" extrusionOk="0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93" name="Google Shape;10193;p73"/>
          <p:cNvGrpSpPr/>
          <p:nvPr/>
        </p:nvGrpSpPr>
        <p:grpSpPr>
          <a:xfrm>
            <a:off x="7671997" y="2928925"/>
            <a:ext cx="468420" cy="468067"/>
            <a:chOff x="1413250" y="2680675"/>
            <a:chExt cx="297750" cy="297525"/>
          </a:xfrm>
        </p:grpSpPr>
        <p:sp>
          <p:nvSpPr>
            <p:cNvPr id="10194" name="Google Shape;10194;p73"/>
            <p:cNvSpPr/>
            <p:nvPr/>
          </p:nvSpPr>
          <p:spPr>
            <a:xfrm>
              <a:off x="1413250" y="2680675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5" name="Google Shape;10195;p73"/>
            <p:cNvSpPr/>
            <p:nvPr/>
          </p:nvSpPr>
          <p:spPr>
            <a:xfrm>
              <a:off x="1465225" y="280510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6" name="Google Shape;10196;p73"/>
            <p:cNvSpPr/>
            <p:nvPr/>
          </p:nvSpPr>
          <p:spPr>
            <a:xfrm>
              <a:off x="1535325" y="2769675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7" name="Google Shape;10197;p73"/>
            <p:cNvSpPr/>
            <p:nvPr/>
          </p:nvSpPr>
          <p:spPr>
            <a:xfrm>
              <a:off x="1604650" y="2733425"/>
              <a:ext cx="52775" cy="122900"/>
            </a:xfrm>
            <a:custGeom>
              <a:avLst/>
              <a:gdLst/>
              <a:ahLst/>
              <a:cxnLst/>
              <a:rect l="l" t="t" r="r" b="b"/>
              <a:pathLst>
                <a:path w="2111" h="4916" extrusionOk="0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98" name="Google Shape;10198;p73"/>
          <p:cNvSpPr/>
          <p:nvPr/>
        </p:nvSpPr>
        <p:spPr>
          <a:xfrm>
            <a:off x="10683144" y="1738859"/>
            <a:ext cx="360617" cy="465903"/>
          </a:xfrm>
          <a:custGeom>
            <a:avLst/>
            <a:gdLst/>
            <a:ahLst/>
            <a:cxnLst/>
            <a:rect l="l" t="t" r="r" b="b"/>
            <a:pathLst>
              <a:path w="9169" h="11846" extrusionOk="0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199" name="Google Shape;10199;p73"/>
          <p:cNvSpPr/>
          <p:nvPr/>
        </p:nvSpPr>
        <p:spPr>
          <a:xfrm>
            <a:off x="10619331" y="2341775"/>
            <a:ext cx="488243" cy="464055"/>
          </a:xfrm>
          <a:custGeom>
            <a:avLst/>
            <a:gdLst/>
            <a:ahLst/>
            <a:cxnLst/>
            <a:rect l="l" t="t" r="r" b="b"/>
            <a:pathLst>
              <a:path w="12414" h="11799" extrusionOk="0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200" name="Google Shape;10200;p73"/>
          <p:cNvSpPr/>
          <p:nvPr/>
        </p:nvSpPr>
        <p:spPr>
          <a:xfrm>
            <a:off x="10629242" y="2929939"/>
            <a:ext cx="468420" cy="465903"/>
          </a:xfrm>
          <a:custGeom>
            <a:avLst/>
            <a:gdLst/>
            <a:ahLst/>
            <a:cxnLst/>
            <a:rect l="l" t="t" r="r" b="b"/>
            <a:pathLst>
              <a:path w="11910" h="11846" extrusionOk="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01" name="Google Shape;10201;p73"/>
          <p:cNvGrpSpPr/>
          <p:nvPr/>
        </p:nvGrpSpPr>
        <p:grpSpPr>
          <a:xfrm>
            <a:off x="8840544" y="3560416"/>
            <a:ext cx="467161" cy="464329"/>
            <a:chOff x="5045775" y="1946400"/>
            <a:chExt cx="296950" cy="295150"/>
          </a:xfrm>
        </p:grpSpPr>
        <p:sp>
          <p:nvSpPr>
            <p:cNvPr id="10202" name="Google Shape;10202;p73"/>
            <p:cNvSpPr/>
            <p:nvPr/>
          </p:nvSpPr>
          <p:spPr>
            <a:xfrm>
              <a:off x="5113500" y="1998600"/>
              <a:ext cx="160700" cy="155950"/>
            </a:xfrm>
            <a:custGeom>
              <a:avLst/>
              <a:gdLst/>
              <a:ahLst/>
              <a:cxnLst/>
              <a:rect l="l" t="t" r="r" b="b"/>
              <a:pathLst>
                <a:path w="6428" h="6238" extrusionOk="0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3" name="Google Shape;10203;p73"/>
            <p:cNvSpPr/>
            <p:nvPr/>
          </p:nvSpPr>
          <p:spPr>
            <a:xfrm>
              <a:off x="5045775" y="1946400"/>
              <a:ext cx="296950" cy="295150"/>
            </a:xfrm>
            <a:custGeom>
              <a:avLst/>
              <a:gdLst/>
              <a:ahLst/>
              <a:cxnLst/>
              <a:rect l="l" t="t" r="r" b="b"/>
              <a:pathLst>
                <a:path w="11878" h="11806" extrusionOk="0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04" name="Google Shape;10204;p73"/>
          <p:cNvGrpSpPr/>
          <p:nvPr/>
        </p:nvGrpSpPr>
        <p:grpSpPr>
          <a:xfrm>
            <a:off x="8838675" y="4238851"/>
            <a:ext cx="470899" cy="411431"/>
            <a:chOff x="5046550" y="2327025"/>
            <a:chExt cx="299325" cy="261525"/>
          </a:xfrm>
        </p:grpSpPr>
        <p:sp>
          <p:nvSpPr>
            <p:cNvPr id="10205" name="Google Shape;10205;p73"/>
            <p:cNvSpPr/>
            <p:nvPr/>
          </p:nvSpPr>
          <p:spPr>
            <a:xfrm>
              <a:off x="5046550" y="2448325"/>
              <a:ext cx="297750" cy="140225"/>
            </a:xfrm>
            <a:custGeom>
              <a:avLst/>
              <a:gdLst/>
              <a:ahLst/>
              <a:cxnLst/>
              <a:rect l="l" t="t" r="r" b="b"/>
              <a:pathLst>
                <a:path w="11910" h="5609" extrusionOk="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6" name="Google Shape;10206;p73"/>
            <p:cNvSpPr/>
            <p:nvPr/>
          </p:nvSpPr>
          <p:spPr>
            <a:xfrm>
              <a:off x="5241900" y="2327025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7" name="Google Shape;10207;p73"/>
            <p:cNvSpPr/>
            <p:nvPr/>
          </p:nvSpPr>
          <p:spPr>
            <a:xfrm>
              <a:off x="5048925" y="2328600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08" name="Google Shape;10208;p73"/>
          <p:cNvSpPr/>
          <p:nvPr/>
        </p:nvSpPr>
        <p:spPr>
          <a:xfrm>
            <a:off x="8943822" y="4809996"/>
            <a:ext cx="260247" cy="467161"/>
          </a:xfrm>
          <a:custGeom>
            <a:avLst/>
            <a:gdLst/>
            <a:ahLst/>
            <a:cxnLst/>
            <a:rect l="l" t="t" r="r" b="b"/>
            <a:pathLst>
              <a:path w="6617" h="11878" extrusionOk="0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09" name="Google Shape;10209;p73"/>
          <p:cNvGrpSpPr/>
          <p:nvPr/>
        </p:nvGrpSpPr>
        <p:grpSpPr>
          <a:xfrm>
            <a:off x="10608806" y="4811302"/>
            <a:ext cx="468420" cy="464684"/>
            <a:chOff x="6167350" y="2672800"/>
            <a:chExt cx="297750" cy="295375"/>
          </a:xfrm>
        </p:grpSpPr>
        <p:sp>
          <p:nvSpPr>
            <p:cNvPr id="10210" name="Google Shape;10210;p73"/>
            <p:cNvSpPr/>
            <p:nvPr/>
          </p:nvSpPr>
          <p:spPr>
            <a:xfrm>
              <a:off x="6167350" y="2672800"/>
              <a:ext cx="226850" cy="295375"/>
            </a:xfrm>
            <a:custGeom>
              <a:avLst/>
              <a:gdLst/>
              <a:ahLst/>
              <a:cxnLst/>
              <a:rect l="l" t="t" r="r" b="b"/>
              <a:pathLst>
                <a:path w="9074" h="11815" extrusionOk="0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1" name="Google Shape;10211;p73"/>
            <p:cNvSpPr/>
            <p:nvPr/>
          </p:nvSpPr>
          <p:spPr>
            <a:xfrm>
              <a:off x="6201225" y="2762575"/>
              <a:ext cx="52775" cy="49650"/>
            </a:xfrm>
            <a:custGeom>
              <a:avLst/>
              <a:gdLst/>
              <a:ahLst/>
              <a:cxnLst/>
              <a:rect l="l" t="t" r="r" b="b"/>
              <a:pathLst>
                <a:path w="2111" h="1986" extrusionOk="0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2" name="Google Shape;10212;p73"/>
            <p:cNvSpPr/>
            <p:nvPr/>
          </p:nvSpPr>
          <p:spPr>
            <a:xfrm>
              <a:off x="6308325" y="288230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3" name="Google Shape;10213;p73"/>
            <p:cNvSpPr/>
            <p:nvPr/>
          </p:nvSpPr>
          <p:spPr>
            <a:xfrm>
              <a:off x="6200425" y="2759425"/>
              <a:ext cx="156775" cy="174875"/>
            </a:xfrm>
            <a:custGeom>
              <a:avLst/>
              <a:gdLst/>
              <a:ahLst/>
              <a:cxnLst/>
              <a:rect l="l" t="t" r="r" b="b"/>
              <a:pathLst>
                <a:path w="6271" h="6995" extrusionOk="0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4" name="Google Shape;10214;p73"/>
            <p:cNvSpPr/>
            <p:nvPr/>
          </p:nvSpPr>
          <p:spPr>
            <a:xfrm>
              <a:off x="6412300" y="2742900"/>
              <a:ext cx="52800" cy="208725"/>
            </a:xfrm>
            <a:custGeom>
              <a:avLst/>
              <a:gdLst/>
              <a:ahLst/>
              <a:cxnLst/>
              <a:rect l="l" t="t" r="r" b="b"/>
              <a:pathLst>
                <a:path w="2112" h="8349" extrusionOk="0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15" name="Google Shape;10215;p73"/>
          <p:cNvGrpSpPr/>
          <p:nvPr/>
        </p:nvGrpSpPr>
        <p:grpSpPr>
          <a:xfrm>
            <a:off x="8263469" y="1738280"/>
            <a:ext cx="463465" cy="467161"/>
            <a:chOff x="1777925" y="1953700"/>
            <a:chExt cx="294600" cy="296950"/>
          </a:xfrm>
        </p:grpSpPr>
        <p:sp>
          <p:nvSpPr>
            <p:cNvPr id="10216" name="Google Shape;10216;p73"/>
            <p:cNvSpPr/>
            <p:nvPr/>
          </p:nvSpPr>
          <p:spPr>
            <a:xfrm>
              <a:off x="1794450" y="2052125"/>
              <a:ext cx="278075" cy="198525"/>
            </a:xfrm>
            <a:custGeom>
              <a:avLst/>
              <a:gdLst/>
              <a:ahLst/>
              <a:cxnLst/>
              <a:rect l="l" t="t" r="r" b="b"/>
              <a:pathLst>
                <a:path w="11123" h="7941" extrusionOk="0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7" name="Google Shape;10217;p73"/>
            <p:cNvSpPr/>
            <p:nvPr/>
          </p:nvSpPr>
          <p:spPr>
            <a:xfrm>
              <a:off x="1777925" y="1953700"/>
              <a:ext cx="278050" cy="198675"/>
            </a:xfrm>
            <a:custGeom>
              <a:avLst/>
              <a:gdLst/>
              <a:ahLst/>
              <a:cxnLst/>
              <a:rect l="l" t="t" r="r" b="b"/>
              <a:pathLst>
                <a:path w="11122" h="7947" extrusionOk="0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8" name="Google Shape;10218;p73"/>
            <p:cNvSpPr/>
            <p:nvPr/>
          </p:nvSpPr>
          <p:spPr>
            <a:xfrm>
              <a:off x="1829125" y="2006475"/>
              <a:ext cx="191400" cy="191400"/>
            </a:xfrm>
            <a:custGeom>
              <a:avLst/>
              <a:gdLst/>
              <a:ahLst/>
              <a:cxnLst/>
              <a:rect l="l" t="t" r="r" b="b"/>
              <a:pathLst>
                <a:path w="7656" h="7656" extrusionOk="0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9" name="Google Shape;10219;p73"/>
            <p:cNvSpPr/>
            <p:nvPr/>
          </p:nvSpPr>
          <p:spPr>
            <a:xfrm>
              <a:off x="1915750" y="2058450"/>
              <a:ext cx="35475" cy="52800"/>
            </a:xfrm>
            <a:custGeom>
              <a:avLst/>
              <a:gdLst/>
              <a:ahLst/>
              <a:cxnLst/>
              <a:rect l="l" t="t" r="r" b="b"/>
              <a:pathLst>
                <a:path w="1419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0" name="Google Shape;10220;p73"/>
          <p:cNvGrpSpPr/>
          <p:nvPr/>
        </p:nvGrpSpPr>
        <p:grpSpPr>
          <a:xfrm>
            <a:off x="8284549" y="2342130"/>
            <a:ext cx="421303" cy="463465"/>
            <a:chOff x="1790525" y="2319150"/>
            <a:chExt cx="267800" cy="294600"/>
          </a:xfrm>
        </p:grpSpPr>
        <p:sp>
          <p:nvSpPr>
            <p:cNvPr id="10221" name="Google Shape;10221;p73"/>
            <p:cNvSpPr/>
            <p:nvPr/>
          </p:nvSpPr>
          <p:spPr>
            <a:xfrm>
              <a:off x="1881100" y="2423125"/>
              <a:ext cx="88225" cy="155175"/>
            </a:xfrm>
            <a:custGeom>
              <a:avLst/>
              <a:gdLst/>
              <a:ahLst/>
              <a:cxnLst/>
              <a:rect l="l" t="t" r="r" b="b"/>
              <a:pathLst>
                <a:path w="3529" h="6207" extrusionOk="0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2" name="Google Shape;10222;p73"/>
            <p:cNvSpPr/>
            <p:nvPr/>
          </p:nvSpPr>
          <p:spPr>
            <a:xfrm>
              <a:off x="1790525" y="2319150"/>
              <a:ext cx="267800" cy="294600"/>
            </a:xfrm>
            <a:custGeom>
              <a:avLst/>
              <a:gdLst/>
              <a:ahLst/>
              <a:cxnLst/>
              <a:rect l="l" t="t" r="r" b="b"/>
              <a:pathLst>
                <a:path w="10712" h="11784" extrusionOk="0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23" name="Google Shape;10223;p73"/>
          <p:cNvSpPr/>
          <p:nvPr/>
        </p:nvSpPr>
        <p:spPr>
          <a:xfrm>
            <a:off x="8261538" y="2929310"/>
            <a:ext cx="467201" cy="467161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24" name="Google Shape;10224;p73"/>
          <p:cNvGrpSpPr/>
          <p:nvPr/>
        </p:nvGrpSpPr>
        <p:grpSpPr>
          <a:xfrm>
            <a:off x="6488515" y="3560217"/>
            <a:ext cx="465943" cy="464723"/>
            <a:chOff x="3599700" y="1954475"/>
            <a:chExt cx="296175" cy="295400"/>
          </a:xfrm>
        </p:grpSpPr>
        <p:sp>
          <p:nvSpPr>
            <p:cNvPr id="10225" name="Google Shape;10225;p73"/>
            <p:cNvSpPr/>
            <p:nvPr/>
          </p:nvSpPr>
          <p:spPr>
            <a:xfrm>
              <a:off x="3599700" y="195447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6" name="Google Shape;10226;p73"/>
            <p:cNvSpPr/>
            <p:nvPr/>
          </p:nvSpPr>
          <p:spPr>
            <a:xfrm>
              <a:off x="3825750" y="20757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7" name="Google Shape;10227;p73"/>
            <p:cNvSpPr/>
            <p:nvPr/>
          </p:nvSpPr>
          <p:spPr>
            <a:xfrm>
              <a:off x="3633550" y="20757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8" name="Google Shape;10228;p73"/>
          <p:cNvGrpSpPr/>
          <p:nvPr/>
        </p:nvGrpSpPr>
        <p:grpSpPr>
          <a:xfrm>
            <a:off x="6489756" y="4212836"/>
            <a:ext cx="463465" cy="463465"/>
            <a:chOff x="3601275" y="2319150"/>
            <a:chExt cx="294600" cy="294600"/>
          </a:xfrm>
        </p:grpSpPr>
        <p:sp>
          <p:nvSpPr>
            <p:cNvPr id="10229" name="Google Shape;10229;p73"/>
            <p:cNvSpPr/>
            <p:nvPr/>
          </p:nvSpPr>
          <p:spPr>
            <a:xfrm>
              <a:off x="3601275" y="2319150"/>
              <a:ext cx="294600" cy="294600"/>
            </a:xfrm>
            <a:custGeom>
              <a:avLst/>
              <a:gdLst/>
              <a:ahLst/>
              <a:cxnLst/>
              <a:rect l="l" t="t" r="r" b="b"/>
              <a:pathLst>
                <a:path w="11784" h="11784" extrusionOk="0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0" name="Google Shape;10230;p73"/>
            <p:cNvSpPr/>
            <p:nvPr/>
          </p:nvSpPr>
          <p:spPr>
            <a:xfrm>
              <a:off x="3713900" y="2434350"/>
              <a:ext cx="55950" cy="52200"/>
            </a:xfrm>
            <a:custGeom>
              <a:avLst/>
              <a:gdLst/>
              <a:ahLst/>
              <a:cxnLst/>
              <a:rect l="l" t="t" r="r" b="b"/>
              <a:pathLst>
                <a:path w="2238" h="2088" extrusionOk="0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31" name="Google Shape;10231;p73"/>
          <p:cNvSpPr/>
          <p:nvPr/>
        </p:nvSpPr>
        <p:spPr>
          <a:xfrm>
            <a:off x="6488999" y="4811234"/>
            <a:ext cx="464723" cy="464684"/>
          </a:xfrm>
          <a:custGeom>
            <a:avLst/>
            <a:gdLst/>
            <a:ahLst/>
            <a:cxnLst/>
            <a:rect l="l" t="t" r="r" b="b"/>
            <a:pathLst>
              <a:path w="11816" h="11815" extrusionOk="0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32" name="Google Shape;10232;p73"/>
          <p:cNvGrpSpPr/>
          <p:nvPr/>
        </p:nvGrpSpPr>
        <p:grpSpPr>
          <a:xfrm>
            <a:off x="9449359" y="3559629"/>
            <a:ext cx="437428" cy="465903"/>
            <a:chOff x="5421475" y="1945825"/>
            <a:chExt cx="278050" cy="296150"/>
          </a:xfrm>
        </p:grpSpPr>
        <p:sp>
          <p:nvSpPr>
            <p:cNvPr id="10233" name="Google Shape;10233;p73"/>
            <p:cNvSpPr/>
            <p:nvPr/>
          </p:nvSpPr>
          <p:spPr>
            <a:xfrm>
              <a:off x="5472650" y="1999375"/>
              <a:ext cx="172525" cy="242600"/>
            </a:xfrm>
            <a:custGeom>
              <a:avLst/>
              <a:gdLst/>
              <a:ahLst/>
              <a:cxnLst/>
              <a:rect l="l" t="t" r="r" b="b"/>
              <a:pathLst>
                <a:path w="6901" h="9704" extrusionOk="0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4" name="Google Shape;10234;p73"/>
            <p:cNvSpPr/>
            <p:nvPr/>
          </p:nvSpPr>
          <p:spPr>
            <a:xfrm>
              <a:off x="5559300" y="1945825"/>
              <a:ext cx="18150" cy="44125"/>
            </a:xfrm>
            <a:custGeom>
              <a:avLst/>
              <a:gdLst/>
              <a:ahLst/>
              <a:cxnLst/>
              <a:rect l="l" t="t" r="r" b="b"/>
              <a:pathLst>
                <a:path w="726" h="176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5" name="Google Shape;10235;p73"/>
            <p:cNvSpPr/>
            <p:nvPr/>
          </p:nvSpPr>
          <p:spPr>
            <a:xfrm>
              <a:off x="5611275" y="19639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6" name="Google Shape;10236;p73"/>
            <p:cNvSpPr/>
            <p:nvPr/>
          </p:nvSpPr>
          <p:spPr>
            <a:xfrm>
              <a:off x="5664050" y="20679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7" name="Google Shape;10237;p73"/>
            <p:cNvSpPr/>
            <p:nvPr/>
          </p:nvSpPr>
          <p:spPr>
            <a:xfrm>
              <a:off x="5421475" y="20679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8" name="Google Shape;10238;p73"/>
            <p:cNvSpPr/>
            <p:nvPr/>
          </p:nvSpPr>
          <p:spPr>
            <a:xfrm>
              <a:off x="5490000" y="1963925"/>
              <a:ext cx="35450" cy="33900"/>
            </a:xfrm>
            <a:custGeom>
              <a:avLst/>
              <a:gdLst/>
              <a:ahLst/>
              <a:cxnLst/>
              <a:rect l="l" t="t" r="r" b="b"/>
              <a:pathLst>
                <a:path w="1418" h="135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9" name="Google Shape;10239;p73"/>
            <p:cNvSpPr/>
            <p:nvPr/>
          </p:nvSpPr>
          <p:spPr>
            <a:xfrm>
              <a:off x="5437225" y="1997650"/>
              <a:ext cx="37825" cy="26325"/>
            </a:xfrm>
            <a:custGeom>
              <a:avLst/>
              <a:gdLst/>
              <a:ahLst/>
              <a:cxnLst/>
              <a:rect l="l" t="t" r="r" b="b"/>
              <a:pathLst>
                <a:path w="1513" h="1053" extrusionOk="0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0" name="Google Shape;10240;p73"/>
            <p:cNvSpPr/>
            <p:nvPr/>
          </p:nvSpPr>
          <p:spPr>
            <a:xfrm>
              <a:off x="5645150" y="1998300"/>
              <a:ext cx="37825" cy="26900"/>
            </a:xfrm>
            <a:custGeom>
              <a:avLst/>
              <a:gdLst/>
              <a:ahLst/>
              <a:cxnLst/>
              <a:rect l="l" t="t" r="r" b="b"/>
              <a:pathLst>
                <a:path w="1513" h="1076" extrusionOk="0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41" name="Google Shape;10241;p73"/>
          <p:cNvSpPr/>
          <p:nvPr/>
        </p:nvSpPr>
        <p:spPr>
          <a:xfrm>
            <a:off x="9432435" y="4210298"/>
            <a:ext cx="470899" cy="468420"/>
          </a:xfrm>
          <a:custGeom>
            <a:avLst/>
            <a:gdLst/>
            <a:ahLst/>
            <a:cxnLst/>
            <a:rect l="l" t="t" r="r" b="b"/>
            <a:pathLst>
              <a:path w="11973" h="11910" extrusionOk="0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42" name="Google Shape;10242;p73"/>
          <p:cNvGrpSpPr/>
          <p:nvPr/>
        </p:nvGrpSpPr>
        <p:grpSpPr>
          <a:xfrm>
            <a:off x="9434493" y="4893697"/>
            <a:ext cx="467161" cy="299891"/>
            <a:chOff x="5411225" y="2726350"/>
            <a:chExt cx="296950" cy="190625"/>
          </a:xfrm>
        </p:grpSpPr>
        <p:sp>
          <p:nvSpPr>
            <p:cNvPr id="10243" name="Google Shape;10243;p73"/>
            <p:cNvSpPr/>
            <p:nvPr/>
          </p:nvSpPr>
          <p:spPr>
            <a:xfrm>
              <a:off x="5534100" y="279487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4" name="Google Shape;10244;p73"/>
            <p:cNvSpPr/>
            <p:nvPr/>
          </p:nvSpPr>
          <p:spPr>
            <a:xfrm>
              <a:off x="5411225" y="2726350"/>
              <a:ext cx="296950" cy="190625"/>
            </a:xfrm>
            <a:custGeom>
              <a:avLst/>
              <a:gdLst/>
              <a:ahLst/>
              <a:cxnLst/>
              <a:rect l="l" t="t" r="r" b="b"/>
              <a:pathLst>
                <a:path w="11878" h="7625" extrusionOk="0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45" name="Google Shape;10245;p73"/>
          <p:cNvGrpSpPr/>
          <p:nvPr/>
        </p:nvGrpSpPr>
        <p:grpSpPr>
          <a:xfrm>
            <a:off x="8247872" y="5412728"/>
            <a:ext cx="468381" cy="435187"/>
            <a:chOff x="6524150" y="1938725"/>
            <a:chExt cx="297725" cy="276625"/>
          </a:xfrm>
        </p:grpSpPr>
        <p:sp>
          <p:nvSpPr>
            <p:cNvPr id="10246" name="Google Shape;10246;p73"/>
            <p:cNvSpPr/>
            <p:nvPr/>
          </p:nvSpPr>
          <p:spPr>
            <a:xfrm>
              <a:off x="6524150" y="2025375"/>
              <a:ext cx="297725" cy="189975"/>
            </a:xfrm>
            <a:custGeom>
              <a:avLst/>
              <a:gdLst/>
              <a:ahLst/>
              <a:cxnLst/>
              <a:rect l="l" t="t" r="r" b="b"/>
              <a:pathLst>
                <a:path w="11909" h="7599" extrusionOk="0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7" name="Google Shape;10247;p73"/>
            <p:cNvSpPr/>
            <p:nvPr/>
          </p:nvSpPr>
          <p:spPr>
            <a:xfrm>
              <a:off x="6664325" y="1938725"/>
              <a:ext cx="17375" cy="43350"/>
            </a:xfrm>
            <a:custGeom>
              <a:avLst/>
              <a:gdLst/>
              <a:ahLst/>
              <a:cxnLst/>
              <a:rect l="l" t="t" r="r" b="b"/>
              <a:pathLst>
                <a:path w="695" h="173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8" name="Google Shape;10248;p73"/>
            <p:cNvSpPr/>
            <p:nvPr/>
          </p:nvSpPr>
          <p:spPr>
            <a:xfrm>
              <a:off x="6594250" y="1972800"/>
              <a:ext cx="35450" cy="35275"/>
            </a:xfrm>
            <a:custGeom>
              <a:avLst/>
              <a:gdLst/>
              <a:ahLst/>
              <a:cxnLst/>
              <a:rect l="l" t="t" r="r" b="b"/>
              <a:pathLst>
                <a:path w="1418" h="1411" extrusionOk="0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9" name="Google Shape;10249;p73"/>
            <p:cNvSpPr/>
            <p:nvPr/>
          </p:nvSpPr>
          <p:spPr>
            <a:xfrm>
              <a:off x="6715525" y="1972800"/>
              <a:ext cx="35475" cy="35275"/>
            </a:xfrm>
            <a:custGeom>
              <a:avLst/>
              <a:gdLst/>
              <a:ahLst/>
              <a:cxnLst/>
              <a:rect l="l" t="t" r="r" b="b"/>
              <a:pathLst>
                <a:path w="1419" h="1411" extrusionOk="0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50" name="Google Shape;10250;p73"/>
          <p:cNvGrpSpPr/>
          <p:nvPr/>
        </p:nvGrpSpPr>
        <p:grpSpPr>
          <a:xfrm>
            <a:off x="8850049" y="1738889"/>
            <a:ext cx="467201" cy="465943"/>
            <a:chOff x="2141000" y="1954475"/>
            <a:chExt cx="296975" cy="296175"/>
          </a:xfrm>
        </p:grpSpPr>
        <p:sp>
          <p:nvSpPr>
            <p:cNvPr id="10251" name="Google Shape;10251;p73"/>
            <p:cNvSpPr/>
            <p:nvPr/>
          </p:nvSpPr>
          <p:spPr>
            <a:xfrm>
              <a:off x="2280425" y="1989925"/>
              <a:ext cx="104775" cy="68550"/>
            </a:xfrm>
            <a:custGeom>
              <a:avLst/>
              <a:gdLst/>
              <a:ahLst/>
              <a:cxnLst/>
              <a:rect l="l" t="t" r="r" b="b"/>
              <a:pathLst>
                <a:path w="4191" h="274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2" name="Google Shape;10252;p73"/>
            <p:cNvSpPr/>
            <p:nvPr/>
          </p:nvSpPr>
          <p:spPr>
            <a:xfrm>
              <a:off x="2174875" y="2145875"/>
              <a:ext cx="105575" cy="69325"/>
            </a:xfrm>
            <a:custGeom>
              <a:avLst/>
              <a:gdLst/>
              <a:ahLst/>
              <a:cxnLst/>
              <a:rect l="l" t="t" r="r" b="b"/>
              <a:pathLst>
                <a:path w="4223" h="2773" extrusionOk="0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3" name="Google Shape;10253;p73"/>
            <p:cNvSpPr/>
            <p:nvPr/>
          </p:nvSpPr>
          <p:spPr>
            <a:xfrm>
              <a:off x="2141000" y="1954475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4" name="Google Shape;10254;p73"/>
            <p:cNvSpPr/>
            <p:nvPr/>
          </p:nvSpPr>
          <p:spPr>
            <a:xfrm>
              <a:off x="2298525" y="2076550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55" name="Google Shape;10255;p73"/>
          <p:cNvGrpSpPr/>
          <p:nvPr/>
        </p:nvGrpSpPr>
        <p:grpSpPr>
          <a:xfrm>
            <a:off x="8841396" y="2341343"/>
            <a:ext cx="484507" cy="465037"/>
            <a:chOff x="2140225" y="2318650"/>
            <a:chExt cx="307975" cy="295600"/>
          </a:xfrm>
        </p:grpSpPr>
        <p:sp>
          <p:nvSpPr>
            <p:cNvPr id="10256" name="Google Shape;10256;p73"/>
            <p:cNvSpPr/>
            <p:nvPr/>
          </p:nvSpPr>
          <p:spPr>
            <a:xfrm>
              <a:off x="2281200" y="2353025"/>
              <a:ext cx="104000" cy="121300"/>
            </a:xfrm>
            <a:custGeom>
              <a:avLst/>
              <a:gdLst/>
              <a:ahLst/>
              <a:cxnLst/>
              <a:rect l="l" t="t" r="r" b="b"/>
              <a:pathLst>
                <a:path w="4160" h="4852" extrusionOk="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7" name="Google Shape;10257;p73"/>
            <p:cNvSpPr/>
            <p:nvPr/>
          </p:nvSpPr>
          <p:spPr>
            <a:xfrm>
              <a:off x="2140225" y="2318650"/>
              <a:ext cx="307975" cy="295600"/>
            </a:xfrm>
            <a:custGeom>
              <a:avLst/>
              <a:gdLst/>
              <a:ahLst/>
              <a:cxnLst/>
              <a:rect l="l" t="t" r="r" b="b"/>
              <a:pathLst>
                <a:path w="12319" h="11824" extrusionOk="0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58" name="Google Shape;10258;p73"/>
          <p:cNvGrpSpPr/>
          <p:nvPr/>
        </p:nvGrpSpPr>
        <p:grpSpPr>
          <a:xfrm>
            <a:off x="8848810" y="2930007"/>
            <a:ext cx="469679" cy="465903"/>
            <a:chOff x="2139425" y="2682250"/>
            <a:chExt cx="298550" cy="296150"/>
          </a:xfrm>
        </p:grpSpPr>
        <p:sp>
          <p:nvSpPr>
            <p:cNvPr id="10259" name="Google Shape;10259;p73"/>
            <p:cNvSpPr/>
            <p:nvPr/>
          </p:nvSpPr>
          <p:spPr>
            <a:xfrm>
              <a:off x="2139425" y="2787000"/>
              <a:ext cx="159125" cy="191400"/>
            </a:xfrm>
            <a:custGeom>
              <a:avLst/>
              <a:gdLst/>
              <a:ahLst/>
              <a:cxnLst/>
              <a:rect l="l" t="t" r="r" b="b"/>
              <a:pathLst>
                <a:path w="6365" h="7656" extrusionOk="0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0" name="Google Shape;10260;p73"/>
            <p:cNvSpPr/>
            <p:nvPr/>
          </p:nvSpPr>
          <p:spPr>
            <a:xfrm>
              <a:off x="2280425" y="26822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1" name="Google Shape;10261;p73"/>
            <p:cNvSpPr/>
            <p:nvPr/>
          </p:nvSpPr>
          <p:spPr>
            <a:xfrm>
              <a:off x="2349725" y="272555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2" name="Google Shape;10262;p73"/>
            <p:cNvSpPr/>
            <p:nvPr/>
          </p:nvSpPr>
          <p:spPr>
            <a:xfrm>
              <a:off x="2349725" y="27515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63" name="Google Shape;10263;p73"/>
          <p:cNvGrpSpPr/>
          <p:nvPr/>
        </p:nvGrpSpPr>
        <p:grpSpPr>
          <a:xfrm>
            <a:off x="7068293" y="3615988"/>
            <a:ext cx="467201" cy="353184"/>
            <a:chOff x="3962775" y="1990700"/>
            <a:chExt cx="296975" cy="224500"/>
          </a:xfrm>
        </p:grpSpPr>
        <p:sp>
          <p:nvSpPr>
            <p:cNvPr id="10264" name="Google Shape;10264;p73"/>
            <p:cNvSpPr/>
            <p:nvPr/>
          </p:nvSpPr>
          <p:spPr>
            <a:xfrm>
              <a:off x="4216400" y="2093100"/>
              <a:ext cx="43350" cy="18150"/>
            </a:xfrm>
            <a:custGeom>
              <a:avLst/>
              <a:gdLst/>
              <a:ahLst/>
              <a:cxnLst/>
              <a:rect l="l" t="t" r="r" b="b"/>
              <a:pathLst>
                <a:path w="1734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5" name="Google Shape;10265;p73"/>
            <p:cNvSpPr/>
            <p:nvPr/>
          </p:nvSpPr>
          <p:spPr>
            <a:xfrm>
              <a:off x="4206950" y="2129325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6" name="Google Shape;10266;p73"/>
            <p:cNvSpPr/>
            <p:nvPr/>
          </p:nvSpPr>
          <p:spPr>
            <a:xfrm>
              <a:off x="4207750" y="2041900"/>
              <a:ext cx="35450" cy="34500"/>
            </a:xfrm>
            <a:custGeom>
              <a:avLst/>
              <a:gdLst/>
              <a:ahLst/>
              <a:cxnLst/>
              <a:rect l="l" t="t" r="r" b="b"/>
              <a:pathLst>
                <a:path w="1418" h="1380" extrusionOk="0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7" name="Google Shape;10267;p73"/>
            <p:cNvSpPr/>
            <p:nvPr/>
          </p:nvSpPr>
          <p:spPr>
            <a:xfrm>
              <a:off x="3962775" y="1990700"/>
              <a:ext cx="226075" cy="224500"/>
            </a:xfrm>
            <a:custGeom>
              <a:avLst/>
              <a:gdLst/>
              <a:ahLst/>
              <a:cxnLst/>
              <a:rect l="l" t="t" r="r" b="b"/>
              <a:pathLst>
                <a:path w="9043" h="8980" extrusionOk="0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68" name="Google Shape;10268;p73"/>
          <p:cNvGrpSpPr/>
          <p:nvPr/>
        </p:nvGrpSpPr>
        <p:grpSpPr>
          <a:xfrm>
            <a:off x="7068922" y="4211597"/>
            <a:ext cx="465943" cy="465943"/>
            <a:chOff x="3963575" y="2317575"/>
            <a:chExt cx="296175" cy="296175"/>
          </a:xfrm>
        </p:grpSpPr>
        <p:sp>
          <p:nvSpPr>
            <p:cNvPr id="10269" name="Google Shape;10269;p73"/>
            <p:cNvSpPr/>
            <p:nvPr/>
          </p:nvSpPr>
          <p:spPr>
            <a:xfrm>
              <a:off x="3963575" y="23175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0" name="Google Shape;10270;p73"/>
            <p:cNvSpPr/>
            <p:nvPr/>
          </p:nvSpPr>
          <p:spPr>
            <a:xfrm>
              <a:off x="4190400" y="2526300"/>
              <a:ext cx="34700" cy="35450"/>
            </a:xfrm>
            <a:custGeom>
              <a:avLst/>
              <a:gdLst/>
              <a:ahLst/>
              <a:cxnLst/>
              <a:rect l="l" t="t" r="r" b="b"/>
              <a:pathLst>
                <a:path w="1388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1" name="Google Shape;10271;p73"/>
            <p:cNvSpPr/>
            <p:nvPr/>
          </p:nvSpPr>
          <p:spPr>
            <a:xfrm>
              <a:off x="39982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2" name="Google Shape;10272;p73"/>
            <p:cNvSpPr/>
            <p:nvPr/>
          </p:nvSpPr>
          <p:spPr>
            <a:xfrm>
              <a:off x="4050225" y="24215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3" name="Google Shape;10273;p73"/>
            <p:cNvSpPr/>
            <p:nvPr/>
          </p:nvSpPr>
          <p:spPr>
            <a:xfrm>
              <a:off x="410220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4" name="Google Shape;10274;p73"/>
            <p:cNvSpPr/>
            <p:nvPr/>
          </p:nvSpPr>
          <p:spPr>
            <a:xfrm>
              <a:off x="415575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5" name="Google Shape;10275;p73"/>
            <p:cNvSpPr/>
            <p:nvPr/>
          </p:nvSpPr>
          <p:spPr>
            <a:xfrm>
              <a:off x="3998225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6" name="Google Shape;10276;p73"/>
            <p:cNvSpPr/>
            <p:nvPr/>
          </p:nvSpPr>
          <p:spPr>
            <a:xfrm>
              <a:off x="4050225" y="24569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7" name="Google Shape;10277;p73"/>
            <p:cNvSpPr/>
            <p:nvPr/>
          </p:nvSpPr>
          <p:spPr>
            <a:xfrm>
              <a:off x="410220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8" name="Google Shape;10278;p73"/>
            <p:cNvSpPr/>
            <p:nvPr/>
          </p:nvSpPr>
          <p:spPr>
            <a:xfrm>
              <a:off x="415575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9" name="Google Shape;10279;p73"/>
            <p:cNvSpPr/>
            <p:nvPr/>
          </p:nvSpPr>
          <p:spPr>
            <a:xfrm>
              <a:off x="3998225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0" name="Google Shape;10280;p73"/>
            <p:cNvSpPr/>
            <p:nvPr/>
          </p:nvSpPr>
          <p:spPr>
            <a:xfrm>
              <a:off x="4050225" y="24916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1" name="Google Shape;10281;p73"/>
            <p:cNvSpPr/>
            <p:nvPr/>
          </p:nvSpPr>
          <p:spPr>
            <a:xfrm>
              <a:off x="4102200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2" name="Google Shape;10282;p73"/>
            <p:cNvSpPr/>
            <p:nvPr/>
          </p:nvSpPr>
          <p:spPr>
            <a:xfrm>
              <a:off x="3998225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3" name="Google Shape;10283;p73"/>
            <p:cNvSpPr/>
            <p:nvPr/>
          </p:nvSpPr>
          <p:spPr>
            <a:xfrm>
              <a:off x="4050225" y="25263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4" name="Google Shape;10284;p73"/>
            <p:cNvSpPr/>
            <p:nvPr/>
          </p:nvSpPr>
          <p:spPr>
            <a:xfrm>
              <a:off x="4102200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85" name="Google Shape;10285;p73"/>
          <p:cNvGrpSpPr/>
          <p:nvPr/>
        </p:nvGrpSpPr>
        <p:grpSpPr>
          <a:xfrm>
            <a:off x="7068922" y="4811302"/>
            <a:ext cx="465943" cy="464684"/>
            <a:chOff x="3962775" y="2683025"/>
            <a:chExt cx="296175" cy="295375"/>
          </a:xfrm>
        </p:grpSpPr>
        <p:sp>
          <p:nvSpPr>
            <p:cNvPr id="10286" name="Google Shape;10286;p73"/>
            <p:cNvSpPr/>
            <p:nvPr/>
          </p:nvSpPr>
          <p:spPr>
            <a:xfrm>
              <a:off x="3962775" y="2838200"/>
              <a:ext cx="296175" cy="140200"/>
            </a:xfrm>
            <a:custGeom>
              <a:avLst/>
              <a:gdLst/>
              <a:ahLst/>
              <a:cxnLst/>
              <a:rect l="l" t="t" r="r" b="b"/>
              <a:pathLst>
                <a:path w="11847" h="5608" extrusionOk="0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7" name="Google Shape;10287;p73"/>
            <p:cNvSpPr/>
            <p:nvPr/>
          </p:nvSpPr>
          <p:spPr>
            <a:xfrm>
              <a:off x="4051000" y="268302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8" name="Google Shape;10288;p73"/>
            <p:cNvSpPr/>
            <p:nvPr/>
          </p:nvSpPr>
          <p:spPr>
            <a:xfrm>
              <a:off x="4084875" y="2873200"/>
              <a:ext cx="52800" cy="69775"/>
            </a:xfrm>
            <a:custGeom>
              <a:avLst/>
              <a:gdLst/>
              <a:ahLst/>
              <a:cxnLst/>
              <a:rect l="l" t="t" r="r" b="b"/>
              <a:pathLst>
                <a:path w="2112" h="2791" extrusionOk="0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89" name="Google Shape;10289;p73"/>
          <p:cNvSpPr/>
          <p:nvPr/>
        </p:nvSpPr>
        <p:spPr>
          <a:xfrm>
            <a:off x="10017701" y="3560189"/>
            <a:ext cx="472156" cy="464684"/>
          </a:xfrm>
          <a:custGeom>
            <a:avLst/>
            <a:gdLst/>
            <a:ahLst/>
            <a:cxnLst/>
            <a:rect l="l" t="t" r="r" b="b"/>
            <a:pathLst>
              <a:path w="12005" h="11815" extrusionOk="0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290" name="Google Shape;10290;p73"/>
          <p:cNvGrpSpPr/>
          <p:nvPr/>
        </p:nvGrpSpPr>
        <p:grpSpPr>
          <a:xfrm>
            <a:off x="10021638" y="4212225"/>
            <a:ext cx="464684" cy="464684"/>
            <a:chOff x="5775900" y="2308125"/>
            <a:chExt cx="295375" cy="295375"/>
          </a:xfrm>
        </p:grpSpPr>
        <p:sp>
          <p:nvSpPr>
            <p:cNvPr id="10291" name="Google Shape;10291;p73"/>
            <p:cNvSpPr/>
            <p:nvPr/>
          </p:nvSpPr>
          <p:spPr>
            <a:xfrm>
              <a:off x="5984625" y="248297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2" name="Google Shape;10292;p73"/>
            <p:cNvSpPr/>
            <p:nvPr/>
          </p:nvSpPr>
          <p:spPr>
            <a:xfrm>
              <a:off x="5775900" y="23081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3" name="Google Shape;10293;p73"/>
            <p:cNvSpPr/>
            <p:nvPr/>
          </p:nvSpPr>
          <p:spPr>
            <a:xfrm>
              <a:off x="5984625" y="25089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4" name="Google Shape;10294;p73"/>
            <p:cNvSpPr/>
            <p:nvPr/>
          </p:nvSpPr>
          <p:spPr>
            <a:xfrm>
              <a:off x="5845200" y="239555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5" name="Google Shape;10295;p73"/>
            <p:cNvSpPr/>
            <p:nvPr/>
          </p:nvSpPr>
          <p:spPr>
            <a:xfrm>
              <a:off x="5845200" y="243100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96" name="Google Shape;10296;p73"/>
          <p:cNvGrpSpPr/>
          <p:nvPr/>
        </p:nvGrpSpPr>
        <p:grpSpPr>
          <a:xfrm>
            <a:off x="10049523" y="4810673"/>
            <a:ext cx="408915" cy="465943"/>
            <a:chOff x="5794025" y="2673575"/>
            <a:chExt cx="259925" cy="296175"/>
          </a:xfrm>
        </p:grpSpPr>
        <p:sp>
          <p:nvSpPr>
            <p:cNvPr id="10297" name="Google Shape;10297;p73"/>
            <p:cNvSpPr/>
            <p:nvPr/>
          </p:nvSpPr>
          <p:spPr>
            <a:xfrm>
              <a:off x="5794025" y="2673575"/>
              <a:ext cx="259925" cy="296175"/>
            </a:xfrm>
            <a:custGeom>
              <a:avLst/>
              <a:gdLst/>
              <a:ahLst/>
              <a:cxnLst/>
              <a:rect l="l" t="t" r="r" b="b"/>
              <a:pathLst>
                <a:path w="10397" h="11847" extrusionOk="0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8" name="Google Shape;10298;p73"/>
            <p:cNvSpPr/>
            <p:nvPr/>
          </p:nvSpPr>
          <p:spPr>
            <a:xfrm>
              <a:off x="5967300" y="2915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299" name="Google Shape;10299;p73"/>
          <p:cNvSpPr/>
          <p:nvPr/>
        </p:nvSpPr>
        <p:spPr>
          <a:xfrm>
            <a:off x="8850637" y="5438691"/>
            <a:ext cx="465943" cy="464684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4" name="Google Shape;10304;p74"/>
          <p:cNvSpPr txBox="1">
            <a:spLocks noGrp="1"/>
          </p:cNvSpPr>
          <p:nvPr>
            <p:ph type="title" idx="4294967295"/>
          </p:nvPr>
        </p:nvSpPr>
        <p:spPr>
          <a:xfrm>
            <a:off x="0" y="954088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Aide et supports</a:t>
            </a:r>
            <a:b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</a:b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10305" name="Google Shape;10305;p74"/>
          <p:cNvSpPr txBox="1">
            <a:spLocks noGrp="1"/>
          </p:cNvSpPr>
          <p:nvPr>
            <p:ph type="title" idx="4294967295"/>
          </p:nvPr>
        </p:nvSpPr>
        <p:spPr>
          <a:xfrm>
            <a:off x="7550150" y="954088"/>
            <a:ext cx="4641850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Avatars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grpSp>
        <p:nvGrpSpPr>
          <p:cNvPr id="10306" name="Google Shape;10306;p74"/>
          <p:cNvGrpSpPr/>
          <p:nvPr/>
        </p:nvGrpSpPr>
        <p:grpSpPr>
          <a:xfrm>
            <a:off x="1177276" y="1742185"/>
            <a:ext cx="389923" cy="474321"/>
            <a:chOff x="-35830350" y="1912725"/>
            <a:chExt cx="241050" cy="293225"/>
          </a:xfrm>
        </p:grpSpPr>
        <p:sp>
          <p:nvSpPr>
            <p:cNvPr id="10307" name="Google Shape;10307;p74"/>
            <p:cNvSpPr/>
            <p:nvPr/>
          </p:nvSpPr>
          <p:spPr>
            <a:xfrm>
              <a:off x="-35830350" y="1912725"/>
              <a:ext cx="241050" cy="293225"/>
            </a:xfrm>
            <a:custGeom>
              <a:avLst/>
              <a:gdLst/>
              <a:ahLst/>
              <a:cxnLst/>
              <a:rect l="l" t="t" r="r" b="b"/>
              <a:pathLst>
                <a:path w="9642" h="11729" extrusionOk="0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8" name="Google Shape;10308;p74"/>
            <p:cNvSpPr/>
            <p:nvPr/>
          </p:nvSpPr>
          <p:spPr>
            <a:xfrm>
              <a:off x="-35742925" y="1965500"/>
              <a:ext cx="120550" cy="119750"/>
            </a:xfrm>
            <a:custGeom>
              <a:avLst/>
              <a:gdLst/>
              <a:ahLst/>
              <a:cxnLst/>
              <a:rect l="l" t="t" r="r" b="b"/>
              <a:pathLst>
                <a:path w="4822" h="4790" extrusionOk="0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09" name="Google Shape;10309;p74"/>
          <p:cNvGrpSpPr/>
          <p:nvPr/>
        </p:nvGrpSpPr>
        <p:grpSpPr>
          <a:xfrm>
            <a:off x="1135259" y="2354981"/>
            <a:ext cx="473957" cy="471449"/>
            <a:chOff x="-35854750" y="2272675"/>
            <a:chExt cx="293000" cy="291450"/>
          </a:xfrm>
        </p:grpSpPr>
        <p:sp>
          <p:nvSpPr>
            <p:cNvPr id="10310" name="Google Shape;10310;p74"/>
            <p:cNvSpPr/>
            <p:nvPr/>
          </p:nvSpPr>
          <p:spPr>
            <a:xfrm>
              <a:off x="-35854750" y="2272675"/>
              <a:ext cx="293000" cy="291450"/>
            </a:xfrm>
            <a:custGeom>
              <a:avLst/>
              <a:gdLst/>
              <a:ahLst/>
              <a:cxnLst/>
              <a:rect l="l" t="t" r="r" b="b"/>
              <a:pathLst>
                <a:path w="11720" h="11658" extrusionOk="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1" name="Google Shape;10311;p74"/>
            <p:cNvSpPr/>
            <p:nvPr/>
          </p:nvSpPr>
          <p:spPr>
            <a:xfrm>
              <a:off x="-35733475" y="2340425"/>
              <a:ext cx="51225" cy="68550"/>
            </a:xfrm>
            <a:custGeom>
              <a:avLst/>
              <a:gdLst/>
              <a:ahLst/>
              <a:cxnLst/>
              <a:rect l="l" t="t" r="r" b="b"/>
              <a:pathLst>
                <a:path w="2049" h="2742" extrusionOk="0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2" name="Google Shape;10312;p74"/>
            <p:cNvSpPr/>
            <p:nvPr/>
          </p:nvSpPr>
          <p:spPr>
            <a:xfrm>
              <a:off x="-35716925" y="2418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13" name="Google Shape;10313;p74"/>
          <p:cNvGrpSpPr/>
          <p:nvPr/>
        </p:nvGrpSpPr>
        <p:grpSpPr>
          <a:xfrm>
            <a:off x="1134611" y="2961095"/>
            <a:ext cx="475251" cy="472744"/>
            <a:chOff x="-35853975" y="2631825"/>
            <a:chExt cx="293800" cy="292250"/>
          </a:xfrm>
        </p:grpSpPr>
        <p:sp>
          <p:nvSpPr>
            <p:cNvPr id="10314" name="Google Shape;10314;p74"/>
            <p:cNvSpPr/>
            <p:nvPr/>
          </p:nvSpPr>
          <p:spPr>
            <a:xfrm>
              <a:off x="-35813025" y="2701825"/>
              <a:ext cx="201675" cy="171925"/>
            </a:xfrm>
            <a:custGeom>
              <a:avLst/>
              <a:gdLst/>
              <a:ahLst/>
              <a:cxnLst/>
              <a:rect l="l" t="t" r="r" b="b"/>
              <a:pathLst>
                <a:path w="8067" h="6877" extrusionOk="0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5" name="Google Shape;10315;p74"/>
            <p:cNvSpPr/>
            <p:nvPr/>
          </p:nvSpPr>
          <p:spPr>
            <a:xfrm>
              <a:off x="-35853975" y="2631825"/>
              <a:ext cx="293800" cy="292250"/>
            </a:xfrm>
            <a:custGeom>
              <a:avLst/>
              <a:gdLst/>
              <a:ahLst/>
              <a:cxnLst/>
              <a:rect l="l" t="t" r="r" b="b"/>
              <a:pathLst>
                <a:path w="11752" h="11690" extrusionOk="0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6" name="Google Shape;10316;p74"/>
            <p:cNvSpPr/>
            <p:nvPr/>
          </p:nvSpPr>
          <p:spPr>
            <a:xfrm>
              <a:off x="-35715350" y="2735025"/>
              <a:ext cx="49650" cy="40675"/>
            </a:xfrm>
            <a:custGeom>
              <a:avLst/>
              <a:gdLst/>
              <a:ahLst/>
              <a:cxnLst/>
              <a:rect l="l" t="t" r="r" b="b"/>
              <a:pathLst>
                <a:path w="1986" h="1627" extrusionOk="0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7" name="Google Shape;10317;p74"/>
            <p:cNvSpPr/>
            <p:nvPr/>
          </p:nvSpPr>
          <p:spPr>
            <a:xfrm>
              <a:off x="-35705900" y="2667275"/>
              <a:ext cx="107925" cy="101750"/>
            </a:xfrm>
            <a:custGeom>
              <a:avLst/>
              <a:gdLst/>
              <a:ahLst/>
              <a:cxnLst/>
              <a:rect l="l" t="t" r="r" b="b"/>
              <a:pathLst>
                <a:path w="4317" h="4070" extrusionOk="0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8" name="Google Shape;10318;p74"/>
            <p:cNvSpPr/>
            <p:nvPr/>
          </p:nvSpPr>
          <p:spPr>
            <a:xfrm>
              <a:off x="-35709825" y="2700350"/>
              <a:ext cx="77200" cy="68700"/>
            </a:xfrm>
            <a:custGeom>
              <a:avLst/>
              <a:gdLst/>
              <a:ahLst/>
              <a:cxnLst/>
              <a:rect l="l" t="t" r="r" b="b"/>
              <a:pathLst>
                <a:path w="3088" h="2748" extrusionOk="0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19" name="Google Shape;10319;p74"/>
          <p:cNvGrpSpPr/>
          <p:nvPr/>
        </p:nvGrpSpPr>
        <p:grpSpPr>
          <a:xfrm>
            <a:off x="4119417" y="1743620"/>
            <a:ext cx="471449" cy="471449"/>
            <a:chOff x="-34032200" y="1916675"/>
            <a:chExt cx="291450" cy="291450"/>
          </a:xfrm>
        </p:grpSpPr>
        <p:sp>
          <p:nvSpPr>
            <p:cNvPr id="10320" name="Google Shape;10320;p74"/>
            <p:cNvSpPr/>
            <p:nvPr/>
          </p:nvSpPr>
          <p:spPr>
            <a:xfrm>
              <a:off x="-34032200" y="191667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1" name="Google Shape;10321;p74"/>
            <p:cNvSpPr/>
            <p:nvPr/>
          </p:nvSpPr>
          <p:spPr>
            <a:xfrm>
              <a:off x="-33999125" y="2019075"/>
              <a:ext cx="69350" cy="18125"/>
            </a:xfrm>
            <a:custGeom>
              <a:avLst/>
              <a:gdLst/>
              <a:ahLst/>
              <a:cxnLst/>
              <a:rect l="l" t="t" r="r" b="b"/>
              <a:pathLst>
                <a:path w="277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2" name="Google Shape;10322;p74"/>
            <p:cNvSpPr/>
            <p:nvPr/>
          </p:nvSpPr>
          <p:spPr>
            <a:xfrm>
              <a:off x="-33999900" y="2053725"/>
              <a:ext cx="52000" cy="18125"/>
            </a:xfrm>
            <a:custGeom>
              <a:avLst/>
              <a:gdLst/>
              <a:ahLst/>
              <a:cxnLst/>
              <a:rect l="l" t="t" r="r" b="b"/>
              <a:pathLst>
                <a:path w="2080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3" name="Google Shape;10323;p74"/>
            <p:cNvSpPr/>
            <p:nvPr/>
          </p:nvSpPr>
          <p:spPr>
            <a:xfrm>
              <a:off x="-33999125" y="2088375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24" name="Google Shape;10324;p74"/>
          <p:cNvSpPr/>
          <p:nvPr/>
        </p:nvSpPr>
        <p:spPr>
          <a:xfrm>
            <a:off x="4114686" y="2353222"/>
            <a:ext cx="472703" cy="475493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25" name="Google Shape;10325;p74"/>
          <p:cNvGrpSpPr/>
          <p:nvPr/>
        </p:nvGrpSpPr>
        <p:grpSpPr>
          <a:xfrm>
            <a:off x="4118790" y="2961095"/>
            <a:ext cx="472703" cy="472744"/>
            <a:chOff x="-34032200" y="2634975"/>
            <a:chExt cx="292225" cy="292250"/>
          </a:xfrm>
        </p:grpSpPr>
        <p:sp>
          <p:nvSpPr>
            <p:cNvPr id="10326" name="Google Shape;10326;p74"/>
            <p:cNvSpPr/>
            <p:nvPr/>
          </p:nvSpPr>
          <p:spPr>
            <a:xfrm>
              <a:off x="-34032200" y="2634975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7" name="Google Shape;10327;p74"/>
            <p:cNvSpPr/>
            <p:nvPr/>
          </p:nvSpPr>
          <p:spPr>
            <a:xfrm>
              <a:off x="-33947125" y="2735800"/>
              <a:ext cx="51200" cy="86675"/>
            </a:xfrm>
            <a:custGeom>
              <a:avLst/>
              <a:gdLst/>
              <a:ahLst/>
              <a:cxnLst/>
              <a:rect l="l" t="t" r="r" b="b"/>
              <a:pathLst>
                <a:path w="2048" h="3467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8" name="Google Shape;10328;p74"/>
            <p:cNvSpPr/>
            <p:nvPr/>
          </p:nvSpPr>
          <p:spPr>
            <a:xfrm>
              <a:off x="-33878600" y="2737375"/>
              <a:ext cx="52000" cy="86675"/>
            </a:xfrm>
            <a:custGeom>
              <a:avLst/>
              <a:gdLst/>
              <a:ahLst/>
              <a:cxnLst/>
              <a:rect l="l" t="t" r="r" b="b"/>
              <a:pathLst>
                <a:path w="2080" h="346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29" name="Google Shape;10329;p74"/>
          <p:cNvGrpSpPr/>
          <p:nvPr/>
        </p:nvGrpSpPr>
        <p:grpSpPr>
          <a:xfrm>
            <a:off x="2319317" y="3582759"/>
            <a:ext cx="477839" cy="472703"/>
            <a:chOff x="-32245875" y="1938725"/>
            <a:chExt cx="295400" cy="292225"/>
          </a:xfrm>
        </p:grpSpPr>
        <p:sp>
          <p:nvSpPr>
            <p:cNvPr id="10330" name="Google Shape;10330;p74"/>
            <p:cNvSpPr/>
            <p:nvPr/>
          </p:nvSpPr>
          <p:spPr>
            <a:xfrm>
              <a:off x="-32156075" y="204270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1" name="Google Shape;10331;p74"/>
            <p:cNvSpPr/>
            <p:nvPr/>
          </p:nvSpPr>
          <p:spPr>
            <a:xfrm>
              <a:off x="-32105675" y="2076550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2" name="Google Shape;10332;p74"/>
            <p:cNvSpPr/>
            <p:nvPr/>
          </p:nvSpPr>
          <p:spPr>
            <a:xfrm>
              <a:off x="-32245875" y="1938725"/>
              <a:ext cx="295400" cy="292225"/>
            </a:xfrm>
            <a:custGeom>
              <a:avLst/>
              <a:gdLst/>
              <a:ahLst/>
              <a:cxnLst/>
              <a:rect l="l" t="t" r="r" b="b"/>
              <a:pathLst>
                <a:path w="11816" h="11689" extrusionOk="0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33" name="Google Shape;10333;p74"/>
          <p:cNvGrpSpPr/>
          <p:nvPr/>
        </p:nvGrpSpPr>
        <p:grpSpPr>
          <a:xfrm>
            <a:off x="2314867" y="4208624"/>
            <a:ext cx="486736" cy="469549"/>
            <a:chOff x="-32243500" y="2299850"/>
            <a:chExt cx="300900" cy="290275"/>
          </a:xfrm>
        </p:grpSpPr>
        <p:sp>
          <p:nvSpPr>
            <p:cNvPr id="10334" name="Google Shape;10334;p74"/>
            <p:cNvSpPr/>
            <p:nvPr/>
          </p:nvSpPr>
          <p:spPr>
            <a:xfrm>
              <a:off x="-32243500" y="2299850"/>
              <a:ext cx="300900" cy="290275"/>
            </a:xfrm>
            <a:custGeom>
              <a:avLst/>
              <a:gdLst/>
              <a:ahLst/>
              <a:cxnLst/>
              <a:rect l="l" t="t" r="r" b="b"/>
              <a:pathLst>
                <a:path w="12036" h="11611" extrusionOk="0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5" name="Google Shape;10335;p74"/>
            <p:cNvSpPr/>
            <p:nvPr/>
          </p:nvSpPr>
          <p:spPr>
            <a:xfrm>
              <a:off x="-32048175" y="2342775"/>
              <a:ext cx="55950" cy="51025"/>
            </a:xfrm>
            <a:custGeom>
              <a:avLst/>
              <a:gdLst/>
              <a:ahLst/>
              <a:cxnLst/>
              <a:rect l="l" t="t" r="r" b="b"/>
              <a:pathLst>
                <a:path w="2238" h="2041" extrusionOk="0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36" name="Google Shape;10336;p74"/>
          <p:cNvSpPr/>
          <p:nvPr/>
        </p:nvSpPr>
        <p:spPr>
          <a:xfrm>
            <a:off x="2316721" y="4822450"/>
            <a:ext cx="475251" cy="470156"/>
          </a:xfrm>
          <a:custGeom>
            <a:avLst/>
            <a:gdLst/>
            <a:ahLst/>
            <a:cxnLst/>
            <a:rect l="l" t="t" r="r" b="b"/>
            <a:pathLst>
              <a:path w="11752" h="11626" extrusionOk="0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37" name="Google Shape;10337;p74"/>
          <p:cNvGrpSpPr/>
          <p:nvPr/>
        </p:nvGrpSpPr>
        <p:grpSpPr>
          <a:xfrm>
            <a:off x="1732577" y="1742346"/>
            <a:ext cx="472703" cy="473997"/>
            <a:chOff x="-35495600" y="1912725"/>
            <a:chExt cx="292225" cy="293025"/>
          </a:xfrm>
        </p:grpSpPr>
        <p:sp>
          <p:nvSpPr>
            <p:cNvPr id="10338" name="Google Shape;10338;p74"/>
            <p:cNvSpPr/>
            <p:nvPr/>
          </p:nvSpPr>
          <p:spPr>
            <a:xfrm>
              <a:off x="-35495600" y="1912725"/>
              <a:ext cx="102400" cy="293025"/>
            </a:xfrm>
            <a:custGeom>
              <a:avLst/>
              <a:gdLst/>
              <a:ahLst/>
              <a:cxnLst/>
              <a:rect l="l" t="t" r="r" b="b"/>
              <a:pathLst>
                <a:path w="4096" h="11721" extrusionOk="0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9" name="Google Shape;10339;p74"/>
            <p:cNvSpPr/>
            <p:nvPr/>
          </p:nvSpPr>
          <p:spPr>
            <a:xfrm>
              <a:off x="-35305775" y="1912725"/>
              <a:ext cx="102400" cy="292250"/>
            </a:xfrm>
            <a:custGeom>
              <a:avLst/>
              <a:gdLst/>
              <a:ahLst/>
              <a:cxnLst/>
              <a:rect l="l" t="t" r="r" b="b"/>
              <a:pathLst>
                <a:path w="4096" h="11690" extrusionOk="0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0" name="Google Shape;10340;p74"/>
            <p:cNvSpPr/>
            <p:nvPr/>
          </p:nvSpPr>
          <p:spPr>
            <a:xfrm>
              <a:off x="-35427875" y="2017025"/>
              <a:ext cx="155200" cy="85800"/>
            </a:xfrm>
            <a:custGeom>
              <a:avLst/>
              <a:gdLst/>
              <a:ahLst/>
              <a:cxnLst/>
              <a:rect l="l" t="t" r="r" b="b"/>
              <a:pathLst>
                <a:path w="6208" h="3432" extrusionOk="0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41" name="Google Shape;10341;p74"/>
          <p:cNvSpPr/>
          <p:nvPr/>
        </p:nvSpPr>
        <p:spPr>
          <a:xfrm>
            <a:off x="1727021" y="2354617"/>
            <a:ext cx="475251" cy="472703"/>
          </a:xfrm>
          <a:custGeom>
            <a:avLst/>
            <a:gdLst/>
            <a:ahLst/>
            <a:cxnLst/>
            <a:rect l="l" t="t" r="r" b="b"/>
            <a:pathLst>
              <a:path w="11752" h="11689" extrusionOk="0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42" name="Google Shape;10342;p74"/>
          <p:cNvGrpSpPr/>
          <p:nvPr/>
        </p:nvGrpSpPr>
        <p:grpSpPr>
          <a:xfrm>
            <a:off x="1732577" y="2961744"/>
            <a:ext cx="472703" cy="471449"/>
            <a:chOff x="-35495600" y="2631825"/>
            <a:chExt cx="292225" cy="291450"/>
          </a:xfrm>
        </p:grpSpPr>
        <p:sp>
          <p:nvSpPr>
            <p:cNvPr id="10343" name="Google Shape;10343;p74"/>
            <p:cNvSpPr/>
            <p:nvPr/>
          </p:nvSpPr>
          <p:spPr>
            <a:xfrm>
              <a:off x="-35495600" y="2735025"/>
              <a:ext cx="137075" cy="188250"/>
            </a:xfrm>
            <a:custGeom>
              <a:avLst/>
              <a:gdLst/>
              <a:ahLst/>
              <a:cxnLst/>
              <a:rect l="l" t="t" r="r" b="b"/>
              <a:pathLst>
                <a:path w="5483" h="7530" extrusionOk="0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4" name="Google Shape;10344;p74"/>
            <p:cNvSpPr/>
            <p:nvPr/>
          </p:nvSpPr>
          <p:spPr>
            <a:xfrm>
              <a:off x="-35339650" y="2631825"/>
              <a:ext cx="136275" cy="188275"/>
            </a:xfrm>
            <a:custGeom>
              <a:avLst/>
              <a:gdLst/>
              <a:ahLst/>
              <a:cxnLst/>
              <a:rect l="l" t="t" r="r" b="b"/>
              <a:pathLst>
                <a:path w="5451" h="7531" extrusionOk="0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5" name="Google Shape;10345;p74"/>
            <p:cNvSpPr/>
            <p:nvPr/>
          </p:nvSpPr>
          <p:spPr>
            <a:xfrm>
              <a:off x="-35341225" y="2836625"/>
              <a:ext cx="85075" cy="84500"/>
            </a:xfrm>
            <a:custGeom>
              <a:avLst/>
              <a:gdLst/>
              <a:ahLst/>
              <a:cxnLst/>
              <a:rect l="l" t="t" r="r" b="b"/>
              <a:pathLst>
                <a:path w="3403" h="3380" extrusionOk="0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6" name="Google Shape;10346;p74"/>
            <p:cNvSpPr/>
            <p:nvPr/>
          </p:nvSpPr>
          <p:spPr>
            <a:xfrm>
              <a:off x="-35442050" y="26326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47" name="Google Shape;10347;p74"/>
          <p:cNvGrpSpPr/>
          <p:nvPr/>
        </p:nvGrpSpPr>
        <p:grpSpPr>
          <a:xfrm>
            <a:off x="4716109" y="1743620"/>
            <a:ext cx="471449" cy="471449"/>
            <a:chOff x="-33673825" y="1916675"/>
            <a:chExt cx="291450" cy="291450"/>
          </a:xfrm>
        </p:grpSpPr>
        <p:sp>
          <p:nvSpPr>
            <p:cNvPr id="10348" name="Google Shape;10348;p74"/>
            <p:cNvSpPr/>
            <p:nvPr/>
          </p:nvSpPr>
          <p:spPr>
            <a:xfrm>
              <a:off x="-33486375" y="1950550"/>
              <a:ext cx="85875" cy="85075"/>
            </a:xfrm>
            <a:custGeom>
              <a:avLst/>
              <a:gdLst/>
              <a:ahLst/>
              <a:cxnLst/>
              <a:rect l="l" t="t" r="r" b="b"/>
              <a:pathLst>
                <a:path w="3435" h="3403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9" name="Google Shape;10349;p74"/>
            <p:cNvSpPr/>
            <p:nvPr/>
          </p:nvSpPr>
          <p:spPr>
            <a:xfrm>
              <a:off x="-33605300" y="2122250"/>
              <a:ext cx="85075" cy="85875"/>
            </a:xfrm>
            <a:custGeom>
              <a:avLst/>
              <a:gdLst/>
              <a:ahLst/>
              <a:cxnLst/>
              <a:rect l="l" t="t" r="r" b="b"/>
              <a:pathLst>
                <a:path w="3403" h="3435" extrusionOk="0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0" name="Google Shape;10350;p74"/>
            <p:cNvSpPr/>
            <p:nvPr/>
          </p:nvSpPr>
          <p:spPr>
            <a:xfrm>
              <a:off x="-33673825" y="1916675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1" name="Google Shape;10351;p74"/>
            <p:cNvSpPr/>
            <p:nvPr/>
          </p:nvSpPr>
          <p:spPr>
            <a:xfrm>
              <a:off x="-33503700" y="2070250"/>
              <a:ext cx="121325" cy="137075"/>
            </a:xfrm>
            <a:custGeom>
              <a:avLst/>
              <a:gdLst/>
              <a:ahLst/>
              <a:cxnLst/>
              <a:rect l="l" t="t" r="r" b="b"/>
              <a:pathLst>
                <a:path w="4853" h="5483" extrusionOk="0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52" name="Google Shape;10352;p74"/>
          <p:cNvGrpSpPr/>
          <p:nvPr/>
        </p:nvGrpSpPr>
        <p:grpSpPr>
          <a:xfrm>
            <a:off x="4712934" y="2353727"/>
            <a:ext cx="477799" cy="473957"/>
            <a:chOff x="-33676975" y="2275050"/>
            <a:chExt cx="295375" cy="293000"/>
          </a:xfrm>
        </p:grpSpPr>
        <p:sp>
          <p:nvSpPr>
            <p:cNvPr id="10353" name="Google Shape;10353;p74"/>
            <p:cNvSpPr/>
            <p:nvPr/>
          </p:nvSpPr>
          <p:spPr>
            <a:xfrm>
              <a:off x="-33502125" y="2309700"/>
              <a:ext cx="52800" cy="67750"/>
            </a:xfrm>
            <a:custGeom>
              <a:avLst/>
              <a:gdLst/>
              <a:ahLst/>
              <a:cxnLst/>
              <a:rect l="l" t="t" r="r" b="b"/>
              <a:pathLst>
                <a:path w="2112" h="2710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4" name="Google Shape;10354;p74"/>
            <p:cNvSpPr/>
            <p:nvPr/>
          </p:nvSpPr>
          <p:spPr>
            <a:xfrm>
              <a:off x="-33484800" y="23955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5" name="Google Shape;10355;p74"/>
            <p:cNvSpPr/>
            <p:nvPr/>
          </p:nvSpPr>
          <p:spPr>
            <a:xfrm>
              <a:off x="-33676975" y="2275050"/>
              <a:ext cx="295375" cy="293000"/>
            </a:xfrm>
            <a:custGeom>
              <a:avLst/>
              <a:gdLst/>
              <a:ahLst/>
              <a:cxnLst/>
              <a:rect l="l" t="t" r="r" b="b"/>
              <a:pathLst>
                <a:path w="11815" h="11720" extrusionOk="0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56" name="Google Shape;10356;p74"/>
          <p:cNvGrpSpPr/>
          <p:nvPr/>
        </p:nvGrpSpPr>
        <p:grpSpPr>
          <a:xfrm>
            <a:off x="4716109" y="2960793"/>
            <a:ext cx="471449" cy="473351"/>
            <a:chOff x="-33673825" y="2634975"/>
            <a:chExt cx="291450" cy="292625"/>
          </a:xfrm>
        </p:grpSpPr>
        <p:sp>
          <p:nvSpPr>
            <p:cNvPr id="10357" name="Google Shape;10357;p74"/>
            <p:cNvSpPr/>
            <p:nvPr/>
          </p:nvSpPr>
          <p:spPr>
            <a:xfrm>
              <a:off x="-33673825" y="2634975"/>
              <a:ext cx="291450" cy="292625"/>
            </a:xfrm>
            <a:custGeom>
              <a:avLst/>
              <a:gdLst/>
              <a:ahLst/>
              <a:cxnLst/>
              <a:rect l="l" t="t" r="r" b="b"/>
              <a:pathLst>
                <a:path w="11658" h="11705" extrusionOk="0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8" name="Google Shape;10358;p74"/>
            <p:cNvSpPr/>
            <p:nvPr/>
          </p:nvSpPr>
          <p:spPr>
            <a:xfrm>
              <a:off x="-33467475" y="28066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59" name="Google Shape;10359;p74"/>
          <p:cNvGrpSpPr/>
          <p:nvPr/>
        </p:nvGrpSpPr>
        <p:grpSpPr>
          <a:xfrm>
            <a:off x="2940119" y="3583345"/>
            <a:ext cx="439583" cy="471531"/>
            <a:chOff x="-31874100" y="1939525"/>
            <a:chExt cx="271750" cy="291500"/>
          </a:xfrm>
        </p:grpSpPr>
        <p:sp>
          <p:nvSpPr>
            <p:cNvPr id="10360" name="Google Shape;10360;p74"/>
            <p:cNvSpPr/>
            <p:nvPr/>
          </p:nvSpPr>
          <p:spPr>
            <a:xfrm>
              <a:off x="-31874100" y="2132475"/>
              <a:ext cx="271750" cy="98550"/>
            </a:xfrm>
            <a:custGeom>
              <a:avLst/>
              <a:gdLst/>
              <a:ahLst/>
              <a:cxnLst/>
              <a:rect l="l" t="t" r="r" b="b"/>
              <a:pathLst>
                <a:path w="10870" h="3942" extrusionOk="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1" name="Google Shape;10361;p74"/>
            <p:cNvSpPr/>
            <p:nvPr/>
          </p:nvSpPr>
          <p:spPr>
            <a:xfrm>
              <a:off x="-31830775" y="1939525"/>
              <a:ext cx="189050" cy="189825"/>
            </a:xfrm>
            <a:custGeom>
              <a:avLst/>
              <a:gdLst/>
              <a:ahLst/>
              <a:cxnLst/>
              <a:rect l="l" t="t" r="r" b="b"/>
              <a:pathLst>
                <a:path w="7562" h="7593" extrusionOk="0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62" name="Google Shape;10362;p74"/>
          <p:cNvSpPr/>
          <p:nvPr/>
        </p:nvSpPr>
        <p:spPr>
          <a:xfrm>
            <a:off x="2948367" y="4207941"/>
            <a:ext cx="415400" cy="471449"/>
          </a:xfrm>
          <a:custGeom>
            <a:avLst/>
            <a:gdLst/>
            <a:ahLst/>
            <a:cxnLst/>
            <a:rect l="l" t="t" r="r" b="b"/>
            <a:pathLst>
              <a:path w="10272" h="11658" extrusionOk="0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63" name="Google Shape;10363;p74"/>
          <p:cNvGrpSpPr/>
          <p:nvPr/>
        </p:nvGrpSpPr>
        <p:grpSpPr>
          <a:xfrm>
            <a:off x="2915269" y="4822042"/>
            <a:ext cx="489284" cy="470357"/>
            <a:chOff x="-31889075" y="2658950"/>
            <a:chExt cx="302475" cy="290775"/>
          </a:xfrm>
        </p:grpSpPr>
        <p:sp>
          <p:nvSpPr>
            <p:cNvPr id="10364" name="Google Shape;10364;p74"/>
            <p:cNvSpPr/>
            <p:nvPr/>
          </p:nvSpPr>
          <p:spPr>
            <a:xfrm>
              <a:off x="-31889075" y="2658950"/>
              <a:ext cx="302475" cy="290775"/>
            </a:xfrm>
            <a:custGeom>
              <a:avLst/>
              <a:gdLst/>
              <a:ahLst/>
              <a:cxnLst/>
              <a:rect l="l" t="t" r="r" b="b"/>
              <a:pathLst>
                <a:path w="12099" h="11631" extrusionOk="0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5" name="Google Shape;10365;p74"/>
            <p:cNvSpPr/>
            <p:nvPr/>
          </p:nvSpPr>
          <p:spPr>
            <a:xfrm>
              <a:off x="-31838650" y="2838200"/>
              <a:ext cx="70100" cy="68550"/>
            </a:xfrm>
            <a:custGeom>
              <a:avLst/>
              <a:gdLst/>
              <a:ahLst/>
              <a:cxnLst/>
              <a:rect l="l" t="t" r="r" b="b"/>
              <a:pathLst>
                <a:path w="2804" h="2742" extrusionOk="0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66" name="Google Shape;10366;p74"/>
          <p:cNvSpPr/>
          <p:nvPr/>
        </p:nvSpPr>
        <p:spPr>
          <a:xfrm>
            <a:off x="5299436" y="4207292"/>
            <a:ext cx="475251" cy="472744"/>
          </a:xfrm>
          <a:custGeom>
            <a:avLst/>
            <a:gdLst/>
            <a:ahLst/>
            <a:cxnLst/>
            <a:rect l="l" t="t" r="r" b="b"/>
            <a:pathLst>
              <a:path w="11752" h="11690" extrusionOk="0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67" name="Google Shape;10367;p74"/>
          <p:cNvGrpSpPr/>
          <p:nvPr/>
        </p:nvGrpSpPr>
        <p:grpSpPr>
          <a:xfrm>
            <a:off x="2329895" y="1742346"/>
            <a:ext cx="472703" cy="473997"/>
            <a:chOff x="-35136450" y="1912725"/>
            <a:chExt cx="292225" cy="293025"/>
          </a:xfrm>
        </p:grpSpPr>
        <p:sp>
          <p:nvSpPr>
            <p:cNvPr id="10368" name="Google Shape;10368;p74"/>
            <p:cNvSpPr/>
            <p:nvPr/>
          </p:nvSpPr>
          <p:spPr>
            <a:xfrm>
              <a:off x="-35136450" y="2050575"/>
              <a:ext cx="155975" cy="155175"/>
            </a:xfrm>
            <a:custGeom>
              <a:avLst/>
              <a:gdLst/>
              <a:ahLst/>
              <a:cxnLst/>
              <a:rect l="l" t="t" r="r" b="b"/>
              <a:pathLst>
                <a:path w="6239" h="6207" extrusionOk="0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9" name="Google Shape;10369;p74"/>
            <p:cNvSpPr/>
            <p:nvPr/>
          </p:nvSpPr>
          <p:spPr>
            <a:xfrm>
              <a:off x="-34964750" y="1947400"/>
              <a:ext cx="68550" cy="103200"/>
            </a:xfrm>
            <a:custGeom>
              <a:avLst/>
              <a:gdLst/>
              <a:ahLst/>
              <a:cxnLst/>
              <a:rect l="l" t="t" r="r" b="b"/>
              <a:pathLst>
                <a:path w="2742" h="4128" extrusionOk="0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0" name="Google Shape;10370;p74"/>
            <p:cNvSpPr/>
            <p:nvPr/>
          </p:nvSpPr>
          <p:spPr>
            <a:xfrm>
              <a:off x="-35016725" y="1912725"/>
              <a:ext cx="172500" cy="172025"/>
            </a:xfrm>
            <a:custGeom>
              <a:avLst/>
              <a:gdLst/>
              <a:ahLst/>
              <a:cxnLst/>
              <a:rect l="l" t="t" r="r" b="b"/>
              <a:pathLst>
                <a:path w="6900" h="6881" extrusionOk="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71" name="Google Shape;10371;p74"/>
          <p:cNvGrpSpPr/>
          <p:nvPr/>
        </p:nvGrpSpPr>
        <p:grpSpPr>
          <a:xfrm>
            <a:off x="2330522" y="2354638"/>
            <a:ext cx="471449" cy="472137"/>
            <a:chOff x="-35134875" y="2272675"/>
            <a:chExt cx="291450" cy="291875"/>
          </a:xfrm>
        </p:grpSpPr>
        <p:sp>
          <p:nvSpPr>
            <p:cNvPr id="10372" name="Google Shape;10372;p74"/>
            <p:cNvSpPr/>
            <p:nvPr/>
          </p:nvSpPr>
          <p:spPr>
            <a:xfrm>
              <a:off x="-35134875" y="2272675"/>
              <a:ext cx="291450" cy="291875"/>
            </a:xfrm>
            <a:custGeom>
              <a:avLst/>
              <a:gdLst/>
              <a:ahLst/>
              <a:cxnLst/>
              <a:rect l="l" t="t" r="r" b="b"/>
              <a:pathLst>
                <a:path w="11658" h="11675" extrusionOk="0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3" name="Google Shape;10373;p74"/>
            <p:cNvSpPr/>
            <p:nvPr/>
          </p:nvSpPr>
          <p:spPr>
            <a:xfrm>
              <a:off x="-350939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4" name="Google Shape;10374;p74"/>
            <p:cNvSpPr/>
            <p:nvPr/>
          </p:nvSpPr>
          <p:spPr>
            <a:xfrm>
              <a:off x="-350427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5" name="Google Shape;10375;p74"/>
            <p:cNvSpPr/>
            <p:nvPr/>
          </p:nvSpPr>
          <p:spPr>
            <a:xfrm>
              <a:off x="-349915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76" name="Google Shape;10376;p74"/>
          <p:cNvGrpSpPr/>
          <p:nvPr/>
        </p:nvGrpSpPr>
        <p:grpSpPr>
          <a:xfrm>
            <a:off x="2385945" y="2961744"/>
            <a:ext cx="360604" cy="471449"/>
            <a:chOff x="-35101800" y="2631050"/>
            <a:chExt cx="222925" cy="291450"/>
          </a:xfrm>
        </p:grpSpPr>
        <p:sp>
          <p:nvSpPr>
            <p:cNvPr id="10377" name="Google Shape;10377;p74"/>
            <p:cNvSpPr/>
            <p:nvPr/>
          </p:nvSpPr>
          <p:spPr>
            <a:xfrm>
              <a:off x="-34999400" y="26995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8" name="Google Shape;10378;p74"/>
            <p:cNvSpPr/>
            <p:nvPr/>
          </p:nvSpPr>
          <p:spPr>
            <a:xfrm>
              <a:off x="-34999400" y="27326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9" name="Google Shape;10379;p74"/>
            <p:cNvSpPr/>
            <p:nvPr/>
          </p:nvSpPr>
          <p:spPr>
            <a:xfrm>
              <a:off x="-35067125" y="2665700"/>
              <a:ext cx="153600" cy="154400"/>
            </a:xfrm>
            <a:custGeom>
              <a:avLst/>
              <a:gdLst/>
              <a:ahLst/>
              <a:cxnLst/>
              <a:rect l="l" t="t" r="r" b="b"/>
              <a:pathLst>
                <a:path w="6144" h="6176" extrusionOk="0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0" name="Google Shape;10380;p74"/>
            <p:cNvSpPr/>
            <p:nvPr/>
          </p:nvSpPr>
          <p:spPr>
            <a:xfrm>
              <a:off x="-35101800" y="2631050"/>
              <a:ext cx="222925" cy="291450"/>
            </a:xfrm>
            <a:custGeom>
              <a:avLst/>
              <a:gdLst/>
              <a:ahLst/>
              <a:cxnLst/>
              <a:rect l="l" t="t" r="r" b="b"/>
              <a:pathLst>
                <a:path w="8917" h="11658" extrusionOk="0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81" name="Google Shape;10381;p74"/>
          <p:cNvSpPr/>
          <p:nvPr/>
        </p:nvSpPr>
        <p:spPr>
          <a:xfrm>
            <a:off x="5309540" y="1742729"/>
            <a:ext cx="451027" cy="473673"/>
          </a:xfrm>
          <a:custGeom>
            <a:avLst/>
            <a:gdLst/>
            <a:ahLst/>
            <a:cxnLst/>
            <a:rect l="l" t="t" r="r" b="b"/>
            <a:pathLst>
              <a:path w="11153" h="11713" extrusionOk="0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82" name="Google Shape;10382;p74"/>
          <p:cNvGrpSpPr/>
          <p:nvPr/>
        </p:nvGrpSpPr>
        <p:grpSpPr>
          <a:xfrm>
            <a:off x="5303348" y="2353727"/>
            <a:ext cx="471449" cy="473957"/>
            <a:chOff x="-33314675" y="2275050"/>
            <a:chExt cx="291450" cy="293000"/>
          </a:xfrm>
        </p:grpSpPr>
        <p:sp>
          <p:nvSpPr>
            <p:cNvPr id="10383" name="Google Shape;10383;p74"/>
            <p:cNvSpPr/>
            <p:nvPr/>
          </p:nvSpPr>
          <p:spPr>
            <a:xfrm>
              <a:off x="-33143750" y="227505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4" name="Google Shape;10384;p74"/>
            <p:cNvSpPr/>
            <p:nvPr/>
          </p:nvSpPr>
          <p:spPr>
            <a:xfrm>
              <a:off x="-33093350" y="2309700"/>
              <a:ext cx="35475" cy="34675"/>
            </a:xfrm>
            <a:custGeom>
              <a:avLst/>
              <a:gdLst/>
              <a:ahLst/>
              <a:cxnLst/>
              <a:rect l="l" t="t" r="r" b="b"/>
              <a:pathLst>
                <a:path w="1419" h="1387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5" name="Google Shape;10385;p74"/>
            <p:cNvSpPr/>
            <p:nvPr/>
          </p:nvSpPr>
          <p:spPr>
            <a:xfrm>
              <a:off x="-33314675" y="2328600"/>
              <a:ext cx="239475" cy="239450"/>
            </a:xfrm>
            <a:custGeom>
              <a:avLst/>
              <a:gdLst/>
              <a:ahLst/>
              <a:cxnLst/>
              <a:rect l="l" t="t" r="r" b="b"/>
              <a:pathLst>
                <a:path w="9579" h="9578" extrusionOk="0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86" name="Google Shape;10386;p74"/>
          <p:cNvSpPr/>
          <p:nvPr/>
        </p:nvSpPr>
        <p:spPr>
          <a:xfrm>
            <a:off x="5297428" y="2960125"/>
            <a:ext cx="475251" cy="475291"/>
          </a:xfrm>
          <a:custGeom>
            <a:avLst/>
            <a:gdLst/>
            <a:ahLst/>
            <a:cxnLst/>
            <a:rect l="l" t="t" r="r" b="b"/>
            <a:pathLst>
              <a:path w="11752" h="11753" extrusionOk="0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87" name="Google Shape;10387;p74"/>
          <p:cNvGrpSpPr/>
          <p:nvPr/>
        </p:nvGrpSpPr>
        <p:grpSpPr>
          <a:xfrm>
            <a:off x="3519602" y="3583408"/>
            <a:ext cx="471449" cy="471409"/>
            <a:chOff x="-31523625" y="1939525"/>
            <a:chExt cx="291450" cy="291425"/>
          </a:xfrm>
        </p:grpSpPr>
        <p:sp>
          <p:nvSpPr>
            <p:cNvPr id="10388" name="Google Shape;10388;p74"/>
            <p:cNvSpPr/>
            <p:nvPr/>
          </p:nvSpPr>
          <p:spPr>
            <a:xfrm>
              <a:off x="-31523625" y="19395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9" name="Google Shape;10389;p74"/>
            <p:cNvSpPr/>
            <p:nvPr/>
          </p:nvSpPr>
          <p:spPr>
            <a:xfrm>
              <a:off x="-31404675" y="2007250"/>
              <a:ext cx="138625" cy="52800"/>
            </a:xfrm>
            <a:custGeom>
              <a:avLst/>
              <a:gdLst/>
              <a:ahLst/>
              <a:cxnLst/>
              <a:rect l="l" t="t" r="r" b="b"/>
              <a:pathLst>
                <a:path w="5545" h="2112" extrusionOk="0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0" name="Google Shape;10390;p74"/>
            <p:cNvSpPr/>
            <p:nvPr/>
          </p:nvSpPr>
          <p:spPr>
            <a:xfrm>
              <a:off x="-31404675" y="20773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1" name="Google Shape;10391;p74"/>
            <p:cNvSpPr/>
            <p:nvPr/>
          </p:nvSpPr>
          <p:spPr>
            <a:xfrm>
              <a:off x="-31353475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2" name="Google Shape;10392;p74"/>
            <p:cNvSpPr/>
            <p:nvPr/>
          </p:nvSpPr>
          <p:spPr>
            <a:xfrm>
              <a:off x="-31301500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3" name="Google Shape;10393;p74"/>
            <p:cNvSpPr/>
            <p:nvPr/>
          </p:nvSpPr>
          <p:spPr>
            <a:xfrm>
              <a:off x="-31404675" y="21120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4" name="Google Shape;10394;p74"/>
            <p:cNvSpPr/>
            <p:nvPr/>
          </p:nvSpPr>
          <p:spPr>
            <a:xfrm>
              <a:off x="-31353475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5" name="Google Shape;10395;p74"/>
            <p:cNvSpPr/>
            <p:nvPr/>
          </p:nvSpPr>
          <p:spPr>
            <a:xfrm>
              <a:off x="-31301500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6" name="Google Shape;10396;p74"/>
            <p:cNvSpPr/>
            <p:nvPr/>
          </p:nvSpPr>
          <p:spPr>
            <a:xfrm>
              <a:off x="-31404675" y="2145075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7" name="Google Shape;10397;p74"/>
            <p:cNvSpPr/>
            <p:nvPr/>
          </p:nvSpPr>
          <p:spPr>
            <a:xfrm>
              <a:off x="-31353475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8" name="Google Shape;10398;p74"/>
            <p:cNvSpPr/>
            <p:nvPr/>
          </p:nvSpPr>
          <p:spPr>
            <a:xfrm>
              <a:off x="-31301500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99" name="Google Shape;10399;p74"/>
          <p:cNvGrpSpPr/>
          <p:nvPr/>
        </p:nvGrpSpPr>
        <p:grpSpPr>
          <a:xfrm>
            <a:off x="3518328" y="4207674"/>
            <a:ext cx="473997" cy="471449"/>
            <a:chOff x="-31523625" y="2298675"/>
            <a:chExt cx="293025" cy="291450"/>
          </a:xfrm>
        </p:grpSpPr>
        <p:sp>
          <p:nvSpPr>
            <p:cNvPr id="10400" name="Google Shape;10400;p74"/>
            <p:cNvSpPr/>
            <p:nvPr/>
          </p:nvSpPr>
          <p:spPr>
            <a:xfrm>
              <a:off x="-31523625" y="22986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1" name="Google Shape;10401;p74"/>
            <p:cNvSpPr/>
            <p:nvPr/>
          </p:nvSpPr>
          <p:spPr>
            <a:xfrm>
              <a:off x="-31334575" y="2452250"/>
              <a:ext cx="67750" cy="51225"/>
            </a:xfrm>
            <a:custGeom>
              <a:avLst/>
              <a:gdLst/>
              <a:ahLst/>
              <a:cxnLst/>
              <a:rect l="l" t="t" r="r" b="b"/>
              <a:pathLst>
                <a:path w="2710" h="2049" extrusionOk="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2" name="Google Shape;10402;p74"/>
            <p:cNvSpPr/>
            <p:nvPr/>
          </p:nvSpPr>
          <p:spPr>
            <a:xfrm>
              <a:off x="-31334575" y="2419175"/>
              <a:ext cx="68525" cy="17350"/>
            </a:xfrm>
            <a:custGeom>
              <a:avLst/>
              <a:gdLst/>
              <a:ahLst/>
              <a:cxnLst/>
              <a:rect l="l" t="t" r="r" b="b"/>
              <a:pathLst>
                <a:path w="2741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03" name="Google Shape;10403;p74"/>
          <p:cNvSpPr/>
          <p:nvPr/>
        </p:nvSpPr>
        <p:spPr>
          <a:xfrm>
            <a:off x="3511979" y="4819901"/>
            <a:ext cx="479093" cy="475251"/>
          </a:xfrm>
          <a:custGeom>
            <a:avLst/>
            <a:gdLst/>
            <a:ahLst/>
            <a:cxnLst/>
            <a:rect l="l" t="t" r="r" b="b"/>
            <a:pathLst>
              <a:path w="11847" h="11752" extrusionOk="0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404" name="Google Shape;10404;p74"/>
          <p:cNvSpPr/>
          <p:nvPr/>
        </p:nvSpPr>
        <p:spPr>
          <a:xfrm>
            <a:off x="5300711" y="4821804"/>
            <a:ext cx="472703" cy="471449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05" name="Google Shape;10405;p74"/>
          <p:cNvGrpSpPr/>
          <p:nvPr/>
        </p:nvGrpSpPr>
        <p:grpSpPr>
          <a:xfrm>
            <a:off x="2941245" y="1743640"/>
            <a:ext cx="442131" cy="471409"/>
            <a:chOff x="-34767825" y="1914325"/>
            <a:chExt cx="273325" cy="291425"/>
          </a:xfrm>
        </p:grpSpPr>
        <p:sp>
          <p:nvSpPr>
            <p:cNvPr id="10406" name="Google Shape;10406;p74"/>
            <p:cNvSpPr/>
            <p:nvPr/>
          </p:nvSpPr>
          <p:spPr>
            <a:xfrm>
              <a:off x="-34767825" y="1914325"/>
              <a:ext cx="273325" cy="291425"/>
            </a:xfrm>
            <a:custGeom>
              <a:avLst/>
              <a:gdLst/>
              <a:ahLst/>
              <a:cxnLst/>
              <a:rect l="l" t="t" r="r" b="b"/>
              <a:pathLst>
                <a:path w="10933" h="11657" extrusionOk="0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7" name="Google Shape;10407;p74"/>
            <p:cNvSpPr/>
            <p:nvPr/>
          </p:nvSpPr>
          <p:spPr>
            <a:xfrm>
              <a:off x="-34579600" y="1947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8" name="Google Shape;10408;p74"/>
            <p:cNvSpPr/>
            <p:nvPr/>
          </p:nvSpPr>
          <p:spPr>
            <a:xfrm>
              <a:off x="-34581175" y="198205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09" name="Google Shape;10409;p74"/>
          <p:cNvGrpSpPr/>
          <p:nvPr/>
        </p:nvGrpSpPr>
        <p:grpSpPr>
          <a:xfrm>
            <a:off x="2924684" y="2353707"/>
            <a:ext cx="475251" cy="473997"/>
            <a:chOff x="-34778075" y="2272675"/>
            <a:chExt cx="293800" cy="293025"/>
          </a:xfrm>
        </p:grpSpPr>
        <p:sp>
          <p:nvSpPr>
            <p:cNvPr id="10410" name="Google Shape;10410;p74"/>
            <p:cNvSpPr/>
            <p:nvPr/>
          </p:nvSpPr>
          <p:spPr>
            <a:xfrm>
              <a:off x="-34725300" y="2324675"/>
              <a:ext cx="187475" cy="188250"/>
            </a:xfrm>
            <a:custGeom>
              <a:avLst/>
              <a:gdLst/>
              <a:ahLst/>
              <a:cxnLst/>
              <a:rect l="l" t="t" r="r" b="b"/>
              <a:pathLst>
                <a:path w="7499" h="7530" extrusionOk="0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1" name="Google Shape;10411;p74"/>
            <p:cNvSpPr/>
            <p:nvPr/>
          </p:nvSpPr>
          <p:spPr>
            <a:xfrm>
              <a:off x="-34673325" y="2375850"/>
              <a:ext cx="85100" cy="84300"/>
            </a:xfrm>
            <a:custGeom>
              <a:avLst/>
              <a:gdLst/>
              <a:ahLst/>
              <a:cxnLst/>
              <a:rect l="l" t="t" r="r" b="b"/>
              <a:pathLst>
                <a:path w="3404" h="3372" extrusionOk="0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2" name="Google Shape;10412;p74"/>
            <p:cNvSpPr/>
            <p:nvPr/>
          </p:nvSpPr>
          <p:spPr>
            <a:xfrm>
              <a:off x="-34778075" y="2272675"/>
              <a:ext cx="293800" cy="293025"/>
            </a:xfrm>
            <a:custGeom>
              <a:avLst/>
              <a:gdLst/>
              <a:ahLst/>
              <a:cxnLst/>
              <a:rect l="l" t="t" r="r" b="b"/>
              <a:pathLst>
                <a:path w="11752" h="11721" extrusionOk="0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13" name="Google Shape;10413;p74"/>
          <p:cNvGrpSpPr/>
          <p:nvPr/>
        </p:nvGrpSpPr>
        <p:grpSpPr>
          <a:xfrm>
            <a:off x="2926586" y="2961744"/>
            <a:ext cx="471449" cy="471449"/>
            <a:chOff x="-34776500" y="2631825"/>
            <a:chExt cx="291450" cy="291450"/>
          </a:xfrm>
        </p:grpSpPr>
        <p:sp>
          <p:nvSpPr>
            <p:cNvPr id="10414" name="Google Shape;10414;p74"/>
            <p:cNvSpPr/>
            <p:nvPr/>
          </p:nvSpPr>
          <p:spPr>
            <a:xfrm>
              <a:off x="-34691425" y="2666500"/>
              <a:ext cx="120525" cy="154400"/>
            </a:xfrm>
            <a:custGeom>
              <a:avLst/>
              <a:gdLst/>
              <a:ahLst/>
              <a:cxnLst/>
              <a:rect l="l" t="t" r="r" b="b"/>
              <a:pathLst>
                <a:path w="4821" h="6176" extrusionOk="0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5" name="Google Shape;10415;p74"/>
            <p:cNvSpPr/>
            <p:nvPr/>
          </p:nvSpPr>
          <p:spPr>
            <a:xfrm>
              <a:off x="-34656775" y="28374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6" name="Google Shape;10416;p74"/>
            <p:cNvSpPr/>
            <p:nvPr/>
          </p:nvSpPr>
          <p:spPr>
            <a:xfrm>
              <a:off x="-34776500" y="26318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17" name="Google Shape;10417;p74"/>
          <p:cNvGrpSpPr/>
          <p:nvPr/>
        </p:nvGrpSpPr>
        <p:grpSpPr>
          <a:xfrm>
            <a:off x="1138171" y="3580214"/>
            <a:ext cx="472703" cy="477799"/>
            <a:chOff x="-32956300" y="1915900"/>
            <a:chExt cx="292225" cy="295375"/>
          </a:xfrm>
        </p:grpSpPr>
        <p:sp>
          <p:nvSpPr>
            <p:cNvPr id="10418" name="Google Shape;10418;p74"/>
            <p:cNvSpPr/>
            <p:nvPr/>
          </p:nvSpPr>
          <p:spPr>
            <a:xfrm>
              <a:off x="-32956300" y="1915900"/>
              <a:ext cx="292225" cy="29537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9" name="Google Shape;10419;p74"/>
            <p:cNvSpPr/>
            <p:nvPr/>
          </p:nvSpPr>
          <p:spPr>
            <a:xfrm>
              <a:off x="-32836575" y="1967875"/>
              <a:ext cx="85875" cy="188250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20" name="Google Shape;10420;p74"/>
          <p:cNvSpPr/>
          <p:nvPr/>
        </p:nvSpPr>
        <p:spPr>
          <a:xfrm>
            <a:off x="1134198" y="4207961"/>
            <a:ext cx="472703" cy="471409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421" name="Google Shape;10421;p74"/>
          <p:cNvSpPr/>
          <p:nvPr/>
        </p:nvSpPr>
        <p:spPr>
          <a:xfrm>
            <a:off x="1133550" y="4821155"/>
            <a:ext cx="473997" cy="472744"/>
          </a:xfrm>
          <a:custGeom>
            <a:avLst/>
            <a:gdLst/>
            <a:ahLst/>
            <a:cxnLst/>
            <a:rect l="l" t="t" r="r" b="b"/>
            <a:pathLst>
              <a:path w="11721" h="11690" extrusionOk="0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22" name="Google Shape;10422;p74"/>
          <p:cNvGrpSpPr/>
          <p:nvPr/>
        </p:nvGrpSpPr>
        <p:grpSpPr>
          <a:xfrm>
            <a:off x="4108135" y="3583408"/>
            <a:ext cx="475251" cy="471409"/>
            <a:chOff x="-31166825" y="1939525"/>
            <a:chExt cx="293800" cy="291425"/>
          </a:xfrm>
        </p:grpSpPr>
        <p:sp>
          <p:nvSpPr>
            <p:cNvPr id="10423" name="Google Shape;10423;p74"/>
            <p:cNvSpPr/>
            <p:nvPr/>
          </p:nvSpPr>
          <p:spPr>
            <a:xfrm>
              <a:off x="-31166825" y="1939525"/>
              <a:ext cx="224500" cy="291425"/>
            </a:xfrm>
            <a:custGeom>
              <a:avLst/>
              <a:gdLst/>
              <a:ahLst/>
              <a:cxnLst/>
              <a:rect l="l" t="t" r="r" b="b"/>
              <a:pathLst>
                <a:path w="8980" h="11657" extrusionOk="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4" name="Google Shape;10424;p74"/>
            <p:cNvSpPr/>
            <p:nvPr/>
          </p:nvSpPr>
          <p:spPr>
            <a:xfrm>
              <a:off x="-31131375" y="214507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5" name="Google Shape;10425;p74"/>
            <p:cNvSpPr/>
            <p:nvPr/>
          </p:nvSpPr>
          <p:spPr>
            <a:xfrm>
              <a:off x="-31131375" y="207655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6" name="Google Shape;10426;p74"/>
            <p:cNvSpPr/>
            <p:nvPr/>
          </p:nvSpPr>
          <p:spPr>
            <a:xfrm>
              <a:off x="-31131375" y="20072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7" name="Google Shape;10427;p74"/>
            <p:cNvSpPr/>
            <p:nvPr/>
          </p:nvSpPr>
          <p:spPr>
            <a:xfrm>
              <a:off x="-31062075" y="2007250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8" name="Google Shape;10428;p74"/>
            <p:cNvSpPr/>
            <p:nvPr/>
          </p:nvSpPr>
          <p:spPr>
            <a:xfrm>
              <a:off x="-31062075" y="2041900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9" name="Google Shape;10429;p74"/>
            <p:cNvSpPr/>
            <p:nvPr/>
          </p:nvSpPr>
          <p:spPr>
            <a:xfrm>
              <a:off x="-31062075" y="2076550"/>
              <a:ext cx="85875" cy="17375"/>
            </a:xfrm>
            <a:custGeom>
              <a:avLst/>
              <a:gdLst/>
              <a:ahLst/>
              <a:cxnLst/>
              <a:rect l="l" t="t" r="r" b="b"/>
              <a:pathLst>
                <a:path w="3435" h="695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0" name="Google Shape;10430;p74"/>
            <p:cNvSpPr/>
            <p:nvPr/>
          </p:nvSpPr>
          <p:spPr>
            <a:xfrm>
              <a:off x="-31062075" y="21104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1" name="Google Shape;10431;p74"/>
            <p:cNvSpPr/>
            <p:nvPr/>
          </p:nvSpPr>
          <p:spPr>
            <a:xfrm>
              <a:off x="-31062075" y="2145075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2" name="Google Shape;10432;p74"/>
            <p:cNvSpPr/>
            <p:nvPr/>
          </p:nvSpPr>
          <p:spPr>
            <a:xfrm>
              <a:off x="-31062075" y="2179750"/>
              <a:ext cx="52025" cy="18125"/>
            </a:xfrm>
            <a:custGeom>
              <a:avLst/>
              <a:gdLst/>
              <a:ahLst/>
              <a:cxnLst/>
              <a:rect l="l" t="t" r="r" b="b"/>
              <a:pathLst>
                <a:path w="2081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3" name="Google Shape;10433;p74"/>
            <p:cNvSpPr/>
            <p:nvPr/>
          </p:nvSpPr>
          <p:spPr>
            <a:xfrm>
              <a:off x="-30924225" y="1974175"/>
              <a:ext cx="51200" cy="240250"/>
            </a:xfrm>
            <a:custGeom>
              <a:avLst/>
              <a:gdLst/>
              <a:ahLst/>
              <a:cxnLst/>
              <a:rect l="l" t="t" r="r" b="b"/>
              <a:pathLst>
                <a:path w="2048" h="9610" extrusionOk="0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34" name="Google Shape;10434;p74"/>
          <p:cNvGrpSpPr/>
          <p:nvPr/>
        </p:nvGrpSpPr>
        <p:grpSpPr>
          <a:xfrm>
            <a:off x="4109410" y="4207310"/>
            <a:ext cx="472703" cy="472177"/>
            <a:chOff x="-31165250" y="2298675"/>
            <a:chExt cx="292225" cy="291900"/>
          </a:xfrm>
        </p:grpSpPr>
        <p:sp>
          <p:nvSpPr>
            <p:cNvPr id="10435" name="Google Shape;10435;p74"/>
            <p:cNvSpPr/>
            <p:nvPr/>
          </p:nvSpPr>
          <p:spPr>
            <a:xfrm>
              <a:off x="-31003000" y="2332550"/>
              <a:ext cx="86675" cy="103400"/>
            </a:xfrm>
            <a:custGeom>
              <a:avLst/>
              <a:gdLst/>
              <a:ahLst/>
              <a:cxnLst/>
              <a:rect l="l" t="t" r="r" b="b"/>
              <a:pathLst>
                <a:path w="3467" h="4136" extrusionOk="0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6" name="Google Shape;10436;p74"/>
            <p:cNvSpPr/>
            <p:nvPr/>
          </p:nvSpPr>
          <p:spPr>
            <a:xfrm>
              <a:off x="-31165250" y="2298675"/>
              <a:ext cx="292225" cy="291900"/>
            </a:xfrm>
            <a:custGeom>
              <a:avLst/>
              <a:gdLst/>
              <a:ahLst/>
              <a:cxnLst/>
              <a:rect l="l" t="t" r="r" b="b"/>
              <a:pathLst>
                <a:path w="11689" h="11676" extrusionOk="0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7" name="Google Shape;10437;p74"/>
            <p:cNvSpPr/>
            <p:nvPr/>
          </p:nvSpPr>
          <p:spPr>
            <a:xfrm>
              <a:off x="-31115625" y="2452250"/>
              <a:ext cx="70900" cy="104150"/>
            </a:xfrm>
            <a:custGeom>
              <a:avLst/>
              <a:gdLst/>
              <a:ahLst/>
              <a:cxnLst/>
              <a:rect l="l" t="t" r="r" b="b"/>
              <a:pathLst>
                <a:path w="2836" h="4166" extrusionOk="0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38" name="Google Shape;10438;p74"/>
          <p:cNvGrpSpPr/>
          <p:nvPr/>
        </p:nvGrpSpPr>
        <p:grpSpPr>
          <a:xfrm>
            <a:off x="4110057" y="4821516"/>
            <a:ext cx="471409" cy="471409"/>
            <a:chOff x="-31164450" y="2657050"/>
            <a:chExt cx="291425" cy="291425"/>
          </a:xfrm>
        </p:grpSpPr>
        <p:sp>
          <p:nvSpPr>
            <p:cNvPr id="10439" name="Google Shape;10439;p74"/>
            <p:cNvSpPr/>
            <p:nvPr/>
          </p:nvSpPr>
          <p:spPr>
            <a:xfrm>
              <a:off x="-31028975" y="27610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0" name="Google Shape;10440;p74"/>
            <p:cNvSpPr/>
            <p:nvPr/>
          </p:nvSpPr>
          <p:spPr>
            <a:xfrm>
              <a:off x="-31028975" y="2794075"/>
              <a:ext cx="18125" cy="52025"/>
            </a:xfrm>
            <a:custGeom>
              <a:avLst/>
              <a:gdLst/>
              <a:ahLst/>
              <a:cxnLst/>
              <a:rect l="l" t="t" r="r" b="b"/>
              <a:pathLst>
                <a:path w="725" h="2081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1" name="Google Shape;10441;p74"/>
            <p:cNvSpPr/>
            <p:nvPr/>
          </p:nvSpPr>
          <p:spPr>
            <a:xfrm>
              <a:off x="-31164450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2" name="Google Shape;10442;p74"/>
            <p:cNvSpPr/>
            <p:nvPr/>
          </p:nvSpPr>
          <p:spPr>
            <a:xfrm>
              <a:off x="-31097500" y="2727125"/>
              <a:ext cx="156750" cy="153925"/>
            </a:xfrm>
            <a:custGeom>
              <a:avLst/>
              <a:gdLst/>
              <a:ahLst/>
              <a:cxnLst/>
              <a:rect l="l" t="t" r="r" b="b"/>
              <a:pathLst>
                <a:path w="6270" h="6157" extrusionOk="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43" name="Google Shape;10443;p74"/>
          <p:cNvSpPr/>
          <p:nvPr/>
        </p:nvSpPr>
        <p:spPr>
          <a:xfrm>
            <a:off x="2918623" y="5382478"/>
            <a:ext cx="473997" cy="470156"/>
          </a:xfrm>
          <a:custGeom>
            <a:avLst/>
            <a:gdLst/>
            <a:ahLst/>
            <a:cxnLst/>
            <a:rect l="l" t="t" r="r" b="b"/>
            <a:pathLst>
              <a:path w="11721" h="11626" extrusionOk="0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44" name="Google Shape;10444;p74"/>
          <p:cNvGrpSpPr/>
          <p:nvPr/>
        </p:nvGrpSpPr>
        <p:grpSpPr>
          <a:xfrm>
            <a:off x="3510650" y="1743155"/>
            <a:ext cx="477799" cy="472380"/>
            <a:chOff x="-34421275" y="1912725"/>
            <a:chExt cx="295375" cy="292025"/>
          </a:xfrm>
        </p:grpSpPr>
        <p:sp>
          <p:nvSpPr>
            <p:cNvPr id="10445" name="Google Shape;10445;p74"/>
            <p:cNvSpPr/>
            <p:nvPr/>
          </p:nvSpPr>
          <p:spPr>
            <a:xfrm>
              <a:off x="-34421275" y="1974375"/>
              <a:ext cx="236300" cy="230375"/>
            </a:xfrm>
            <a:custGeom>
              <a:avLst/>
              <a:gdLst/>
              <a:ahLst/>
              <a:cxnLst/>
              <a:rect l="l" t="t" r="r" b="b"/>
              <a:pathLst>
                <a:path w="9452" h="9215" extrusionOk="0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6" name="Google Shape;10446;p74"/>
            <p:cNvSpPr/>
            <p:nvPr/>
          </p:nvSpPr>
          <p:spPr>
            <a:xfrm>
              <a:off x="-34288175" y="1912725"/>
              <a:ext cx="162275" cy="163075"/>
            </a:xfrm>
            <a:custGeom>
              <a:avLst/>
              <a:gdLst/>
              <a:ahLst/>
              <a:cxnLst/>
              <a:rect l="l" t="t" r="r" b="b"/>
              <a:pathLst>
                <a:path w="6491" h="6523" extrusionOk="0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47" name="Google Shape;10447;p74"/>
          <p:cNvGrpSpPr/>
          <p:nvPr/>
        </p:nvGrpSpPr>
        <p:grpSpPr>
          <a:xfrm>
            <a:off x="3509376" y="2353707"/>
            <a:ext cx="480347" cy="473997"/>
            <a:chOff x="-34418125" y="2271100"/>
            <a:chExt cx="296950" cy="293025"/>
          </a:xfrm>
        </p:grpSpPr>
        <p:sp>
          <p:nvSpPr>
            <p:cNvPr id="10448" name="Google Shape;10448;p74"/>
            <p:cNvSpPr/>
            <p:nvPr/>
          </p:nvSpPr>
          <p:spPr>
            <a:xfrm>
              <a:off x="-34418125" y="2271100"/>
              <a:ext cx="296950" cy="293025"/>
            </a:xfrm>
            <a:custGeom>
              <a:avLst/>
              <a:gdLst/>
              <a:ahLst/>
              <a:cxnLst/>
              <a:rect l="l" t="t" r="r" b="b"/>
              <a:pathLst>
                <a:path w="11878" h="11721" extrusionOk="0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9" name="Google Shape;10449;p74"/>
            <p:cNvSpPr/>
            <p:nvPr/>
          </p:nvSpPr>
          <p:spPr>
            <a:xfrm>
              <a:off x="-34331500" y="23057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0" name="Google Shape;10450;p74"/>
            <p:cNvSpPr/>
            <p:nvPr/>
          </p:nvSpPr>
          <p:spPr>
            <a:xfrm>
              <a:off x="-34331500" y="2341200"/>
              <a:ext cx="17350" cy="69350"/>
            </a:xfrm>
            <a:custGeom>
              <a:avLst/>
              <a:gdLst/>
              <a:ahLst/>
              <a:cxnLst/>
              <a:rect l="l" t="t" r="r" b="b"/>
              <a:pathLst>
                <a:path w="694" h="277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1" name="Google Shape;10451;p74"/>
            <p:cNvSpPr/>
            <p:nvPr/>
          </p:nvSpPr>
          <p:spPr>
            <a:xfrm>
              <a:off x="-34384275" y="2427050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2" name="Google Shape;10452;p74"/>
            <p:cNvSpPr/>
            <p:nvPr/>
          </p:nvSpPr>
          <p:spPr>
            <a:xfrm>
              <a:off x="-34384275" y="2460125"/>
              <a:ext cx="88250" cy="18150"/>
            </a:xfrm>
            <a:custGeom>
              <a:avLst/>
              <a:gdLst/>
              <a:ahLst/>
              <a:cxnLst/>
              <a:rect l="l" t="t" r="r" b="b"/>
              <a:pathLst>
                <a:path w="3530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53" name="Google Shape;10453;p74"/>
          <p:cNvGrpSpPr/>
          <p:nvPr/>
        </p:nvGrpSpPr>
        <p:grpSpPr>
          <a:xfrm>
            <a:off x="3510650" y="2961744"/>
            <a:ext cx="477799" cy="471449"/>
            <a:chOff x="-34421275" y="2631050"/>
            <a:chExt cx="295375" cy="291450"/>
          </a:xfrm>
        </p:grpSpPr>
        <p:sp>
          <p:nvSpPr>
            <p:cNvPr id="10454" name="Google Shape;10454;p74"/>
            <p:cNvSpPr/>
            <p:nvPr/>
          </p:nvSpPr>
          <p:spPr>
            <a:xfrm>
              <a:off x="-34421275" y="2639125"/>
              <a:ext cx="288275" cy="283375"/>
            </a:xfrm>
            <a:custGeom>
              <a:avLst/>
              <a:gdLst/>
              <a:ahLst/>
              <a:cxnLst/>
              <a:rect l="l" t="t" r="r" b="b"/>
              <a:pathLst>
                <a:path w="11531" h="11335" extrusionOk="0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5" name="Google Shape;10455;p74"/>
            <p:cNvSpPr/>
            <p:nvPr/>
          </p:nvSpPr>
          <p:spPr>
            <a:xfrm>
              <a:off x="-34181850" y="2644625"/>
              <a:ext cx="41775" cy="41575"/>
            </a:xfrm>
            <a:custGeom>
              <a:avLst/>
              <a:gdLst/>
              <a:ahLst/>
              <a:cxnLst/>
              <a:rect l="l" t="t" r="r" b="b"/>
              <a:pathLst>
                <a:path w="1671" h="1663" extrusionOk="0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6" name="Google Shape;10456;p74"/>
            <p:cNvSpPr/>
            <p:nvPr/>
          </p:nvSpPr>
          <p:spPr>
            <a:xfrm>
              <a:off x="-34217275" y="2631050"/>
              <a:ext cx="17350" cy="41775"/>
            </a:xfrm>
            <a:custGeom>
              <a:avLst/>
              <a:gdLst/>
              <a:ahLst/>
              <a:cxnLst/>
              <a:rect l="l" t="t" r="r" b="b"/>
              <a:pathLst>
                <a:path w="694" h="1671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7" name="Google Shape;10457;p74"/>
            <p:cNvSpPr/>
            <p:nvPr/>
          </p:nvSpPr>
          <p:spPr>
            <a:xfrm>
              <a:off x="-34168450" y="2704300"/>
              <a:ext cx="42550" cy="18125"/>
            </a:xfrm>
            <a:custGeom>
              <a:avLst/>
              <a:gdLst/>
              <a:ahLst/>
              <a:cxnLst/>
              <a:rect l="l" t="t" r="r" b="b"/>
              <a:pathLst>
                <a:path w="1702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58" name="Google Shape;10458;p74"/>
          <p:cNvSpPr/>
          <p:nvPr/>
        </p:nvSpPr>
        <p:spPr>
          <a:xfrm>
            <a:off x="1732206" y="3582983"/>
            <a:ext cx="471449" cy="47270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459" name="Google Shape;10459;p74"/>
          <p:cNvSpPr/>
          <p:nvPr/>
        </p:nvSpPr>
        <p:spPr>
          <a:xfrm>
            <a:off x="1732206" y="4207961"/>
            <a:ext cx="471449" cy="471409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460" name="Google Shape;10460;p74"/>
          <p:cNvSpPr/>
          <p:nvPr/>
        </p:nvSpPr>
        <p:spPr>
          <a:xfrm>
            <a:off x="1720113" y="4821338"/>
            <a:ext cx="495632" cy="472380"/>
          </a:xfrm>
          <a:custGeom>
            <a:avLst/>
            <a:gdLst/>
            <a:ahLst/>
            <a:cxnLst/>
            <a:rect l="l" t="t" r="r" b="b"/>
            <a:pathLst>
              <a:path w="12256" h="11681" extrusionOk="0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61" name="Google Shape;10461;p74"/>
          <p:cNvGrpSpPr/>
          <p:nvPr/>
        </p:nvGrpSpPr>
        <p:grpSpPr>
          <a:xfrm>
            <a:off x="4716828" y="3584034"/>
            <a:ext cx="471449" cy="470156"/>
            <a:chOff x="-30805300" y="1938725"/>
            <a:chExt cx="291450" cy="290650"/>
          </a:xfrm>
        </p:grpSpPr>
        <p:sp>
          <p:nvSpPr>
            <p:cNvPr id="10462" name="Google Shape;10462;p74"/>
            <p:cNvSpPr/>
            <p:nvPr/>
          </p:nvSpPr>
          <p:spPr>
            <a:xfrm>
              <a:off x="-30805300" y="1938725"/>
              <a:ext cx="291450" cy="290650"/>
            </a:xfrm>
            <a:custGeom>
              <a:avLst/>
              <a:gdLst/>
              <a:ahLst/>
              <a:cxnLst/>
              <a:rect l="l" t="t" r="r" b="b"/>
              <a:pathLst>
                <a:path w="11658" h="11626" extrusionOk="0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3" name="Google Shape;10463;p74"/>
            <p:cNvSpPr/>
            <p:nvPr/>
          </p:nvSpPr>
          <p:spPr>
            <a:xfrm>
              <a:off x="-30670625" y="20427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64" name="Google Shape;10464;p74"/>
          <p:cNvGrpSpPr/>
          <p:nvPr/>
        </p:nvGrpSpPr>
        <p:grpSpPr>
          <a:xfrm>
            <a:off x="4717474" y="4207937"/>
            <a:ext cx="470156" cy="470924"/>
            <a:chOff x="-30805300" y="2298675"/>
            <a:chExt cx="290650" cy="291125"/>
          </a:xfrm>
        </p:grpSpPr>
        <p:sp>
          <p:nvSpPr>
            <p:cNvPr id="10465" name="Google Shape;10465;p74"/>
            <p:cNvSpPr/>
            <p:nvPr/>
          </p:nvSpPr>
          <p:spPr>
            <a:xfrm>
              <a:off x="-30720225" y="24191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6" name="Google Shape;10466;p74"/>
            <p:cNvSpPr/>
            <p:nvPr/>
          </p:nvSpPr>
          <p:spPr>
            <a:xfrm>
              <a:off x="-30635175" y="2453250"/>
              <a:ext cx="87450" cy="69125"/>
            </a:xfrm>
            <a:custGeom>
              <a:avLst/>
              <a:gdLst/>
              <a:ahLst/>
              <a:cxnLst/>
              <a:rect l="l" t="t" r="r" b="b"/>
              <a:pathLst>
                <a:path w="3498" h="2765" extrusionOk="0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7" name="Google Shape;10467;p74"/>
            <p:cNvSpPr/>
            <p:nvPr/>
          </p:nvSpPr>
          <p:spPr>
            <a:xfrm>
              <a:off x="-30805300" y="2298675"/>
              <a:ext cx="290650" cy="291125"/>
            </a:xfrm>
            <a:custGeom>
              <a:avLst/>
              <a:gdLst/>
              <a:ahLst/>
              <a:cxnLst/>
              <a:rect l="l" t="t" r="r" b="b"/>
              <a:pathLst>
                <a:path w="11626" h="11645" extrusionOk="0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8" name="Google Shape;10468;p74"/>
            <p:cNvSpPr/>
            <p:nvPr/>
          </p:nvSpPr>
          <p:spPr>
            <a:xfrm>
              <a:off x="-30737575" y="2332550"/>
              <a:ext cx="53600" cy="69325"/>
            </a:xfrm>
            <a:custGeom>
              <a:avLst/>
              <a:gdLst/>
              <a:ahLst/>
              <a:cxnLst/>
              <a:rect l="l" t="t" r="r" b="b"/>
              <a:pathLst>
                <a:path w="2144" h="2773" extrusionOk="0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69" name="Google Shape;10469;p74"/>
          <p:cNvGrpSpPr/>
          <p:nvPr/>
        </p:nvGrpSpPr>
        <p:grpSpPr>
          <a:xfrm>
            <a:off x="4716848" y="4821516"/>
            <a:ext cx="471409" cy="471409"/>
            <a:chOff x="-30806075" y="2657050"/>
            <a:chExt cx="291425" cy="291425"/>
          </a:xfrm>
        </p:grpSpPr>
        <p:sp>
          <p:nvSpPr>
            <p:cNvPr id="10470" name="Google Shape;10470;p74"/>
            <p:cNvSpPr/>
            <p:nvPr/>
          </p:nvSpPr>
          <p:spPr>
            <a:xfrm>
              <a:off x="-30806075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1" name="Google Shape;10471;p74"/>
            <p:cNvSpPr/>
            <p:nvPr/>
          </p:nvSpPr>
          <p:spPr>
            <a:xfrm>
              <a:off x="-30771425" y="2692475"/>
              <a:ext cx="222125" cy="222925"/>
            </a:xfrm>
            <a:custGeom>
              <a:avLst/>
              <a:gdLst/>
              <a:ahLst/>
              <a:cxnLst/>
              <a:rect l="l" t="t" r="r" b="b"/>
              <a:pathLst>
                <a:path w="8885" h="8917" extrusionOk="0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2" name="Google Shape;10472;p74"/>
            <p:cNvSpPr/>
            <p:nvPr/>
          </p:nvSpPr>
          <p:spPr>
            <a:xfrm>
              <a:off x="-30669050" y="2726350"/>
              <a:ext cx="52025" cy="119150"/>
            </a:xfrm>
            <a:custGeom>
              <a:avLst/>
              <a:gdLst/>
              <a:ahLst/>
              <a:cxnLst/>
              <a:rect l="l" t="t" r="r" b="b"/>
              <a:pathLst>
                <a:path w="2081" h="476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73" name="Google Shape;10473;p74"/>
          <p:cNvGrpSpPr/>
          <p:nvPr/>
        </p:nvGrpSpPr>
        <p:grpSpPr>
          <a:xfrm>
            <a:off x="3519576" y="5431925"/>
            <a:ext cx="471409" cy="471409"/>
            <a:chOff x="-30064925" y="2332550"/>
            <a:chExt cx="291425" cy="291425"/>
          </a:xfrm>
        </p:grpSpPr>
        <p:sp>
          <p:nvSpPr>
            <p:cNvPr id="10474" name="Google Shape;10474;p74"/>
            <p:cNvSpPr/>
            <p:nvPr/>
          </p:nvSpPr>
          <p:spPr>
            <a:xfrm>
              <a:off x="-30064925" y="23325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5" name="Google Shape;10475;p74"/>
            <p:cNvSpPr/>
            <p:nvPr/>
          </p:nvSpPr>
          <p:spPr>
            <a:xfrm>
              <a:off x="-29944425" y="23845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6" name="Google Shape;10476;p74"/>
            <p:cNvSpPr/>
            <p:nvPr/>
          </p:nvSpPr>
          <p:spPr>
            <a:xfrm>
              <a:off x="-29944425" y="2452250"/>
              <a:ext cx="51225" cy="119750"/>
            </a:xfrm>
            <a:custGeom>
              <a:avLst/>
              <a:gdLst/>
              <a:ahLst/>
              <a:cxnLst/>
              <a:rect l="l" t="t" r="r" b="b"/>
              <a:pathLst>
                <a:path w="2049" h="4790" extrusionOk="0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77" name="Google Shape;10477;p74"/>
          <p:cNvGrpSpPr/>
          <p:nvPr/>
        </p:nvGrpSpPr>
        <p:grpSpPr>
          <a:xfrm>
            <a:off x="5310758" y="3577925"/>
            <a:ext cx="465140" cy="463839"/>
            <a:chOff x="2821450" y="2957850"/>
            <a:chExt cx="259275" cy="258550"/>
          </a:xfrm>
        </p:grpSpPr>
        <p:sp>
          <p:nvSpPr>
            <p:cNvPr id="10478" name="Google Shape;10478;p74"/>
            <p:cNvSpPr/>
            <p:nvPr/>
          </p:nvSpPr>
          <p:spPr>
            <a:xfrm>
              <a:off x="2821450" y="3080500"/>
              <a:ext cx="259275" cy="135900"/>
            </a:xfrm>
            <a:custGeom>
              <a:avLst/>
              <a:gdLst/>
              <a:ahLst/>
              <a:cxnLst/>
              <a:rect l="l" t="t" r="r" b="b"/>
              <a:pathLst>
                <a:path w="10371" h="5436" extrusionOk="0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9" name="Google Shape;10479;p74"/>
            <p:cNvSpPr/>
            <p:nvPr/>
          </p:nvSpPr>
          <p:spPr>
            <a:xfrm>
              <a:off x="2831900" y="2957850"/>
              <a:ext cx="228625" cy="106350"/>
            </a:xfrm>
            <a:custGeom>
              <a:avLst/>
              <a:gdLst/>
              <a:ahLst/>
              <a:cxnLst/>
              <a:rect l="l" t="t" r="r" b="b"/>
              <a:pathLst>
                <a:path w="9145" h="4254" extrusionOk="0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0" name="Google Shape;10480;p74"/>
            <p:cNvSpPr/>
            <p:nvPr/>
          </p:nvSpPr>
          <p:spPr>
            <a:xfrm>
              <a:off x="3024600" y="2966925"/>
              <a:ext cx="29875" cy="58497"/>
            </a:xfrm>
            <a:custGeom>
              <a:avLst/>
              <a:gdLst/>
              <a:ahLst/>
              <a:cxnLst/>
              <a:rect l="l" t="t" r="r" b="b"/>
              <a:pathLst>
                <a:path w="1195" h="2376" extrusionOk="0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0481" name="Google Shape;10481;p74"/>
          <p:cNvGrpSpPr/>
          <p:nvPr/>
        </p:nvGrpSpPr>
        <p:grpSpPr>
          <a:xfrm>
            <a:off x="6477467" y="1739282"/>
            <a:ext cx="481453" cy="481453"/>
            <a:chOff x="-57970450" y="1903275"/>
            <a:chExt cx="318225" cy="318225"/>
          </a:xfrm>
        </p:grpSpPr>
        <p:sp>
          <p:nvSpPr>
            <p:cNvPr id="10482" name="Google Shape;10482;p74"/>
            <p:cNvSpPr/>
            <p:nvPr/>
          </p:nvSpPr>
          <p:spPr>
            <a:xfrm>
              <a:off x="-57847575" y="2135825"/>
              <a:ext cx="73250" cy="28975"/>
            </a:xfrm>
            <a:custGeom>
              <a:avLst/>
              <a:gdLst/>
              <a:ahLst/>
              <a:cxnLst/>
              <a:rect l="l" t="t" r="r" b="b"/>
              <a:pathLst>
                <a:path w="2930" h="1159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3" name="Google Shape;10483;p74"/>
            <p:cNvSpPr/>
            <p:nvPr/>
          </p:nvSpPr>
          <p:spPr>
            <a:xfrm>
              <a:off x="-57857025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4" name="Google Shape;10484;p74"/>
            <p:cNvSpPr/>
            <p:nvPr/>
          </p:nvSpPr>
          <p:spPr>
            <a:xfrm>
              <a:off x="-577822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5" name="Google Shape;10485;p74"/>
            <p:cNvSpPr/>
            <p:nvPr/>
          </p:nvSpPr>
          <p:spPr>
            <a:xfrm>
              <a:off x="-57970450" y="1903275"/>
              <a:ext cx="318225" cy="318225"/>
            </a:xfrm>
            <a:custGeom>
              <a:avLst/>
              <a:gdLst/>
              <a:ahLst/>
              <a:cxnLst/>
              <a:rect l="l" t="t" r="r" b="b"/>
              <a:pathLst>
                <a:path w="12729" h="12729" extrusionOk="0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86" name="Google Shape;10486;p74"/>
          <p:cNvGrpSpPr/>
          <p:nvPr/>
        </p:nvGrpSpPr>
        <p:grpSpPr>
          <a:xfrm>
            <a:off x="6506667" y="2373891"/>
            <a:ext cx="423053" cy="479071"/>
            <a:chOff x="-57950750" y="2296300"/>
            <a:chExt cx="279625" cy="316650"/>
          </a:xfrm>
        </p:grpSpPr>
        <p:sp>
          <p:nvSpPr>
            <p:cNvPr id="10487" name="Google Shape;10487;p74"/>
            <p:cNvSpPr/>
            <p:nvPr/>
          </p:nvSpPr>
          <p:spPr>
            <a:xfrm>
              <a:off x="-57847575" y="25280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8" name="Google Shape;10488;p74"/>
            <p:cNvSpPr/>
            <p:nvPr/>
          </p:nvSpPr>
          <p:spPr>
            <a:xfrm>
              <a:off x="-57857025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9" name="Google Shape;10489;p74"/>
            <p:cNvSpPr/>
            <p:nvPr/>
          </p:nvSpPr>
          <p:spPr>
            <a:xfrm>
              <a:off x="-57782200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0" name="Google Shape;10490;p74"/>
            <p:cNvSpPr/>
            <p:nvPr/>
          </p:nvSpPr>
          <p:spPr>
            <a:xfrm>
              <a:off x="-5795075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1" name="Google Shape;10491;p74"/>
          <p:cNvGrpSpPr/>
          <p:nvPr/>
        </p:nvGrpSpPr>
        <p:grpSpPr>
          <a:xfrm>
            <a:off x="6477619" y="2976126"/>
            <a:ext cx="481151" cy="480281"/>
            <a:chOff x="-57969675" y="2687750"/>
            <a:chExt cx="318025" cy="317450"/>
          </a:xfrm>
        </p:grpSpPr>
        <p:sp>
          <p:nvSpPr>
            <p:cNvPr id="10492" name="Google Shape;10492;p74"/>
            <p:cNvSpPr/>
            <p:nvPr/>
          </p:nvSpPr>
          <p:spPr>
            <a:xfrm>
              <a:off x="-578562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3" name="Google Shape;10493;p74"/>
            <p:cNvSpPr/>
            <p:nvPr/>
          </p:nvSpPr>
          <p:spPr>
            <a:xfrm>
              <a:off x="-578460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4" name="Google Shape;10494;p74"/>
            <p:cNvSpPr/>
            <p:nvPr/>
          </p:nvSpPr>
          <p:spPr>
            <a:xfrm>
              <a:off x="-57969675" y="2687750"/>
              <a:ext cx="318025" cy="317450"/>
            </a:xfrm>
            <a:custGeom>
              <a:avLst/>
              <a:gdLst/>
              <a:ahLst/>
              <a:cxnLst/>
              <a:rect l="l" t="t" r="r" b="b"/>
              <a:pathLst>
                <a:path w="12721" h="12698" extrusionOk="0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5" name="Google Shape;10495;p74"/>
            <p:cNvSpPr/>
            <p:nvPr/>
          </p:nvSpPr>
          <p:spPr>
            <a:xfrm>
              <a:off x="-57838125" y="2724975"/>
              <a:ext cx="56725" cy="55550"/>
            </a:xfrm>
            <a:custGeom>
              <a:avLst/>
              <a:gdLst/>
              <a:ahLst/>
              <a:cxnLst/>
              <a:rect l="l" t="t" r="r" b="b"/>
              <a:pathLst>
                <a:path w="2269" h="2222" extrusionOk="0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6" name="Google Shape;10496;p74"/>
          <p:cNvGrpSpPr/>
          <p:nvPr/>
        </p:nvGrpSpPr>
        <p:grpSpPr>
          <a:xfrm>
            <a:off x="9423197" y="1739282"/>
            <a:ext cx="485047" cy="481453"/>
            <a:chOff x="-56012425" y="1903275"/>
            <a:chExt cx="320600" cy="318225"/>
          </a:xfrm>
        </p:grpSpPr>
        <p:sp>
          <p:nvSpPr>
            <p:cNvPr id="10497" name="Google Shape;10497;p74"/>
            <p:cNvSpPr/>
            <p:nvPr/>
          </p:nvSpPr>
          <p:spPr>
            <a:xfrm>
              <a:off x="-55897425" y="201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8" name="Google Shape;10498;p74"/>
            <p:cNvSpPr/>
            <p:nvPr/>
          </p:nvSpPr>
          <p:spPr>
            <a:xfrm>
              <a:off x="-56012425" y="1903275"/>
              <a:ext cx="320600" cy="318225"/>
            </a:xfrm>
            <a:custGeom>
              <a:avLst/>
              <a:gdLst/>
              <a:ahLst/>
              <a:cxnLst/>
              <a:rect l="l" t="t" r="r" b="b"/>
              <a:pathLst>
                <a:path w="12824" h="12729" extrusionOk="0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9" name="Google Shape;10499;p74"/>
          <p:cNvGrpSpPr/>
          <p:nvPr/>
        </p:nvGrpSpPr>
        <p:grpSpPr>
          <a:xfrm>
            <a:off x="9424387" y="2371508"/>
            <a:ext cx="482664" cy="482664"/>
            <a:chOff x="-56010850" y="2294725"/>
            <a:chExt cx="319025" cy="319025"/>
          </a:xfrm>
        </p:grpSpPr>
        <p:sp>
          <p:nvSpPr>
            <p:cNvPr id="10500" name="Google Shape;10500;p74"/>
            <p:cNvSpPr/>
            <p:nvPr/>
          </p:nvSpPr>
          <p:spPr>
            <a:xfrm>
              <a:off x="-5590687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1" name="Google Shape;10501;p74"/>
            <p:cNvSpPr/>
            <p:nvPr/>
          </p:nvSpPr>
          <p:spPr>
            <a:xfrm>
              <a:off x="-5591632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2" name="Google Shape;10502;p74"/>
            <p:cNvSpPr/>
            <p:nvPr/>
          </p:nvSpPr>
          <p:spPr>
            <a:xfrm>
              <a:off x="-558423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3" name="Google Shape;10503;p74"/>
            <p:cNvSpPr/>
            <p:nvPr/>
          </p:nvSpPr>
          <p:spPr>
            <a:xfrm>
              <a:off x="-56010850" y="2294725"/>
              <a:ext cx="319025" cy="319025"/>
            </a:xfrm>
            <a:custGeom>
              <a:avLst/>
              <a:gdLst/>
              <a:ahLst/>
              <a:cxnLst/>
              <a:rect l="l" t="t" r="r" b="b"/>
              <a:pathLst>
                <a:path w="12761" h="12761" extrusionOk="0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04" name="Google Shape;10504;p74"/>
          <p:cNvGrpSpPr/>
          <p:nvPr/>
        </p:nvGrpSpPr>
        <p:grpSpPr>
          <a:xfrm>
            <a:off x="9424408" y="2974954"/>
            <a:ext cx="482625" cy="481453"/>
            <a:chOff x="-56010050" y="2686975"/>
            <a:chExt cx="319000" cy="318225"/>
          </a:xfrm>
        </p:grpSpPr>
        <p:sp>
          <p:nvSpPr>
            <p:cNvPr id="10505" name="Google Shape;10505;p74"/>
            <p:cNvSpPr/>
            <p:nvPr/>
          </p:nvSpPr>
          <p:spPr>
            <a:xfrm>
              <a:off x="-55887975" y="2917925"/>
              <a:ext cx="72475" cy="29775"/>
            </a:xfrm>
            <a:custGeom>
              <a:avLst/>
              <a:gdLst/>
              <a:ahLst/>
              <a:cxnLst/>
              <a:rect l="l" t="t" r="r" b="b"/>
              <a:pathLst>
                <a:path w="2899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6" name="Google Shape;10506;p74"/>
            <p:cNvSpPr/>
            <p:nvPr/>
          </p:nvSpPr>
          <p:spPr>
            <a:xfrm>
              <a:off x="-5589742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7" name="Google Shape;10507;p74"/>
            <p:cNvSpPr/>
            <p:nvPr/>
          </p:nvSpPr>
          <p:spPr>
            <a:xfrm>
              <a:off x="-558226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8" name="Google Shape;10508;p74"/>
            <p:cNvSpPr/>
            <p:nvPr/>
          </p:nvSpPr>
          <p:spPr>
            <a:xfrm>
              <a:off x="-56010050" y="26869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09" name="Google Shape;10509;p74"/>
          <p:cNvGrpSpPr/>
          <p:nvPr/>
        </p:nvGrpSpPr>
        <p:grpSpPr>
          <a:xfrm>
            <a:off x="7671735" y="3578832"/>
            <a:ext cx="482664" cy="481453"/>
            <a:chOff x="-54081175" y="1903275"/>
            <a:chExt cx="319025" cy="318225"/>
          </a:xfrm>
        </p:grpSpPr>
        <p:sp>
          <p:nvSpPr>
            <p:cNvPr id="10510" name="Google Shape;10510;p74"/>
            <p:cNvSpPr/>
            <p:nvPr/>
          </p:nvSpPr>
          <p:spPr>
            <a:xfrm>
              <a:off x="-53959075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1" name="Google Shape;10511;p74"/>
            <p:cNvSpPr/>
            <p:nvPr/>
          </p:nvSpPr>
          <p:spPr>
            <a:xfrm>
              <a:off x="-54081175" y="19032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12" name="Google Shape;10512;p74"/>
          <p:cNvGrpSpPr/>
          <p:nvPr/>
        </p:nvGrpSpPr>
        <p:grpSpPr>
          <a:xfrm>
            <a:off x="7701539" y="4183450"/>
            <a:ext cx="423053" cy="480281"/>
            <a:chOff x="-54063050" y="2296300"/>
            <a:chExt cx="279625" cy="317450"/>
          </a:xfrm>
        </p:grpSpPr>
        <p:sp>
          <p:nvSpPr>
            <p:cNvPr id="10513" name="Google Shape;10513;p74"/>
            <p:cNvSpPr/>
            <p:nvPr/>
          </p:nvSpPr>
          <p:spPr>
            <a:xfrm>
              <a:off x="-53959075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4" name="Google Shape;10514;p74"/>
            <p:cNvSpPr/>
            <p:nvPr/>
          </p:nvSpPr>
          <p:spPr>
            <a:xfrm>
              <a:off x="-53969325" y="2482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5" name="Google Shape;10515;p74"/>
            <p:cNvSpPr/>
            <p:nvPr/>
          </p:nvSpPr>
          <p:spPr>
            <a:xfrm>
              <a:off x="-53894500" y="248297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6" name="Google Shape;10516;p74"/>
            <p:cNvSpPr/>
            <p:nvPr/>
          </p:nvSpPr>
          <p:spPr>
            <a:xfrm>
              <a:off x="-54063050" y="2296300"/>
              <a:ext cx="279625" cy="317450"/>
            </a:xfrm>
            <a:custGeom>
              <a:avLst/>
              <a:gdLst/>
              <a:ahLst/>
              <a:cxnLst/>
              <a:rect l="l" t="t" r="r" b="b"/>
              <a:pathLst>
                <a:path w="11185" h="12698" extrusionOk="0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17" name="Google Shape;10517;p74"/>
          <p:cNvGrpSpPr/>
          <p:nvPr/>
        </p:nvGrpSpPr>
        <p:grpSpPr>
          <a:xfrm>
            <a:off x="7701539" y="4802200"/>
            <a:ext cx="423053" cy="481377"/>
            <a:chOff x="-54061475" y="2685450"/>
            <a:chExt cx="279625" cy="318175"/>
          </a:xfrm>
        </p:grpSpPr>
        <p:sp>
          <p:nvSpPr>
            <p:cNvPr id="10518" name="Google Shape;10518;p74"/>
            <p:cNvSpPr/>
            <p:nvPr/>
          </p:nvSpPr>
          <p:spPr>
            <a:xfrm>
              <a:off x="-539590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9" name="Google Shape;10519;p74"/>
            <p:cNvSpPr/>
            <p:nvPr/>
          </p:nvSpPr>
          <p:spPr>
            <a:xfrm>
              <a:off x="-53969325" y="2854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0" name="Google Shape;10520;p74"/>
            <p:cNvSpPr/>
            <p:nvPr/>
          </p:nvSpPr>
          <p:spPr>
            <a:xfrm>
              <a:off x="-538945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1" name="Google Shape;10521;p74"/>
            <p:cNvSpPr/>
            <p:nvPr/>
          </p:nvSpPr>
          <p:spPr>
            <a:xfrm>
              <a:off x="-54061475" y="2685450"/>
              <a:ext cx="279625" cy="318175"/>
            </a:xfrm>
            <a:custGeom>
              <a:avLst/>
              <a:gdLst/>
              <a:ahLst/>
              <a:cxnLst/>
              <a:rect l="l" t="t" r="r" b="b"/>
              <a:pathLst>
                <a:path w="11185" h="12727" extrusionOk="0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22" name="Google Shape;10522;p74"/>
          <p:cNvGrpSpPr/>
          <p:nvPr/>
        </p:nvGrpSpPr>
        <p:grpSpPr>
          <a:xfrm>
            <a:off x="10706254" y="3591957"/>
            <a:ext cx="367037" cy="482625"/>
            <a:chOff x="-52074300" y="1911950"/>
            <a:chExt cx="242600" cy="319000"/>
          </a:xfrm>
        </p:grpSpPr>
        <p:sp>
          <p:nvSpPr>
            <p:cNvPr id="10523" name="Google Shape;10523;p74"/>
            <p:cNvSpPr/>
            <p:nvPr/>
          </p:nvSpPr>
          <p:spPr>
            <a:xfrm>
              <a:off x="-51989225" y="21256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4" name="Google Shape;10524;p74"/>
            <p:cNvSpPr/>
            <p:nvPr/>
          </p:nvSpPr>
          <p:spPr>
            <a:xfrm>
              <a:off x="-51998675" y="206237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5" name="Google Shape;10525;p74"/>
            <p:cNvSpPr/>
            <p:nvPr/>
          </p:nvSpPr>
          <p:spPr>
            <a:xfrm>
              <a:off x="-51925450" y="20623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6" name="Google Shape;10526;p74"/>
            <p:cNvSpPr/>
            <p:nvPr/>
          </p:nvSpPr>
          <p:spPr>
            <a:xfrm>
              <a:off x="-52074300" y="1911950"/>
              <a:ext cx="242600" cy="319000"/>
            </a:xfrm>
            <a:custGeom>
              <a:avLst/>
              <a:gdLst/>
              <a:ahLst/>
              <a:cxnLst/>
              <a:rect l="l" t="t" r="r" b="b"/>
              <a:pathLst>
                <a:path w="9704" h="12760" extrusionOk="0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27" name="Google Shape;10527;p74"/>
          <p:cNvGrpSpPr/>
          <p:nvPr/>
        </p:nvGrpSpPr>
        <p:grpSpPr>
          <a:xfrm>
            <a:off x="7050252" y="1740492"/>
            <a:ext cx="482664" cy="481453"/>
            <a:chOff x="-57578225" y="1904075"/>
            <a:chExt cx="319025" cy="318225"/>
          </a:xfrm>
        </p:grpSpPr>
        <p:sp>
          <p:nvSpPr>
            <p:cNvPr id="10528" name="Google Shape;10528;p74"/>
            <p:cNvSpPr/>
            <p:nvPr/>
          </p:nvSpPr>
          <p:spPr>
            <a:xfrm>
              <a:off x="-57578225" y="19040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9" name="Google Shape;10529;p74"/>
            <p:cNvSpPr/>
            <p:nvPr/>
          </p:nvSpPr>
          <p:spPr>
            <a:xfrm>
              <a:off x="-57446675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0" name="Google Shape;10530;p74"/>
            <p:cNvSpPr/>
            <p:nvPr/>
          </p:nvSpPr>
          <p:spPr>
            <a:xfrm>
              <a:off x="-57371850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1" name="Google Shape;10531;p74"/>
            <p:cNvSpPr/>
            <p:nvPr/>
          </p:nvSpPr>
          <p:spPr>
            <a:xfrm>
              <a:off x="-57436450" y="2136625"/>
              <a:ext cx="72500" cy="29750"/>
            </a:xfrm>
            <a:custGeom>
              <a:avLst/>
              <a:gdLst/>
              <a:ahLst/>
              <a:cxnLst/>
              <a:rect l="l" t="t" r="r" b="b"/>
              <a:pathLst>
                <a:path w="2900" h="1190" extrusionOk="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32" name="Google Shape;10532;p74"/>
          <p:cNvGrpSpPr/>
          <p:nvPr/>
        </p:nvGrpSpPr>
        <p:grpSpPr>
          <a:xfrm>
            <a:off x="7080056" y="2371508"/>
            <a:ext cx="423053" cy="481453"/>
            <a:chOff x="-57558525" y="2294725"/>
            <a:chExt cx="279625" cy="318225"/>
          </a:xfrm>
        </p:grpSpPr>
        <p:sp>
          <p:nvSpPr>
            <p:cNvPr id="10533" name="Google Shape;10533;p74"/>
            <p:cNvSpPr/>
            <p:nvPr/>
          </p:nvSpPr>
          <p:spPr>
            <a:xfrm>
              <a:off x="-57455350" y="2498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4" name="Google Shape;10534;p74"/>
            <p:cNvSpPr/>
            <p:nvPr/>
          </p:nvSpPr>
          <p:spPr>
            <a:xfrm>
              <a:off x="-57465575" y="24270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5" name="Google Shape;10535;p74"/>
            <p:cNvSpPr/>
            <p:nvPr/>
          </p:nvSpPr>
          <p:spPr>
            <a:xfrm>
              <a:off x="-57389975" y="2427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6" name="Google Shape;10536;p74"/>
            <p:cNvSpPr/>
            <p:nvPr/>
          </p:nvSpPr>
          <p:spPr>
            <a:xfrm>
              <a:off x="-57558525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7" name="Google Shape;10537;p74"/>
            <p:cNvSpPr/>
            <p:nvPr/>
          </p:nvSpPr>
          <p:spPr>
            <a:xfrm>
              <a:off x="-57521500" y="2332550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38" name="Google Shape;10538;p74"/>
          <p:cNvGrpSpPr/>
          <p:nvPr/>
        </p:nvGrpSpPr>
        <p:grpSpPr>
          <a:xfrm>
            <a:off x="7047868" y="2974954"/>
            <a:ext cx="487429" cy="482625"/>
            <a:chOff x="-57579800" y="2686975"/>
            <a:chExt cx="322175" cy="319000"/>
          </a:xfrm>
        </p:grpSpPr>
        <p:sp>
          <p:nvSpPr>
            <p:cNvPr id="10539" name="Google Shape;10539;p74"/>
            <p:cNvSpPr/>
            <p:nvPr/>
          </p:nvSpPr>
          <p:spPr>
            <a:xfrm>
              <a:off x="-5745535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0" name="Google Shape;10540;p74"/>
            <p:cNvSpPr/>
            <p:nvPr/>
          </p:nvSpPr>
          <p:spPr>
            <a:xfrm>
              <a:off x="-57579800" y="2686975"/>
              <a:ext cx="322175" cy="319000"/>
            </a:xfrm>
            <a:custGeom>
              <a:avLst/>
              <a:gdLst/>
              <a:ahLst/>
              <a:cxnLst/>
              <a:rect l="l" t="t" r="r" b="b"/>
              <a:pathLst>
                <a:path w="12887" h="12760" extrusionOk="0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41" name="Google Shape;10541;p74"/>
          <p:cNvGrpSpPr/>
          <p:nvPr/>
        </p:nvGrpSpPr>
        <p:grpSpPr>
          <a:xfrm>
            <a:off x="10014243" y="2371508"/>
            <a:ext cx="489812" cy="481453"/>
            <a:chOff x="-55620975" y="2294725"/>
            <a:chExt cx="323750" cy="318225"/>
          </a:xfrm>
        </p:grpSpPr>
        <p:sp>
          <p:nvSpPr>
            <p:cNvPr id="10542" name="Google Shape;10542;p74"/>
            <p:cNvSpPr/>
            <p:nvPr/>
          </p:nvSpPr>
          <p:spPr>
            <a:xfrm>
              <a:off x="-5549652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3" name="Google Shape;10543;p74"/>
            <p:cNvSpPr/>
            <p:nvPr/>
          </p:nvSpPr>
          <p:spPr>
            <a:xfrm>
              <a:off x="-55505975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4" name="Google Shape;10544;p74"/>
            <p:cNvSpPr/>
            <p:nvPr/>
          </p:nvSpPr>
          <p:spPr>
            <a:xfrm>
              <a:off x="-55431150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5" name="Google Shape;10545;p74"/>
            <p:cNvSpPr/>
            <p:nvPr/>
          </p:nvSpPr>
          <p:spPr>
            <a:xfrm>
              <a:off x="-55620975" y="2294725"/>
              <a:ext cx="323750" cy="318225"/>
            </a:xfrm>
            <a:custGeom>
              <a:avLst/>
              <a:gdLst/>
              <a:ahLst/>
              <a:cxnLst/>
              <a:rect l="l" t="t" r="r" b="b"/>
              <a:pathLst>
                <a:path w="12950" h="12729" extrusionOk="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6" name="Google Shape;10546;p74"/>
            <p:cNvSpPr/>
            <p:nvPr/>
          </p:nvSpPr>
          <p:spPr>
            <a:xfrm>
              <a:off x="-55450850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7" name="Google Shape;10547;p74"/>
            <p:cNvSpPr/>
            <p:nvPr/>
          </p:nvSpPr>
          <p:spPr>
            <a:xfrm>
              <a:off x="-55506775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48" name="Google Shape;10548;p74"/>
          <p:cNvGrpSpPr/>
          <p:nvPr/>
        </p:nvGrpSpPr>
        <p:grpSpPr>
          <a:xfrm>
            <a:off x="10017231" y="2974841"/>
            <a:ext cx="483836" cy="481567"/>
            <a:chOff x="-55620175" y="2686900"/>
            <a:chExt cx="319800" cy="318300"/>
          </a:xfrm>
        </p:grpSpPr>
        <p:sp>
          <p:nvSpPr>
            <p:cNvPr id="10549" name="Google Shape;10549;p74"/>
            <p:cNvSpPr/>
            <p:nvPr/>
          </p:nvSpPr>
          <p:spPr>
            <a:xfrm>
              <a:off x="-55514650" y="2917925"/>
              <a:ext cx="72500" cy="29775"/>
            </a:xfrm>
            <a:custGeom>
              <a:avLst/>
              <a:gdLst/>
              <a:ahLst/>
              <a:cxnLst/>
              <a:rect l="l" t="t" r="r" b="b"/>
              <a:pathLst>
                <a:path w="2900" h="1191" extrusionOk="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0" name="Google Shape;10550;p74"/>
            <p:cNvSpPr/>
            <p:nvPr/>
          </p:nvSpPr>
          <p:spPr>
            <a:xfrm>
              <a:off x="-5545005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1" name="Google Shape;10551;p74"/>
            <p:cNvSpPr/>
            <p:nvPr/>
          </p:nvSpPr>
          <p:spPr>
            <a:xfrm>
              <a:off x="-55524875" y="2855525"/>
              <a:ext cx="18925" cy="17450"/>
            </a:xfrm>
            <a:custGeom>
              <a:avLst/>
              <a:gdLst/>
              <a:ahLst/>
              <a:cxnLst/>
              <a:rect l="l" t="t" r="r" b="b"/>
              <a:pathLst>
                <a:path w="757" h="698" extrusionOk="0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2" name="Google Shape;10552;p74"/>
            <p:cNvSpPr/>
            <p:nvPr/>
          </p:nvSpPr>
          <p:spPr>
            <a:xfrm>
              <a:off x="-55620175" y="2686900"/>
              <a:ext cx="319800" cy="318300"/>
            </a:xfrm>
            <a:custGeom>
              <a:avLst/>
              <a:gdLst/>
              <a:ahLst/>
              <a:cxnLst/>
              <a:rect l="l" t="t" r="r" b="b"/>
              <a:pathLst>
                <a:path w="12792" h="12732" extrusionOk="0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53" name="Google Shape;10553;p74"/>
          <p:cNvGrpSpPr/>
          <p:nvPr/>
        </p:nvGrpSpPr>
        <p:grpSpPr>
          <a:xfrm>
            <a:off x="8265184" y="3578832"/>
            <a:ext cx="482625" cy="481453"/>
            <a:chOff x="-53690500" y="1903275"/>
            <a:chExt cx="319000" cy="318225"/>
          </a:xfrm>
        </p:grpSpPr>
        <p:sp>
          <p:nvSpPr>
            <p:cNvPr id="10554" name="Google Shape;10554;p74"/>
            <p:cNvSpPr/>
            <p:nvPr/>
          </p:nvSpPr>
          <p:spPr>
            <a:xfrm>
              <a:off x="-53567625" y="2136625"/>
              <a:ext cx="71675" cy="29750"/>
            </a:xfrm>
            <a:custGeom>
              <a:avLst/>
              <a:gdLst/>
              <a:ahLst/>
              <a:cxnLst/>
              <a:rect l="l" t="t" r="r" b="b"/>
              <a:pathLst>
                <a:path w="2867" h="1190" extrusionOk="0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5" name="Google Shape;10555;p74"/>
            <p:cNvSpPr/>
            <p:nvPr/>
          </p:nvSpPr>
          <p:spPr>
            <a:xfrm>
              <a:off x="-535022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6" name="Google Shape;10556;p74"/>
            <p:cNvSpPr/>
            <p:nvPr/>
          </p:nvSpPr>
          <p:spPr>
            <a:xfrm>
              <a:off x="-53577075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7" name="Google Shape;10557;p74"/>
            <p:cNvSpPr/>
            <p:nvPr/>
          </p:nvSpPr>
          <p:spPr>
            <a:xfrm>
              <a:off x="-53690500" y="19032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58" name="Google Shape;10558;p74"/>
          <p:cNvGrpSpPr/>
          <p:nvPr/>
        </p:nvGrpSpPr>
        <p:grpSpPr>
          <a:xfrm>
            <a:off x="8294968" y="4183450"/>
            <a:ext cx="423053" cy="479071"/>
            <a:chOff x="-53670800" y="2296300"/>
            <a:chExt cx="279625" cy="316650"/>
          </a:xfrm>
        </p:grpSpPr>
        <p:sp>
          <p:nvSpPr>
            <p:cNvPr id="10559" name="Google Shape;10559;p74"/>
            <p:cNvSpPr/>
            <p:nvPr/>
          </p:nvSpPr>
          <p:spPr>
            <a:xfrm>
              <a:off x="-53567625" y="25272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0" name="Google Shape;10560;p74"/>
            <p:cNvSpPr/>
            <p:nvPr/>
          </p:nvSpPr>
          <p:spPr>
            <a:xfrm>
              <a:off x="-53502250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1" name="Google Shape;10561;p74"/>
            <p:cNvSpPr/>
            <p:nvPr/>
          </p:nvSpPr>
          <p:spPr>
            <a:xfrm>
              <a:off x="-53577075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2" name="Google Shape;10562;p74"/>
            <p:cNvSpPr/>
            <p:nvPr/>
          </p:nvSpPr>
          <p:spPr>
            <a:xfrm>
              <a:off x="-5367080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63" name="Google Shape;10563;p74"/>
          <p:cNvGrpSpPr/>
          <p:nvPr/>
        </p:nvGrpSpPr>
        <p:grpSpPr>
          <a:xfrm>
            <a:off x="8265184" y="4803900"/>
            <a:ext cx="482625" cy="482059"/>
            <a:chOff x="-53690500" y="2686575"/>
            <a:chExt cx="319000" cy="318625"/>
          </a:xfrm>
        </p:grpSpPr>
        <p:sp>
          <p:nvSpPr>
            <p:cNvPr id="10564" name="Google Shape;10564;p74"/>
            <p:cNvSpPr/>
            <p:nvPr/>
          </p:nvSpPr>
          <p:spPr>
            <a:xfrm>
              <a:off x="-53567625" y="2917925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5" name="Google Shape;10565;p74"/>
            <p:cNvSpPr/>
            <p:nvPr/>
          </p:nvSpPr>
          <p:spPr>
            <a:xfrm>
              <a:off x="-535770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6" name="Google Shape;10566;p74"/>
            <p:cNvSpPr/>
            <p:nvPr/>
          </p:nvSpPr>
          <p:spPr>
            <a:xfrm>
              <a:off x="-5350225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7" name="Google Shape;10567;p74"/>
            <p:cNvSpPr/>
            <p:nvPr/>
          </p:nvSpPr>
          <p:spPr>
            <a:xfrm>
              <a:off x="-53690500" y="2686575"/>
              <a:ext cx="319000" cy="318625"/>
            </a:xfrm>
            <a:custGeom>
              <a:avLst/>
              <a:gdLst/>
              <a:ahLst/>
              <a:cxnLst/>
              <a:rect l="l" t="t" r="r" b="b"/>
              <a:pathLst>
                <a:path w="12760" h="12745" extrusionOk="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68" name="Google Shape;10568;p74"/>
          <p:cNvGrpSpPr/>
          <p:nvPr/>
        </p:nvGrpSpPr>
        <p:grpSpPr>
          <a:xfrm>
            <a:off x="10678226" y="4194380"/>
            <a:ext cx="423092" cy="481264"/>
            <a:chOff x="-52092425" y="2303525"/>
            <a:chExt cx="279650" cy="318100"/>
          </a:xfrm>
        </p:grpSpPr>
        <p:sp>
          <p:nvSpPr>
            <p:cNvPr id="10569" name="Google Shape;10569;p74"/>
            <p:cNvSpPr/>
            <p:nvPr/>
          </p:nvSpPr>
          <p:spPr>
            <a:xfrm>
              <a:off x="-51989225" y="253595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0" name="Google Shape;10570;p74"/>
            <p:cNvSpPr/>
            <p:nvPr/>
          </p:nvSpPr>
          <p:spPr>
            <a:xfrm>
              <a:off x="-52092425" y="2303525"/>
              <a:ext cx="279650" cy="318100"/>
            </a:xfrm>
            <a:custGeom>
              <a:avLst/>
              <a:gdLst/>
              <a:ahLst/>
              <a:cxnLst/>
              <a:rect l="l" t="t" r="r" b="b"/>
              <a:pathLst>
                <a:path w="11186" h="12724" extrusionOk="0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1" name="Google Shape;10571;p74"/>
            <p:cNvSpPr/>
            <p:nvPr/>
          </p:nvSpPr>
          <p:spPr>
            <a:xfrm>
              <a:off x="-51998675" y="2454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2" name="Google Shape;10572;p74"/>
            <p:cNvSpPr/>
            <p:nvPr/>
          </p:nvSpPr>
          <p:spPr>
            <a:xfrm>
              <a:off x="-51925450" y="2454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3" name="Google Shape;10573;p74"/>
            <p:cNvSpPr/>
            <p:nvPr/>
          </p:nvSpPr>
          <p:spPr>
            <a:xfrm>
              <a:off x="-51981350" y="2472725"/>
              <a:ext cx="55925" cy="55950"/>
            </a:xfrm>
            <a:custGeom>
              <a:avLst/>
              <a:gdLst/>
              <a:ahLst/>
              <a:cxnLst/>
              <a:rect l="l" t="t" r="r" b="b"/>
              <a:pathLst>
                <a:path w="2237" h="2238" extrusionOk="0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74" name="Google Shape;10574;p74"/>
          <p:cNvGrpSpPr/>
          <p:nvPr/>
        </p:nvGrpSpPr>
        <p:grpSpPr>
          <a:xfrm>
            <a:off x="7636971" y="1741666"/>
            <a:ext cx="485008" cy="481453"/>
            <a:chOff x="-57189125" y="1904850"/>
            <a:chExt cx="320575" cy="318225"/>
          </a:xfrm>
        </p:grpSpPr>
        <p:sp>
          <p:nvSpPr>
            <p:cNvPr id="10575" name="Google Shape;10575;p74"/>
            <p:cNvSpPr/>
            <p:nvPr/>
          </p:nvSpPr>
          <p:spPr>
            <a:xfrm>
              <a:off x="-5707335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6" name="Google Shape;10576;p74"/>
            <p:cNvSpPr/>
            <p:nvPr/>
          </p:nvSpPr>
          <p:spPr>
            <a:xfrm>
              <a:off x="-569985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7" name="Google Shape;10577;p74"/>
            <p:cNvSpPr/>
            <p:nvPr/>
          </p:nvSpPr>
          <p:spPr>
            <a:xfrm>
              <a:off x="-57035550" y="2007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8" name="Google Shape;10578;p74"/>
            <p:cNvSpPr/>
            <p:nvPr/>
          </p:nvSpPr>
          <p:spPr>
            <a:xfrm>
              <a:off x="-5706390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9" name="Google Shape;10579;p74"/>
            <p:cNvSpPr/>
            <p:nvPr/>
          </p:nvSpPr>
          <p:spPr>
            <a:xfrm>
              <a:off x="-57189125" y="1904850"/>
              <a:ext cx="320575" cy="318225"/>
            </a:xfrm>
            <a:custGeom>
              <a:avLst/>
              <a:gdLst/>
              <a:ahLst/>
              <a:cxnLst/>
              <a:rect l="l" t="t" r="r" b="b"/>
              <a:pathLst>
                <a:path w="12823" h="12729" extrusionOk="0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80" name="Google Shape;10580;p74"/>
          <p:cNvGrpSpPr/>
          <p:nvPr/>
        </p:nvGrpSpPr>
        <p:grpSpPr>
          <a:xfrm>
            <a:off x="7638162" y="2401314"/>
            <a:ext cx="482625" cy="421881"/>
            <a:chOff x="-57187550" y="2314425"/>
            <a:chExt cx="319000" cy="278850"/>
          </a:xfrm>
        </p:grpSpPr>
        <p:sp>
          <p:nvSpPr>
            <p:cNvPr id="10581" name="Google Shape;10581;p74"/>
            <p:cNvSpPr/>
            <p:nvPr/>
          </p:nvSpPr>
          <p:spPr>
            <a:xfrm>
              <a:off x="-57073350" y="2445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2" name="Google Shape;10582;p74"/>
            <p:cNvSpPr/>
            <p:nvPr/>
          </p:nvSpPr>
          <p:spPr>
            <a:xfrm>
              <a:off x="-56998525" y="2445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3" name="Google Shape;10583;p74"/>
            <p:cNvSpPr/>
            <p:nvPr/>
          </p:nvSpPr>
          <p:spPr>
            <a:xfrm>
              <a:off x="-5706390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4" name="Google Shape;10584;p74"/>
            <p:cNvSpPr/>
            <p:nvPr/>
          </p:nvSpPr>
          <p:spPr>
            <a:xfrm>
              <a:off x="-57187550" y="2314425"/>
              <a:ext cx="319000" cy="278850"/>
            </a:xfrm>
            <a:custGeom>
              <a:avLst/>
              <a:gdLst/>
              <a:ahLst/>
              <a:cxnLst/>
              <a:rect l="l" t="t" r="r" b="b"/>
              <a:pathLst>
                <a:path w="12760" h="11154" extrusionOk="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85" name="Google Shape;10585;p74"/>
          <p:cNvGrpSpPr/>
          <p:nvPr/>
        </p:nvGrpSpPr>
        <p:grpSpPr>
          <a:xfrm>
            <a:off x="7660780" y="2974046"/>
            <a:ext cx="437389" cy="482361"/>
            <a:chOff x="-57172600" y="2686375"/>
            <a:chExt cx="289100" cy="318825"/>
          </a:xfrm>
        </p:grpSpPr>
        <p:sp>
          <p:nvSpPr>
            <p:cNvPr id="10586" name="Google Shape;10586;p74"/>
            <p:cNvSpPr/>
            <p:nvPr/>
          </p:nvSpPr>
          <p:spPr>
            <a:xfrm>
              <a:off x="-57063900" y="293762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7" name="Google Shape;10587;p74"/>
            <p:cNvSpPr/>
            <p:nvPr/>
          </p:nvSpPr>
          <p:spPr>
            <a:xfrm>
              <a:off x="-57172600" y="2686375"/>
              <a:ext cx="289100" cy="318825"/>
            </a:xfrm>
            <a:custGeom>
              <a:avLst/>
              <a:gdLst/>
              <a:ahLst/>
              <a:cxnLst/>
              <a:rect l="l" t="t" r="r" b="b"/>
              <a:pathLst>
                <a:path w="11564" h="12753" extrusionOk="0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88" name="Google Shape;10588;p74"/>
          <p:cNvGrpSpPr/>
          <p:nvPr/>
        </p:nvGrpSpPr>
        <p:grpSpPr>
          <a:xfrm>
            <a:off x="10611246" y="1739282"/>
            <a:ext cx="481453" cy="479071"/>
            <a:chOff x="-55225575" y="1903275"/>
            <a:chExt cx="318225" cy="316650"/>
          </a:xfrm>
        </p:grpSpPr>
        <p:sp>
          <p:nvSpPr>
            <p:cNvPr id="10589" name="Google Shape;10589;p74"/>
            <p:cNvSpPr/>
            <p:nvPr/>
          </p:nvSpPr>
          <p:spPr>
            <a:xfrm>
              <a:off x="-55104275" y="2116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0" name="Google Shape;10590;p74"/>
            <p:cNvSpPr/>
            <p:nvPr/>
          </p:nvSpPr>
          <p:spPr>
            <a:xfrm>
              <a:off x="-5511375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1" name="Google Shape;10591;p74"/>
            <p:cNvSpPr/>
            <p:nvPr/>
          </p:nvSpPr>
          <p:spPr>
            <a:xfrm>
              <a:off x="-550397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2" name="Google Shape;10592;p74"/>
            <p:cNvSpPr/>
            <p:nvPr/>
          </p:nvSpPr>
          <p:spPr>
            <a:xfrm>
              <a:off x="-55225575" y="190327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3" name="Google Shape;10593;p74"/>
            <p:cNvSpPr/>
            <p:nvPr/>
          </p:nvSpPr>
          <p:spPr>
            <a:xfrm>
              <a:off x="-55170450" y="1959200"/>
              <a:ext cx="204800" cy="225300"/>
            </a:xfrm>
            <a:custGeom>
              <a:avLst/>
              <a:gdLst/>
              <a:ahLst/>
              <a:cxnLst/>
              <a:rect l="l" t="t" r="r" b="b"/>
              <a:pathLst>
                <a:path w="8192" h="9012" extrusionOk="0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94" name="Google Shape;10594;p74"/>
          <p:cNvGrpSpPr/>
          <p:nvPr/>
        </p:nvGrpSpPr>
        <p:grpSpPr>
          <a:xfrm>
            <a:off x="10626148" y="2373891"/>
            <a:ext cx="451648" cy="479071"/>
            <a:chOff x="-55217700" y="2296300"/>
            <a:chExt cx="298525" cy="316650"/>
          </a:xfrm>
        </p:grpSpPr>
        <p:sp>
          <p:nvSpPr>
            <p:cNvPr id="10595" name="Google Shape;10595;p74"/>
            <p:cNvSpPr/>
            <p:nvPr/>
          </p:nvSpPr>
          <p:spPr>
            <a:xfrm>
              <a:off x="-55105075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6" name="Google Shape;10596;p74"/>
            <p:cNvSpPr/>
            <p:nvPr/>
          </p:nvSpPr>
          <p:spPr>
            <a:xfrm>
              <a:off x="-55030250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7" name="Google Shape;10597;p74"/>
            <p:cNvSpPr/>
            <p:nvPr/>
          </p:nvSpPr>
          <p:spPr>
            <a:xfrm>
              <a:off x="-55095625" y="2488675"/>
              <a:ext cx="73275" cy="29775"/>
            </a:xfrm>
            <a:custGeom>
              <a:avLst/>
              <a:gdLst/>
              <a:ahLst/>
              <a:cxnLst/>
              <a:rect l="l" t="t" r="r" b="b"/>
              <a:pathLst>
                <a:path w="2931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8" name="Google Shape;10598;p74"/>
            <p:cNvSpPr/>
            <p:nvPr/>
          </p:nvSpPr>
          <p:spPr>
            <a:xfrm>
              <a:off x="-55217700" y="2296300"/>
              <a:ext cx="298525" cy="316650"/>
            </a:xfrm>
            <a:custGeom>
              <a:avLst/>
              <a:gdLst/>
              <a:ahLst/>
              <a:cxnLst/>
              <a:rect l="l" t="t" r="r" b="b"/>
              <a:pathLst>
                <a:path w="11941" h="12666" extrusionOk="0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99" name="Google Shape;10599;p74"/>
          <p:cNvGrpSpPr/>
          <p:nvPr/>
        </p:nvGrpSpPr>
        <p:grpSpPr>
          <a:xfrm>
            <a:off x="10610055" y="2977337"/>
            <a:ext cx="483836" cy="479071"/>
            <a:chOff x="-55229525" y="2688550"/>
            <a:chExt cx="319800" cy="316650"/>
          </a:xfrm>
        </p:grpSpPr>
        <p:sp>
          <p:nvSpPr>
            <p:cNvPr id="10600" name="Google Shape;10600;p74"/>
            <p:cNvSpPr/>
            <p:nvPr/>
          </p:nvSpPr>
          <p:spPr>
            <a:xfrm>
              <a:off x="-551042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1" name="Google Shape;10601;p74"/>
            <p:cNvSpPr/>
            <p:nvPr/>
          </p:nvSpPr>
          <p:spPr>
            <a:xfrm>
              <a:off x="-550397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2" name="Google Shape;10602;p74"/>
            <p:cNvSpPr/>
            <p:nvPr/>
          </p:nvSpPr>
          <p:spPr>
            <a:xfrm>
              <a:off x="-5511375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3" name="Google Shape;10603;p74"/>
            <p:cNvSpPr/>
            <p:nvPr/>
          </p:nvSpPr>
          <p:spPr>
            <a:xfrm>
              <a:off x="-55229525" y="2688550"/>
              <a:ext cx="319800" cy="316650"/>
            </a:xfrm>
            <a:custGeom>
              <a:avLst/>
              <a:gdLst/>
              <a:ahLst/>
              <a:cxnLst/>
              <a:rect l="l" t="t" r="r" b="b"/>
              <a:pathLst>
                <a:path w="12792" h="12666" extrusionOk="0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04" name="Google Shape;10604;p74"/>
          <p:cNvGrpSpPr/>
          <p:nvPr/>
        </p:nvGrpSpPr>
        <p:grpSpPr>
          <a:xfrm>
            <a:off x="8871681" y="3578832"/>
            <a:ext cx="451687" cy="481453"/>
            <a:chOff x="-53288825" y="1903275"/>
            <a:chExt cx="298550" cy="318225"/>
          </a:xfrm>
        </p:grpSpPr>
        <p:sp>
          <p:nvSpPr>
            <p:cNvPr id="10605" name="Google Shape;10605;p74"/>
            <p:cNvSpPr/>
            <p:nvPr/>
          </p:nvSpPr>
          <p:spPr>
            <a:xfrm>
              <a:off x="-53214000" y="20529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6" name="Google Shape;10606;p74"/>
            <p:cNvSpPr/>
            <p:nvPr/>
          </p:nvSpPr>
          <p:spPr>
            <a:xfrm>
              <a:off x="-53139175" y="2052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7" name="Google Shape;10607;p74"/>
            <p:cNvSpPr/>
            <p:nvPr/>
          </p:nvSpPr>
          <p:spPr>
            <a:xfrm>
              <a:off x="-53288825" y="1903275"/>
              <a:ext cx="298550" cy="318225"/>
            </a:xfrm>
            <a:custGeom>
              <a:avLst/>
              <a:gdLst/>
              <a:ahLst/>
              <a:cxnLst/>
              <a:rect l="l" t="t" r="r" b="b"/>
              <a:pathLst>
                <a:path w="11942" h="12729" extrusionOk="0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08" name="Google Shape;10608;p74"/>
          <p:cNvGrpSpPr/>
          <p:nvPr/>
        </p:nvGrpSpPr>
        <p:grpSpPr>
          <a:xfrm>
            <a:off x="8856191" y="4181067"/>
            <a:ext cx="482664" cy="481453"/>
            <a:chOff x="-53299850" y="2294725"/>
            <a:chExt cx="319025" cy="318225"/>
          </a:xfrm>
        </p:grpSpPr>
        <p:sp>
          <p:nvSpPr>
            <p:cNvPr id="10609" name="Google Shape;10609;p74"/>
            <p:cNvSpPr/>
            <p:nvPr/>
          </p:nvSpPr>
          <p:spPr>
            <a:xfrm>
              <a:off x="-53175400" y="25265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0" name="Google Shape;10610;p74"/>
            <p:cNvSpPr/>
            <p:nvPr/>
          </p:nvSpPr>
          <p:spPr>
            <a:xfrm>
              <a:off x="-53299850" y="22947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11" name="Google Shape;10611;p74"/>
          <p:cNvGrpSpPr/>
          <p:nvPr/>
        </p:nvGrpSpPr>
        <p:grpSpPr>
          <a:xfrm>
            <a:off x="8886582" y="4805680"/>
            <a:ext cx="421881" cy="480281"/>
            <a:chOff x="-53278575" y="2687750"/>
            <a:chExt cx="278850" cy="317450"/>
          </a:xfrm>
        </p:grpSpPr>
        <p:sp>
          <p:nvSpPr>
            <p:cNvPr id="10612" name="Google Shape;10612;p74"/>
            <p:cNvSpPr/>
            <p:nvPr/>
          </p:nvSpPr>
          <p:spPr>
            <a:xfrm>
              <a:off x="-53175400" y="2919525"/>
              <a:ext cx="71700" cy="28950"/>
            </a:xfrm>
            <a:custGeom>
              <a:avLst/>
              <a:gdLst/>
              <a:ahLst/>
              <a:cxnLst/>
              <a:rect l="l" t="t" r="r" b="b"/>
              <a:pathLst>
                <a:path w="2868" h="1158" extrusionOk="0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3" name="Google Shape;10613;p74"/>
            <p:cNvSpPr/>
            <p:nvPr/>
          </p:nvSpPr>
          <p:spPr>
            <a:xfrm>
              <a:off x="-53185625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4" name="Google Shape;10614;p74"/>
            <p:cNvSpPr/>
            <p:nvPr/>
          </p:nvSpPr>
          <p:spPr>
            <a:xfrm>
              <a:off x="-531108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5" name="Google Shape;10615;p74"/>
            <p:cNvSpPr/>
            <p:nvPr/>
          </p:nvSpPr>
          <p:spPr>
            <a:xfrm>
              <a:off x="-53278575" y="2687750"/>
              <a:ext cx="278850" cy="317450"/>
            </a:xfrm>
            <a:custGeom>
              <a:avLst/>
              <a:gdLst/>
              <a:ahLst/>
              <a:cxnLst/>
              <a:rect l="l" t="t" r="r" b="b"/>
              <a:pathLst>
                <a:path w="11154" h="12698" extrusionOk="0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16" name="Google Shape;10616;p74"/>
          <p:cNvGrpSpPr/>
          <p:nvPr/>
        </p:nvGrpSpPr>
        <p:grpSpPr>
          <a:xfrm>
            <a:off x="10648440" y="4805263"/>
            <a:ext cx="482664" cy="483080"/>
            <a:chOff x="-52101875" y="2687475"/>
            <a:chExt cx="319025" cy="319300"/>
          </a:xfrm>
        </p:grpSpPr>
        <p:sp>
          <p:nvSpPr>
            <p:cNvPr id="10617" name="Google Shape;10617;p74"/>
            <p:cNvSpPr/>
            <p:nvPr/>
          </p:nvSpPr>
          <p:spPr>
            <a:xfrm>
              <a:off x="-519782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8" name="Google Shape;10618;p74"/>
            <p:cNvSpPr/>
            <p:nvPr/>
          </p:nvSpPr>
          <p:spPr>
            <a:xfrm>
              <a:off x="-51988450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9" name="Google Shape;10619;p74"/>
            <p:cNvSpPr/>
            <p:nvPr/>
          </p:nvSpPr>
          <p:spPr>
            <a:xfrm>
              <a:off x="-51913625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0" name="Google Shape;10620;p74"/>
            <p:cNvSpPr/>
            <p:nvPr/>
          </p:nvSpPr>
          <p:spPr>
            <a:xfrm>
              <a:off x="-52101875" y="2687475"/>
              <a:ext cx="319025" cy="319300"/>
            </a:xfrm>
            <a:custGeom>
              <a:avLst/>
              <a:gdLst/>
              <a:ahLst/>
              <a:cxnLst/>
              <a:rect l="l" t="t" r="r" b="b"/>
              <a:pathLst>
                <a:path w="12761" h="12772" extrusionOk="0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21" name="Google Shape;10621;p74"/>
          <p:cNvGrpSpPr/>
          <p:nvPr/>
        </p:nvGrpSpPr>
        <p:grpSpPr>
          <a:xfrm>
            <a:off x="8268106" y="1740492"/>
            <a:ext cx="423053" cy="481453"/>
            <a:chOff x="-56774050" y="1904075"/>
            <a:chExt cx="279625" cy="318225"/>
          </a:xfrm>
        </p:grpSpPr>
        <p:sp>
          <p:nvSpPr>
            <p:cNvPr id="10622" name="Google Shape;10622;p74"/>
            <p:cNvSpPr/>
            <p:nvPr/>
          </p:nvSpPr>
          <p:spPr>
            <a:xfrm>
              <a:off x="-5667165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3" name="Google Shape;10623;p74"/>
            <p:cNvSpPr/>
            <p:nvPr/>
          </p:nvSpPr>
          <p:spPr>
            <a:xfrm>
              <a:off x="-56774050" y="19040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24" name="Google Shape;10624;p74"/>
          <p:cNvGrpSpPr/>
          <p:nvPr/>
        </p:nvGrpSpPr>
        <p:grpSpPr>
          <a:xfrm>
            <a:off x="8268106" y="2371508"/>
            <a:ext cx="423053" cy="481453"/>
            <a:chOff x="-56774850" y="2294725"/>
            <a:chExt cx="279625" cy="318225"/>
          </a:xfrm>
        </p:grpSpPr>
        <p:sp>
          <p:nvSpPr>
            <p:cNvPr id="10625" name="Google Shape;10625;p74"/>
            <p:cNvSpPr/>
            <p:nvPr/>
          </p:nvSpPr>
          <p:spPr>
            <a:xfrm>
              <a:off x="-56681100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6" name="Google Shape;10626;p74"/>
            <p:cNvSpPr/>
            <p:nvPr/>
          </p:nvSpPr>
          <p:spPr>
            <a:xfrm>
              <a:off x="-56606275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7" name="Google Shape;10627;p74"/>
            <p:cNvSpPr/>
            <p:nvPr/>
          </p:nvSpPr>
          <p:spPr>
            <a:xfrm>
              <a:off x="-56774850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28" name="Google Shape;10628;p74"/>
          <p:cNvGrpSpPr/>
          <p:nvPr/>
        </p:nvGrpSpPr>
        <p:grpSpPr>
          <a:xfrm>
            <a:off x="8296115" y="2974953"/>
            <a:ext cx="367037" cy="480243"/>
            <a:chOff x="-56756725" y="2686975"/>
            <a:chExt cx="242600" cy="317425"/>
          </a:xfrm>
        </p:grpSpPr>
        <p:sp>
          <p:nvSpPr>
            <p:cNvPr id="10629" name="Google Shape;10629;p74"/>
            <p:cNvSpPr/>
            <p:nvPr/>
          </p:nvSpPr>
          <p:spPr>
            <a:xfrm>
              <a:off x="-5668110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0" name="Google Shape;10630;p74"/>
            <p:cNvSpPr/>
            <p:nvPr/>
          </p:nvSpPr>
          <p:spPr>
            <a:xfrm>
              <a:off x="-566062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1" name="Google Shape;10631;p74"/>
            <p:cNvSpPr/>
            <p:nvPr/>
          </p:nvSpPr>
          <p:spPr>
            <a:xfrm>
              <a:off x="-56756725" y="2686975"/>
              <a:ext cx="242600" cy="317425"/>
            </a:xfrm>
            <a:custGeom>
              <a:avLst/>
              <a:gdLst/>
              <a:ahLst/>
              <a:cxnLst/>
              <a:rect l="l" t="t" r="r" b="b"/>
              <a:pathLst>
                <a:path w="9704" h="12697" extrusionOk="0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32" name="Google Shape;10632;p74"/>
          <p:cNvGrpSpPr/>
          <p:nvPr/>
        </p:nvGrpSpPr>
        <p:grpSpPr>
          <a:xfrm>
            <a:off x="6494024" y="3578832"/>
            <a:ext cx="449795" cy="482664"/>
            <a:chOff x="-54826975" y="1903275"/>
            <a:chExt cx="297300" cy="319025"/>
          </a:xfrm>
        </p:grpSpPr>
        <p:sp>
          <p:nvSpPr>
            <p:cNvPr id="10633" name="Google Shape;10633;p74"/>
            <p:cNvSpPr/>
            <p:nvPr/>
          </p:nvSpPr>
          <p:spPr>
            <a:xfrm>
              <a:off x="-547128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4" name="Google Shape;10634;p74"/>
            <p:cNvSpPr/>
            <p:nvPr/>
          </p:nvSpPr>
          <p:spPr>
            <a:xfrm>
              <a:off x="-54826975" y="1903275"/>
              <a:ext cx="297300" cy="319025"/>
            </a:xfrm>
            <a:custGeom>
              <a:avLst/>
              <a:gdLst/>
              <a:ahLst/>
              <a:cxnLst/>
              <a:rect l="l" t="t" r="r" b="b"/>
              <a:pathLst>
                <a:path w="11892" h="12761" extrusionOk="0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5" name="Google Shape;10635;p74"/>
            <p:cNvSpPr/>
            <p:nvPr/>
          </p:nvSpPr>
          <p:spPr>
            <a:xfrm>
              <a:off x="-54722300" y="1997800"/>
              <a:ext cx="92175" cy="17350"/>
            </a:xfrm>
            <a:custGeom>
              <a:avLst/>
              <a:gdLst/>
              <a:ahLst/>
              <a:cxnLst/>
              <a:rect l="l" t="t" r="r" b="b"/>
              <a:pathLst>
                <a:path w="36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36" name="Google Shape;10636;p74"/>
          <p:cNvGrpSpPr/>
          <p:nvPr/>
        </p:nvGrpSpPr>
        <p:grpSpPr>
          <a:xfrm>
            <a:off x="6477609" y="4183449"/>
            <a:ext cx="482625" cy="479032"/>
            <a:chOff x="-54836500" y="2296300"/>
            <a:chExt cx="319000" cy="316625"/>
          </a:xfrm>
        </p:grpSpPr>
        <p:sp>
          <p:nvSpPr>
            <p:cNvPr id="10637" name="Google Shape;10637;p74"/>
            <p:cNvSpPr/>
            <p:nvPr/>
          </p:nvSpPr>
          <p:spPr>
            <a:xfrm>
              <a:off x="-54722300" y="2445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8" name="Google Shape;10638;p74"/>
            <p:cNvSpPr/>
            <p:nvPr/>
          </p:nvSpPr>
          <p:spPr>
            <a:xfrm>
              <a:off x="-54647475" y="24459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9" name="Google Shape;10639;p74"/>
            <p:cNvSpPr/>
            <p:nvPr/>
          </p:nvSpPr>
          <p:spPr>
            <a:xfrm>
              <a:off x="-5471285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0" name="Google Shape;10640;p74"/>
            <p:cNvSpPr/>
            <p:nvPr/>
          </p:nvSpPr>
          <p:spPr>
            <a:xfrm>
              <a:off x="-54836500" y="2296300"/>
              <a:ext cx="319000" cy="316625"/>
            </a:xfrm>
            <a:custGeom>
              <a:avLst/>
              <a:gdLst/>
              <a:ahLst/>
              <a:cxnLst/>
              <a:rect l="l" t="t" r="r" b="b"/>
              <a:pathLst>
                <a:path w="12760" h="12665" extrusionOk="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41" name="Google Shape;10641;p74"/>
          <p:cNvGrpSpPr/>
          <p:nvPr/>
        </p:nvGrpSpPr>
        <p:grpSpPr>
          <a:xfrm>
            <a:off x="6506203" y="4805679"/>
            <a:ext cx="425437" cy="481453"/>
            <a:chOff x="-54817600" y="2687750"/>
            <a:chExt cx="281200" cy="318225"/>
          </a:xfrm>
        </p:grpSpPr>
        <p:sp>
          <p:nvSpPr>
            <p:cNvPr id="10642" name="Google Shape;10642;p74"/>
            <p:cNvSpPr/>
            <p:nvPr/>
          </p:nvSpPr>
          <p:spPr>
            <a:xfrm>
              <a:off x="-547128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3" name="Google Shape;10643;p74"/>
            <p:cNvSpPr/>
            <p:nvPr/>
          </p:nvSpPr>
          <p:spPr>
            <a:xfrm>
              <a:off x="-5472230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4" name="Google Shape;10644;p74"/>
            <p:cNvSpPr/>
            <p:nvPr/>
          </p:nvSpPr>
          <p:spPr>
            <a:xfrm>
              <a:off x="-54647475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5" name="Google Shape;10645;p74"/>
            <p:cNvSpPr/>
            <p:nvPr/>
          </p:nvSpPr>
          <p:spPr>
            <a:xfrm>
              <a:off x="-54817600" y="2687750"/>
              <a:ext cx="281200" cy="318225"/>
            </a:xfrm>
            <a:custGeom>
              <a:avLst/>
              <a:gdLst/>
              <a:ahLst/>
              <a:cxnLst/>
              <a:rect l="l" t="t" r="r" b="b"/>
              <a:pathLst>
                <a:path w="11248" h="12729" extrusionOk="0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46" name="Google Shape;10646;p74"/>
          <p:cNvGrpSpPr/>
          <p:nvPr/>
        </p:nvGrpSpPr>
        <p:grpSpPr>
          <a:xfrm>
            <a:off x="9480635" y="3578833"/>
            <a:ext cx="423053" cy="479071"/>
            <a:chOff x="-52887125" y="1903275"/>
            <a:chExt cx="279625" cy="316650"/>
          </a:xfrm>
        </p:grpSpPr>
        <p:sp>
          <p:nvSpPr>
            <p:cNvPr id="10647" name="Google Shape;10647;p74"/>
            <p:cNvSpPr/>
            <p:nvPr/>
          </p:nvSpPr>
          <p:spPr>
            <a:xfrm>
              <a:off x="-527839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8" name="Google Shape;10648;p74"/>
            <p:cNvSpPr/>
            <p:nvPr/>
          </p:nvSpPr>
          <p:spPr>
            <a:xfrm>
              <a:off x="-52887125" y="1903275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49" name="Google Shape;10649;p74"/>
          <p:cNvGrpSpPr/>
          <p:nvPr/>
        </p:nvGrpSpPr>
        <p:grpSpPr>
          <a:xfrm>
            <a:off x="9452040" y="4179894"/>
            <a:ext cx="480243" cy="482625"/>
            <a:chOff x="-52906025" y="2293950"/>
            <a:chExt cx="317425" cy="319000"/>
          </a:xfrm>
        </p:grpSpPr>
        <p:sp>
          <p:nvSpPr>
            <p:cNvPr id="10650" name="Google Shape;10650;p74"/>
            <p:cNvSpPr/>
            <p:nvPr/>
          </p:nvSpPr>
          <p:spPr>
            <a:xfrm>
              <a:off x="-52783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1" name="Google Shape;10651;p74"/>
            <p:cNvSpPr/>
            <p:nvPr/>
          </p:nvSpPr>
          <p:spPr>
            <a:xfrm>
              <a:off x="-52718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2" name="Google Shape;10652;p74"/>
            <p:cNvSpPr/>
            <p:nvPr/>
          </p:nvSpPr>
          <p:spPr>
            <a:xfrm>
              <a:off x="-52906025" y="2293950"/>
              <a:ext cx="317425" cy="319000"/>
            </a:xfrm>
            <a:custGeom>
              <a:avLst/>
              <a:gdLst/>
              <a:ahLst/>
              <a:cxnLst/>
              <a:rect l="l" t="t" r="r" b="b"/>
              <a:pathLst>
                <a:path w="12697" h="12760" extrusionOk="0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53" name="Google Shape;10653;p74"/>
          <p:cNvGrpSpPr/>
          <p:nvPr/>
        </p:nvGrpSpPr>
        <p:grpSpPr>
          <a:xfrm>
            <a:off x="9480635" y="4804506"/>
            <a:ext cx="423053" cy="481453"/>
            <a:chOff x="-52887125" y="2686975"/>
            <a:chExt cx="279625" cy="318225"/>
          </a:xfrm>
        </p:grpSpPr>
        <p:sp>
          <p:nvSpPr>
            <p:cNvPr id="10654" name="Google Shape;10654;p74"/>
            <p:cNvSpPr/>
            <p:nvPr/>
          </p:nvSpPr>
          <p:spPr>
            <a:xfrm>
              <a:off x="-527839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5" name="Google Shape;10655;p74"/>
            <p:cNvSpPr/>
            <p:nvPr/>
          </p:nvSpPr>
          <p:spPr>
            <a:xfrm>
              <a:off x="-527934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6" name="Google Shape;10656;p74"/>
            <p:cNvSpPr/>
            <p:nvPr/>
          </p:nvSpPr>
          <p:spPr>
            <a:xfrm>
              <a:off x="-5271857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7" name="Google Shape;10657;p74"/>
            <p:cNvSpPr/>
            <p:nvPr/>
          </p:nvSpPr>
          <p:spPr>
            <a:xfrm>
              <a:off x="-52887125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58" name="Google Shape;10658;p74"/>
          <p:cNvGrpSpPr/>
          <p:nvPr/>
        </p:nvGrpSpPr>
        <p:grpSpPr>
          <a:xfrm>
            <a:off x="8294464" y="5417331"/>
            <a:ext cx="424227" cy="479071"/>
            <a:chOff x="-51722225" y="1915100"/>
            <a:chExt cx="280400" cy="316650"/>
          </a:xfrm>
        </p:grpSpPr>
        <p:sp>
          <p:nvSpPr>
            <p:cNvPr id="10659" name="Google Shape;10659;p74"/>
            <p:cNvSpPr/>
            <p:nvPr/>
          </p:nvSpPr>
          <p:spPr>
            <a:xfrm>
              <a:off x="-51618275" y="21460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0" name="Google Shape;10660;p74"/>
            <p:cNvSpPr/>
            <p:nvPr/>
          </p:nvSpPr>
          <p:spPr>
            <a:xfrm>
              <a:off x="-51627725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1" name="Google Shape;10661;p74"/>
            <p:cNvSpPr/>
            <p:nvPr/>
          </p:nvSpPr>
          <p:spPr>
            <a:xfrm>
              <a:off x="-51552900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2" name="Google Shape;10662;p74"/>
            <p:cNvSpPr/>
            <p:nvPr/>
          </p:nvSpPr>
          <p:spPr>
            <a:xfrm>
              <a:off x="-51722225" y="1915100"/>
              <a:ext cx="280400" cy="316650"/>
            </a:xfrm>
            <a:custGeom>
              <a:avLst/>
              <a:gdLst/>
              <a:ahLst/>
              <a:cxnLst/>
              <a:rect l="l" t="t" r="r" b="b"/>
              <a:pathLst>
                <a:path w="11216" h="12666" extrusionOk="0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63" name="Google Shape;10663;p74"/>
          <p:cNvGrpSpPr/>
          <p:nvPr/>
        </p:nvGrpSpPr>
        <p:grpSpPr>
          <a:xfrm>
            <a:off x="8822238" y="1738260"/>
            <a:ext cx="494540" cy="481301"/>
            <a:chOff x="-56407800" y="1902600"/>
            <a:chExt cx="326875" cy="318125"/>
          </a:xfrm>
        </p:grpSpPr>
        <p:sp>
          <p:nvSpPr>
            <p:cNvPr id="10664" name="Google Shape;10664;p74"/>
            <p:cNvSpPr/>
            <p:nvPr/>
          </p:nvSpPr>
          <p:spPr>
            <a:xfrm>
              <a:off x="-562896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5" name="Google Shape;10665;p74"/>
            <p:cNvSpPr/>
            <p:nvPr/>
          </p:nvSpPr>
          <p:spPr>
            <a:xfrm>
              <a:off x="-562156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6" name="Google Shape;10666;p74"/>
            <p:cNvSpPr/>
            <p:nvPr/>
          </p:nvSpPr>
          <p:spPr>
            <a:xfrm>
              <a:off x="-56407800" y="1902600"/>
              <a:ext cx="326875" cy="318125"/>
            </a:xfrm>
            <a:custGeom>
              <a:avLst/>
              <a:gdLst/>
              <a:ahLst/>
              <a:cxnLst/>
              <a:rect l="l" t="t" r="r" b="b"/>
              <a:pathLst>
                <a:path w="13075" h="12725" extrusionOk="0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67" name="Google Shape;10667;p74"/>
          <p:cNvGrpSpPr/>
          <p:nvPr/>
        </p:nvGrpSpPr>
        <p:grpSpPr>
          <a:xfrm>
            <a:off x="8829973" y="2387016"/>
            <a:ext cx="479071" cy="451648"/>
            <a:chOff x="-56401500" y="2304975"/>
            <a:chExt cx="316650" cy="298525"/>
          </a:xfrm>
        </p:grpSpPr>
        <p:sp>
          <p:nvSpPr>
            <p:cNvPr id="10668" name="Google Shape;10668;p74"/>
            <p:cNvSpPr/>
            <p:nvPr/>
          </p:nvSpPr>
          <p:spPr>
            <a:xfrm>
              <a:off x="-56289650" y="2436500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9" name="Google Shape;10669;p74"/>
            <p:cNvSpPr/>
            <p:nvPr/>
          </p:nvSpPr>
          <p:spPr>
            <a:xfrm>
              <a:off x="-56215625" y="24365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0" name="Google Shape;10670;p74"/>
            <p:cNvSpPr/>
            <p:nvPr/>
          </p:nvSpPr>
          <p:spPr>
            <a:xfrm>
              <a:off x="-56280200" y="2499700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1" name="Google Shape;10671;p74"/>
            <p:cNvSpPr/>
            <p:nvPr/>
          </p:nvSpPr>
          <p:spPr>
            <a:xfrm>
              <a:off x="-56401500" y="2304975"/>
              <a:ext cx="316650" cy="298525"/>
            </a:xfrm>
            <a:custGeom>
              <a:avLst/>
              <a:gdLst/>
              <a:ahLst/>
              <a:cxnLst/>
              <a:rect l="l" t="t" r="r" b="b"/>
              <a:pathLst>
                <a:path w="12666" h="11941" extrusionOk="0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72" name="Google Shape;10672;p74"/>
          <p:cNvGrpSpPr/>
          <p:nvPr/>
        </p:nvGrpSpPr>
        <p:grpSpPr>
          <a:xfrm>
            <a:off x="7105151" y="3576450"/>
            <a:ext cx="426647" cy="481453"/>
            <a:chOff x="-54426150" y="1901700"/>
            <a:chExt cx="282000" cy="318225"/>
          </a:xfrm>
        </p:grpSpPr>
        <p:sp>
          <p:nvSpPr>
            <p:cNvPr id="10673" name="Google Shape;10673;p74"/>
            <p:cNvSpPr/>
            <p:nvPr/>
          </p:nvSpPr>
          <p:spPr>
            <a:xfrm>
              <a:off x="-54330850" y="2072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4" name="Google Shape;10674;p74"/>
            <p:cNvSpPr/>
            <p:nvPr/>
          </p:nvSpPr>
          <p:spPr>
            <a:xfrm>
              <a:off x="-5425680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5" name="Google Shape;10675;p74"/>
            <p:cNvSpPr/>
            <p:nvPr/>
          </p:nvSpPr>
          <p:spPr>
            <a:xfrm>
              <a:off x="-543206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6" name="Google Shape;10676;p74"/>
            <p:cNvSpPr/>
            <p:nvPr/>
          </p:nvSpPr>
          <p:spPr>
            <a:xfrm>
              <a:off x="-54426150" y="1901700"/>
              <a:ext cx="282000" cy="318225"/>
            </a:xfrm>
            <a:custGeom>
              <a:avLst/>
              <a:gdLst/>
              <a:ahLst/>
              <a:cxnLst/>
              <a:rect l="l" t="t" r="r" b="b"/>
              <a:pathLst>
                <a:path w="11280" h="12729" extrusionOk="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77" name="Google Shape;10677;p74"/>
          <p:cNvGrpSpPr/>
          <p:nvPr/>
        </p:nvGrpSpPr>
        <p:grpSpPr>
          <a:xfrm>
            <a:off x="7105151" y="4181067"/>
            <a:ext cx="426647" cy="482664"/>
            <a:chOff x="-54426150" y="2294725"/>
            <a:chExt cx="282000" cy="319025"/>
          </a:xfrm>
        </p:grpSpPr>
        <p:sp>
          <p:nvSpPr>
            <p:cNvPr id="10678" name="Google Shape;10678;p74"/>
            <p:cNvSpPr/>
            <p:nvPr/>
          </p:nvSpPr>
          <p:spPr>
            <a:xfrm>
              <a:off x="-54320600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9" name="Google Shape;10679;p74"/>
            <p:cNvSpPr/>
            <p:nvPr/>
          </p:nvSpPr>
          <p:spPr>
            <a:xfrm>
              <a:off x="-54330850" y="24640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0" name="Google Shape;10680;p74"/>
            <p:cNvSpPr/>
            <p:nvPr/>
          </p:nvSpPr>
          <p:spPr>
            <a:xfrm>
              <a:off x="-54256800" y="24640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1" name="Google Shape;10681;p74"/>
            <p:cNvSpPr/>
            <p:nvPr/>
          </p:nvSpPr>
          <p:spPr>
            <a:xfrm>
              <a:off x="-54426150" y="2294725"/>
              <a:ext cx="282000" cy="319025"/>
            </a:xfrm>
            <a:custGeom>
              <a:avLst/>
              <a:gdLst/>
              <a:ahLst/>
              <a:cxnLst/>
              <a:rect l="l" t="t" r="r" b="b"/>
              <a:pathLst>
                <a:path w="11280" h="12761" extrusionOk="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2" name="Google Shape;10682;p74"/>
            <p:cNvSpPr/>
            <p:nvPr/>
          </p:nvSpPr>
          <p:spPr>
            <a:xfrm>
              <a:off x="-54312725" y="2334125"/>
              <a:ext cx="54375" cy="53575"/>
            </a:xfrm>
            <a:custGeom>
              <a:avLst/>
              <a:gdLst/>
              <a:ahLst/>
              <a:cxnLst/>
              <a:rect l="l" t="t" r="r" b="b"/>
              <a:pathLst>
                <a:path w="2175" h="2143" extrusionOk="0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83" name="Google Shape;10683;p74"/>
          <p:cNvGrpSpPr/>
          <p:nvPr/>
        </p:nvGrpSpPr>
        <p:grpSpPr>
          <a:xfrm>
            <a:off x="7102768" y="4804506"/>
            <a:ext cx="431413" cy="482625"/>
            <a:chOff x="-54427725" y="2686975"/>
            <a:chExt cx="285150" cy="319000"/>
          </a:xfrm>
        </p:grpSpPr>
        <p:sp>
          <p:nvSpPr>
            <p:cNvPr id="10684" name="Google Shape;10684;p74"/>
            <p:cNvSpPr/>
            <p:nvPr/>
          </p:nvSpPr>
          <p:spPr>
            <a:xfrm>
              <a:off x="-543206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5" name="Google Shape;10685;p74"/>
            <p:cNvSpPr/>
            <p:nvPr/>
          </p:nvSpPr>
          <p:spPr>
            <a:xfrm>
              <a:off x="-542568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6" name="Google Shape;10686;p74"/>
            <p:cNvSpPr/>
            <p:nvPr/>
          </p:nvSpPr>
          <p:spPr>
            <a:xfrm>
              <a:off x="-543308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7" name="Google Shape;10687;p74"/>
            <p:cNvSpPr/>
            <p:nvPr/>
          </p:nvSpPr>
          <p:spPr>
            <a:xfrm>
              <a:off x="-54427725" y="2686975"/>
              <a:ext cx="285150" cy="319000"/>
            </a:xfrm>
            <a:custGeom>
              <a:avLst/>
              <a:gdLst/>
              <a:ahLst/>
              <a:cxnLst/>
              <a:rect l="l" t="t" r="r" b="b"/>
              <a:pathLst>
                <a:path w="11406" h="12760" extrusionOk="0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8" name="Google Shape;10688;p74"/>
            <p:cNvSpPr/>
            <p:nvPr/>
          </p:nvSpPr>
          <p:spPr>
            <a:xfrm>
              <a:off x="-54330850" y="2717875"/>
              <a:ext cx="93750" cy="85425"/>
            </a:xfrm>
            <a:custGeom>
              <a:avLst/>
              <a:gdLst/>
              <a:ahLst/>
              <a:cxnLst/>
              <a:rect l="l" t="t" r="r" b="b"/>
              <a:pathLst>
                <a:path w="3750" h="3417" extrusionOk="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89" name="Google Shape;10689;p74"/>
          <p:cNvGrpSpPr/>
          <p:nvPr/>
        </p:nvGrpSpPr>
        <p:grpSpPr>
          <a:xfrm>
            <a:off x="10044846" y="3579135"/>
            <a:ext cx="479071" cy="479979"/>
            <a:chOff x="-52513800" y="1903475"/>
            <a:chExt cx="316650" cy="317250"/>
          </a:xfrm>
        </p:grpSpPr>
        <p:sp>
          <p:nvSpPr>
            <p:cNvPr id="10690" name="Google Shape;10690;p74"/>
            <p:cNvSpPr/>
            <p:nvPr/>
          </p:nvSpPr>
          <p:spPr>
            <a:xfrm>
              <a:off x="-523917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1" name="Google Shape;10691;p74"/>
            <p:cNvSpPr/>
            <p:nvPr/>
          </p:nvSpPr>
          <p:spPr>
            <a:xfrm>
              <a:off x="-52513800" y="1903475"/>
              <a:ext cx="316650" cy="317250"/>
            </a:xfrm>
            <a:custGeom>
              <a:avLst/>
              <a:gdLst/>
              <a:ahLst/>
              <a:cxnLst/>
              <a:rect l="l" t="t" r="r" b="b"/>
              <a:pathLst>
                <a:path w="12666" h="12690" extrusionOk="0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92" name="Google Shape;10692;p74"/>
          <p:cNvGrpSpPr/>
          <p:nvPr/>
        </p:nvGrpSpPr>
        <p:grpSpPr>
          <a:xfrm>
            <a:off x="10057952" y="4182277"/>
            <a:ext cx="452859" cy="480243"/>
            <a:chOff x="-52505925" y="2295525"/>
            <a:chExt cx="299325" cy="317425"/>
          </a:xfrm>
        </p:grpSpPr>
        <p:sp>
          <p:nvSpPr>
            <p:cNvPr id="10693" name="Google Shape;10693;p74"/>
            <p:cNvSpPr/>
            <p:nvPr/>
          </p:nvSpPr>
          <p:spPr>
            <a:xfrm>
              <a:off x="-52401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4" name="Google Shape;10694;p74"/>
            <p:cNvSpPr/>
            <p:nvPr/>
          </p:nvSpPr>
          <p:spPr>
            <a:xfrm>
              <a:off x="-524114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5" name="Google Shape;10695;p74"/>
            <p:cNvSpPr/>
            <p:nvPr/>
          </p:nvSpPr>
          <p:spPr>
            <a:xfrm>
              <a:off x="-52336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6" name="Google Shape;10696;p74"/>
            <p:cNvSpPr/>
            <p:nvPr/>
          </p:nvSpPr>
          <p:spPr>
            <a:xfrm>
              <a:off x="-52505925" y="2295525"/>
              <a:ext cx="299325" cy="317425"/>
            </a:xfrm>
            <a:custGeom>
              <a:avLst/>
              <a:gdLst/>
              <a:ahLst/>
              <a:cxnLst/>
              <a:rect l="l" t="t" r="r" b="b"/>
              <a:pathLst>
                <a:path w="11973" h="12697" extrusionOk="0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97" name="Google Shape;10697;p74"/>
          <p:cNvGrpSpPr/>
          <p:nvPr/>
        </p:nvGrpSpPr>
        <p:grpSpPr>
          <a:xfrm>
            <a:off x="10072855" y="4804506"/>
            <a:ext cx="423053" cy="481453"/>
            <a:chOff x="-52494100" y="2686975"/>
            <a:chExt cx="279625" cy="318225"/>
          </a:xfrm>
        </p:grpSpPr>
        <p:sp>
          <p:nvSpPr>
            <p:cNvPr id="10698" name="Google Shape;10698;p74"/>
            <p:cNvSpPr/>
            <p:nvPr/>
          </p:nvSpPr>
          <p:spPr>
            <a:xfrm>
              <a:off x="-523917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9" name="Google Shape;10699;p74"/>
            <p:cNvSpPr/>
            <p:nvPr/>
          </p:nvSpPr>
          <p:spPr>
            <a:xfrm>
              <a:off x="-5240195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0" name="Google Shape;10700;p74"/>
            <p:cNvSpPr/>
            <p:nvPr/>
          </p:nvSpPr>
          <p:spPr>
            <a:xfrm>
              <a:off x="-52327925" y="28555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1" name="Google Shape;10701;p74"/>
            <p:cNvSpPr/>
            <p:nvPr/>
          </p:nvSpPr>
          <p:spPr>
            <a:xfrm>
              <a:off x="-52494100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02" name="Google Shape;10702;p74"/>
          <p:cNvGrpSpPr/>
          <p:nvPr/>
        </p:nvGrpSpPr>
        <p:grpSpPr>
          <a:xfrm>
            <a:off x="8887217" y="5419096"/>
            <a:ext cx="420671" cy="481453"/>
            <a:chOff x="-51708850" y="2305750"/>
            <a:chExt cx="278050" cy="318225"/>
          </a:xfrm>
        </p:grpSpPr>
        <p:sp>
          <p:nvSpPr>
            <p:cNvPr id="10703" name="Google Shape;10703;p74"/>
            <p:cNvSpPr/>
            <p:nvPr/>
          </p:nvSpPr>
          <p:spPr>
            <a:xfrm>
              <a:off x="-51617475" y="2455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4" name="Google Shape;10704;p74"/>
            <p:cNvSpPr/>
            <p:nvPr/>
          </p:nvSpPr>
          <p:spPr>
            <a:xfrm>
              <a:off x="-51541875" y="24554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5" name="Google Shape;10705;p74"/>
            <p:cNvSpPr/>
            <p:nvPr/>
          </p:nvSpPr>
          <p:spPr>
            <a:xfrm>
              <a:off x="-51708850" y="2305750"/>
              <a:ext cx="278050" cy="318225"/>
            </a:xfrm>
            <a:custGeom>
              <a:avLst/>
              <a:gdLst/>
              <a:ahLst/>
              <a:cxnLst/>
              <a:rect l="l" t="t" r="r" b="b"/>
              <a:pathLst>
                <a:path w="11122" h="12729" extrusionOk="0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06" name="Google Shape;10706;p74"/>
          <p:cNvGrpSpPr/>
          <p:nvPr/>
        </p:nvGrpSpPr>
        <p:grpSpPr>
          <a:xfrm>
            <a:off x="10049077" y="1741479"/>
            <a:ext cx="425452" cy="482764"/>
            <a:chOff x="1044400" y="2917425"/>
            <a:chExt cx="248125" cy="281550"/>
          </a:xfrm>
        </p:grpSpPr>
        <p:sp>
          <p:nvSpPr>
            <p:cNvPr id="10707" name="Google Shape;10707;p74"/>
            <p:cNvSpPr/>
            <p:nvPr/>
          </p:nvSpPr>
          <p:spPr>
            <a:xfrm>
              <a:off x="1136400" y="3123175"/>
              <a:ext cx="64125" cy="26325"/>
            </a:xfrm>
            <a:custGeom>
              <a:avLst/>
              <a:gdLst/>
              <a:ahLst/>
              <a:cxnLst/>
              <a:rect l="l" t="t" r="r" b="b"/>
              <a:pathLst>
                <a:path w="2565" h="1053" extrusionOk="0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8" name="Google Shape;10708;p74"/>
            <p:cNvSpPr/>
            <p:nvPr/>
          </p:nvSpPr>
          <p:spPr>
            <a:xfrm>
              <a:off x="1127325" y="3050525"/>
              <a:ext cx="16075" cy="16050"/>
            </a:xfrm>
            <a:custGeom>
              <a:avLst/>
              <a:gdLst/>
              <a:ahLst/>
              <a:cxnLst/>
              <a:rect l="l" t="t" r="r" b="b"/>
              <a:pathLst>
                <a:path w="643" h="642" extrusionOk="0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9" name="Google Shape;10709;p74"/>
            <p:cNvSpPr/>
            <p:nvPr/>
          </p:nvSpPr>
          <p:spPr>
            <a:xfrm>
              <a:off x="1192850" y="3050525"/>
              <a:ext cx="15350" cy="16050"/>
            </a:xfrm>
            <a:custGeom>
              <a:avLst/>
              <a:gdLst/>
              <a:ahLst/>
              <a:cxnLst/>
              <a:rect l="l" t="t" r="r" b="b"/>
              <a:pathLst>
                <a:path w="614" h="642" extrusionOk="0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0" name="Google Shape;10710;p74"/>
            <p:cNvSpPr/>
            <p:nvPr/>
          </p:nvSpPr>
          <p:spPr>
            <a:xfrm>
              <a:off x="1044400" y="2917425"/>
              <a:ext cx="248125" cy="281550"/>
            </a:xfrm>
            <a:custGeom>
              <a:avLst/>
              <a:gdLst/>
              <a:ahLst/>
              <a:cxnLst/>
              <a:rect l="l" t="t" r="r" b="b"/>
              <a:pathLst>
                <a:path w="9925" h="11262" extrusionOk="0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1" name="Google Shape;10711;p74"/>
            <p:cNvSpPr/>
            <p:nvPr/>
          </p:nvSpPr>
          <p:spPr>
            <a:xfrm>
              <a:off x="1086125" y="2932961"/>
              <a:ext cx="11427" cy="58241"/>
            </a:xfrm>
            <a:custGeom>
              <a:avLst/>
              <a:gdLst/>
              <a:ahLst/>
              <a:cxnLst/>
              <a:rect l="l" t="t" r="r" b="b"/>
              <a:pathLst>
                <a:path w="500" h="2548" extrusionOk="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712" name="Google Shape;10712;p74"/>
            <p:cNvSpPr/>
            <p:nvPr/>
          </p:nvSpPr>
          <p:spPr>
            <a:xfrm>
              <a:off x="1090922" y="2925900"/>
              <a:ext cx="29209" cy="38629"/>
            </a:xfrm>
            <a:custGeom>
              <a:avLst/>
              <a:gdLst/>
              <a:ahLst/>
              <a:cxnLst/>
              <a:rect l="l" t="t" r="r" b="b"/>
              <a:pathLst>
                <a:path w="1278" h="1690" extrusionOk="0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713" name="Google Shape;10713;p74"/>
            <p:cNvSpPr/>
            <p:nvPr/>
          </p:nvSpPr>
          <p:spPr>
            <a:xfrm>
              <a:off x="1222775" y="2966925"/>
              <a:ext cx="28574" cy="36325"/>
            </a:xfrm>
            <a:custGeom>
              <a:avLst/>
              <a:gdLst/>
              <a:ahLst/>
              <a:cxnLst/>
              <a:rect l="l" t="t" r="r" b="b"/>
              <a:pathLst>
                <a:path w="1048" h="1453" extrusionOk="0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714" name="Google Shape;10714;p7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5" name="Google Shape;10715;p7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716" name="Google Shape;10716;p74"/>
          <p:cNvSpPr/>
          <p:nvPr/>
        </p:nvSpPr>
        <p:spPr>
          <a:xfrm>
            <a:off x="8844880" y="2976069"/>
            <a:ext cx="457624" cy="482872"/>
          </a:xfrm>
          <a:custGeom>
            <a:avLst/>
            <a:gdLst/>
            <a:ahLst/>
            <a:cxnLst/>
            <a:rect l="l" t="t" r="r" b="b"/>
            <a:pathLst>
              <a:path w="10621" h="11207" extrusionOk="0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1" name="Google Shape;10721;p75"/>
          <p:cNvSpPr txBox="1">
            <a:spLocks noGrp="1"/>
          </p:cNvSpPr>
          <p:nvPr>
            <p:ph type="title" idx="4294967295"/>
          </p:nvPr>
        </p:nvSpPr>
        <p:spPr>
          <a:xfrm>
            <a:off x="0" y="954088"/>
            <a:ext cx="4641850" cy="64293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 err="1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Process</a:t>
            </a: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 créatif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10722" name="Google Shape;10722;p75"/>
          <p:cNvSpPr txBox="1">
            <a:spLocks noGrp="1"/>
          </p:cNvSpPr>
          <p:nvPr>
            <p:ph type="title" idx="4294967295"/>
          </p:nvPr>
        </p:nvSpPr>
        <p:spPr>
          <a:xfrm>
            <a:off x="7550150" y="954088"/>
            <a:ext cx="4641850" cy="64293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Art et </a:t>
            </a: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spectacle</a:t>
            </a: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grpSp>
        <p:nvGrpSpPr>
          <p:cNvPr id="10723" name="Google Shape;10723;p75"/>
          <p:cNvGrpSpPr/>
          <p:nvPr/>
        </p:nvGrpSpPr>
        <p:grpSpPr>
          <a:xfrm>
            <a:off x="1185479" y="1737337"/>
            <a:ext cx="371051" cy="476048"/>
            <a:chOff x="-50489600" y="1947400"/>
            <a:chExt cx="233150" cy="299125"/>
          </a:xfrm>
        </p:grpSpPr>
        <p:sp>
          <p:nvSpPr>
            <p:cNvPr id="10724" name="Google Shape;10724;p75"/>
            <p:cNvSpPr/>
            <p:nvPr/>
          </p:nvSpPr>
          <p:spPr>
            <a:xfrm>
              <a:off x="-50382475" y="2018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5" name="Google Shape;10725;p75"/>
            <p:cNvSpPr/>
            <p:nvPr/>
          </p:nvSpPr>
          <p:spPr>
            <a:xfrm>
              <a:off x="-50489600" y="1947400"/>
              <a:ext cx="233150" cy="299125"/>
            </a:xfrm>
            <a:custGeom>
              <a:avLst/>
              <a:gdLst/>
              <a:ahLst/>
              <a:cxnLst/>
              <a:rect l="l" t="t" r="r" b="b"/>
              <a:pathLst>
                <a:path w="9326" h="11965" extrusionOk="0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26" name="Google Shape;10726;p75"/>
          <p:cNvGrpSpPr/>
          <p:nvPr/>
        </p:nvGrpSpPr>
        <p:grpSpPr>
          <a:xfrm>
            <a:off x="1132822" y="2343947"/>
            <a:ext cx="476365" cy="477599"/>
            <a:chOff x="-50523475" y="2316000"/>
            <a:chExt cx="299325" cy="300100"/>
          </a:xfrm>
        </p:grpSpPr>
        <p:sp>
          <p:nvSpPr>
            <p:cNvPr id="10727" name="Google Shape;10727;p75"/>
            <p:cNvSpPr/>
            <p:nvPr/>
          </p:nvSpPr>
          <p:spPr>
            <a:xfrm>
              <a:off x="-50453375" y="2387675"/>
              <a:ext cx="158350" cy="228425"/>
            </a:xfrm>
            <a:custGeom>
              <a:avLst/>
              <a:gdLst/>
              <a:ahLst/>
              <a:cxnLst/>
              <a:rect l="l" t="t" r="r" b="b"/>
              <a:pathLst>
                <a:path w="6334" h="9137" extrusionOk="0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8" name="Google Shape;10728;p75"/>
            <p:cNvSpPr/>
            <p:nvPr/>
          </p:nvSpPr>
          <p:spPr>
            <a:xfrm>
              <a:off x="-50523475" y="2316000"/>
              <a:ext cx="299325" cy="178025"/>
            </a:xfrm>
            <a:custGeom>
              <a:avLst/>
              <a:gdLst/>
              <a:ahLst/>
              <a:cxnLst/>
              <a:rect l="l" t="t" r="r" b="b"/>
              <a:pathLst>
                <a:path w="11973" h="7121" extrusionOk="0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29" name="Google Shape;10729;p75"/>
          <p:cNvGrpSpPr/>
          <p:nvPr/>
        </p:nvGrpSpPr>
        <p:grpSpPr>
          <a:xfrm>
            <a:off x="1130952" y="2943026"/>
            <a:ext cx="480105" cy="476405"/>
            <a:chOff x="-50524250" y="2686150"/>
            <a:chExt cx="301675" cy="299350"/>
          </a:xfrm>
        </p:grpSpPr>
        <p:sp>
          <p:nvSpPr>
            <p:cNvPr id="10730" name="Google Shape;10730;p75"/>
            <p:cNvSpPr/>
            <p:nvPr/>
          </p:nvSpPr>
          <p:spPr>
            <a:xfrm>
              <a:off x="-50488025" y="279250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1" name="Google Shape;10731;p75"/>
            <p:cNvSpPr/>
            <p:nvPr/>
          </p:nvSpPr>
          <p:spPr>
            <a:xfrm>
              <a:off x="-50488025" y="2897250"/>
              <a:ext cx="18150" cy="53600"/>
            </a:xfrm>
            <a:custGeom>
              <a:avLst/>
              <a:gdLst/>
              <a:ahLst/>
              <a:cxnLst/>
              <a:rect l="l" t="t" r="r" b="b"/>
              <a:pathLst>
                <a:path w="726" h="2144" extrusionOk="0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2" name="Google Shape;10732;p75"/>
            <p:cNvSpPr/>
            <p:nvPr/>
          </p:nvSpPr>
          <p:spPr>
            <a:xfrm>
              <a:off x="-50488025" y="28618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3" name="Google Shape;10733;p75"/>
            <p:cNvSpPr/>
            <p:nvPr/>
          </p:nvSpPr>
          <p:spPr>
            <a:xfrm>
              <a:off x="-50524250" y="2686150"/>
              <a:ext cx="301675" cy="52825"/>
            </a:xfrm>
            <a:custGeom>
              <a:avLst/>
              <a:gdLst/>
              <a:ahLst/>
              <a:cxnLst/>
              <a:rect l="l" t="t" r="r" b="b"/>
              <a:pathLst>
                <a:path w="12067" h="2113" extrusionOk="0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4" name="Google Shape;10734;p75"/>
            <p:cNvSpPr/>
            <p:nvPr/>
          </p:nvSpPr>
          <p:spPr>
            <a:xfrm>
              <a:off x="-50523475" y="2757075"/>
              <a:ext cx="300900" cy="228425"/>
            </a:xfrm>
            <a:custGeom>
              <a:avLst/>
              <a:gdLst/>
              <a:ahLst/>
              <a:cxnLst/>
              <a:rect l="l" t="t" r="r" b="b"/>
              <a:pathLst>
                <a:path w="12036" h="9137" extrusionOk="0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5" name="Google Shape;10735;p75"/>
            <p:cNvSpPr/>
            <p:nvPr/>
          </p:nvSpPr>
          <p:spPr>
            <a:xfrm>
              <a:off x="-50453375" y="2792500"/>
              <a:ext cx="194575" cy="158350"/>
            </a:xfrm>
            <a:custGeom>
              <a:avLst/>
              <a:gdLst/>
              <a:ahLst/>
              <a:cxnLst/>
              <a:rect l="l" t="t" r="r" b="b"/>
              <a:pathLst>
                <a:path w="7783" h="6334" extrusionOk="0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36" name="Google Shape;10736;p75"/>
          <p:cNvGrpSpPr/>
          <p:nvPr/>
        </p:nvGrpSpPr>
        <p:grpSpPr>
          <a:xfrm>
            <a:off x="4094635" y="1777443"/>
            <a:ext cx="477599" cy="478872"/>
            <a:chOff x="-48633950" y="1972600"/>
            <a:chExt cx="300100" cy="300900"/>
          </a:xfrm>
        </p:grpSpPr>
        <p:sp>
          <p:nvSpPr>
            <p:cNvPr id="10737" name="Google Shape;10737;p75"/>
            <p:cNvSpPr/>
            <p:nvPr/>
          </p:nvSpPr>
          <p:spPr>
            <a:xfrm>
              <a:off x="-48633950" y="19726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8" name="Google Shape;10738;p75"/>
            <p:cNvSpPr/>
            <p:nvPr/>
          </p:nvSpPr>
          <p:spPr>
            <a:xfrm>
              <a:off x="-48509525" y="2097050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39" name="Google Shape;10739;p75"/>
          <p:cNvGrpSpPr/>
          <p:nvPr/>
        </p:nvGrpSpPr>
        <p:grpSpPr>
          <a:xfrm>
            <a:off x="4093999" y="2385324"/>
            <a:ext cx="478872" cy="481339"/>
            <a:chOff x="-48634750" y="2342000"/>
            <a:chExt cx="300900" cy="302450"/>
          </a:xfrm>
        </p:grpSpPr>
        <p:sp>
          <p:nvSpPr>
            <p:cNvPr id="10740" name="Google Shape;10740;p75"/>
            <p:cNvSpPr/>
            <p:nvPr/>
          </p:nvSpPr>
          <p:spPr>
            <a:xfrm>
              <a:off x="-48545750" y="2342000"/>
              <a:ext cx="211900" cy="300875"/>
            </a:xfrm>
            <a:custGeom>
              <a:avLst/>
              <a:gdLst/>
              <a:ahLst/>
              <a:cxnLst/>
              <a:rect l="l" t="t" r="r" b="b"/>
              <a:pathLst>
                <a:path w="8476" h="12035" extrusionOk="0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1" name="Google Shape;10741;p75"/>
            <p:cNvSpPr/>
            <p:nvPr/>
          </p:nvSpPr>
          <p:spPr>
            <a:xfrm>
              <a:off x="-48509525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2" name="Google Shape;10742;p75"/>
            <p:cNvSpPr/>
            <p:nvPr/>
          </p:nvSpPr>
          <p:spPr>
            <a:xfrm>
              <a:off x="-48509525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3" name="Google Shape;10743;p75"/>
            <p:cNvSpPr/>
            <p:nvPr/>
          </p:nvSpPr>
          <p:spPr>
            <a:xfrm>
              <a:off x="-48509525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4" name="Google Shape;10744;p75"/>
            <p:cNvSpPr/>
            <p:nvPr/>
          </p:nvSpPr>
          <p:spPr>
            <a:xfrm>
              <a:off x="-48421300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5" name="Google Shape;10745;p75"/>
            <p:cNvSpPr/>
            <p:nvPr/>
          </p:nvSpPr>
          <p:spPr>
            <a:xfrm>
              <a:off x="-48421300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6" name="Google Shape;10746;p75"/>
            <p:cNvSpPr/>
            <p:nvPr/>
          </p:nvSpPr>
          <p:spPr>
            <a:xfrm>
              <a:off x="-48421300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7" name="Google Shape;10747;p75"/>
            <p:cNvSpPr/>
            <p:nvPr/>
          </p:nvSpPr>
          <p:spPr>
            <a:xfrm>
              <a:off x="-48634750" y="2342775"/>
              <a:ext cx="71700" cy="301675"/>
            </a:xfrm>
            <a:custGeom>
              <a:avLst/>
              <a:gdLst/>
              <a:ahLst/>
              <a:cxnLst/>
              <a:rect l="l" t="t" r="r" b="b"/>
              <a:pathLst>
                <a:path w="2868" h="12067" extrusionOk="0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48" name="Google Shape;10748;p75"/>
          <p:cNvGrpSpPr/>
          <p:nvPr/>
        </p:nvGrpSpPr>
        <p:grpSpPr>
          <a:xfrm>
            <a:off x="4095252" y="2983170"/>
            <a:ext cx="476365" cy="476365"/>
            <a:chOff x="-48633175" y="2711375"/>
            <a:chExt cx="299325" cy="299325"/>
          </a:xfrm>
        </p:grpSpPr>
        <p:sp>
          <p:nvSpPr>
            <p:cNvPr id="10749" name="Google Shape;10749;p75"/>
            <p:cNvSpPr/>
            <p:nvPr/>
          </p:nvSpPr>
          <p:spPr>
            <a:xfrm>
              <a:off x="-48633175" y="2711375"/>
              <a:ext cx="299325" cy="299325"/>
            </a:xfrm>
            <a:custGeom>
              <a:avLst/>
              <a:gdLst/>
              <a:ahLst/>
              <a:cxnLst/>
              <a:rect l="l" t="t" r="r" b="b"/>
              <a:pathLst>
                <a:path w="11973" h="11973" extrusionOk="0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0" name="Google Shape;10750;p75"/>
            <p:cNvSpPr/>
            <p:nvPr/>
          </p:nvSpPr>
          <p:spPr>
            <a:xfrm>
              <a:off x="-48579600" y="2764950"/>
              <a:ext cx="192975" cy="191400"/>
            </a:xfrm>
            <a:custGeom>
              <a:avLst/>
              <a:gdLst/>
              <a:ahLst/>
              <a:cxnLst/>
              <a:rect l="l" t="t" r="r" b="b"/>
              <a:pathLst>
                <a:path w="7719" h="7656" extrusionOk="0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51" name="Google Shape;10751;p75"/>
          <p:cNvGrpSpPr/>
          <p:nvPr/>
        </p:nvGrpSpPr>
        <p:grpSpPr>
          <a:xfrm>
            <a:off x="2343904" y="3585773"/>
            <a:ext cx="418675" cy="477639"/>
            <a:chOff x="-46753100" y="1965500"/>
            <a:chExt cx="263075" cy="300125"/>
          </a:xfrm>
        </p:grpSpPr>
        <p:sp>
          <p:nvSpPr>
            <p:cNvPr id="10752" name="Google Shape;10752;p75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3" name="Google Shape;10753;p75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54" name="Google Shape;10754;p75"/>
          <p:cNvGrpSpPr/>
          <p:nvPr/>
        </p:nvGrpSpPr>
        <p:grpSpPr>
          <a:xfrm>
            <a:off x="2313805" y="4208723"/>
            <a:ext cx="478872" cy="421221"/>
            <a:chOff x="-46772025" y="2350650"/>
            <a:chExt cx="300900" cy="264675"/>
          </a:xfrm>
        </p:grpSpPr>
        <p:sp>
          <p:nvSpPr>
            <p:cNvPr id="10755" name="Google Shape;10755;p75"/>
            <p:cNvSpPr/>
            <p:nvPr/>
          </p:nvSpPr>
          <p:spPr>
            <a:xfrm>
              <a:off x="-46772025" y="2350650"/>
              <a:ext cx="300900" cy="264675"/>
            </a:xfrm>
            <a:custGeom>
              <a:avLst/>
              <a:gdLst/>
              <a:ahLst/>
              <a:cxnLst/>
              <a:rect l="l" t="t" r="r" b="b"/>
              <a:pathLst>
                <a:path w="12036" h="10587" extrusionOk="0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6" name="Google Shape;10756;p75"/>
            <p:cNvSpPr/>
            <p:nvPr/>
          </p:nvSpPr>
          <p:spPr>
            <a:xfrm>
              <a:off x="-46664900" y="2475100"/>
              <a:ext cx="92175" cy="122900"/>
            </a:xfrm>
            <a:custGeom>
              <a:avLst/>
              <a:gdLst/>
              <a:ahLst/>
              <a:cxnLst/>
              <a:rect l="l" t="t" r="r" b="b"/>
              <a:pathLst>
                <a:path w="3687" h="4916" extrusionOk="0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57" name="Google Shape;10757;p75"/>
          <p:cNvGrpSpPr/>
          <p:nvPr/>
        </p:nvGrpSpPr>
        <p:grpSpPr>
          <a:xfrm>
            <a:off x="2313805" y="4787760"/>
            <a:ext cx="478872" cy="478872"/>
            <a:chOff x="-46772025" y="2701925"/>
            <a:chExt cx="300900" cy="300900"/>
          </a:xfrm>
        </p:grpSpPr>
        <p:sp>
          <p:nvSpPr>
            <p:cNvPr id="10758" name="Google Shape;10758;p75"/>
            <p:cNvSpPr/>
            <p:nvPr/>
          </p:nvSpPr>
          <p:spPr>
            <a:xfrm>
              <a:off x="-46647575" y="28263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9" name="Google Shape;10759;p75"/>
            <p:cNvSpPr/>
            <p:nvPr/>
          </p:nvSpPr>
          <p:spPr>
            <a:xfrm>
              <a:off x="-46772025" y="270192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760" name="Google Shape;10760;p75"/>
          <p:cNvSpPr/>
          <p:nvPr/>
        </p:nvSpPr>
        <p:spPr>
          <a:xfrm>
            <a:off x="5286482" y="3642015"/>
            <a:ext cx="477599" cy="478872"/>
          </a:xfrm>
          <a:custGeom>
            <a:avLst/>
            <a:gdLst/>
            <a:ahLst/>
            <a:cxnLst/>
            <a:rect l="l" t="t" r="r" b="b"/>
            <a:pathLst>
              <a:path w="12004" h="12036" extrusionOk="0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761" name="Google Shape;10761;p75"/>
          <p:cNvGrpSpPr/>
          <p:nvPr/>
        </p:nvGrpSpPr>
        <p:grpSpPr>
          <a:xfrm>
            <a:off x="1724047" y="1738571"/>
            <a:ext cx="477599" cy="478872"/>
            <a:chOff x="-50154075" y="1948175"/>
            <a:chExt cx="300100" cy="300900"/>
          </a:xfrm>
        </p:grpSpPr>
        <p:sp>
          <p:nvSpPr>
            <p:cNvPr id="10762" name="Google Shape;10762;p75"/>
            <p:cNvSpPr/>
            <p:nvPr/>
          </p:nvSpPr>
          <p:spPr>
            <a:xfrm>
              <a:off x="-50154075" y="1948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3" name="Google Shape;10763;p75"/>
            <p:cNvSpPr/>
            <p:nvPr/>
          </p:nvSpPr>
          <p:spPr>
            <a:xfrm>
              <a:off x="-501194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64" name="Google Shape;10764;p75"/>
          <p:cNvGrpSpPr/>
          <p:nvPr/>
        </p:nvGrpSpPr>
        <p:grpSpPr>
          <a:xfrm>
            <a:off x="1724047" y="2345181"/>
            <a:ext cx="477599" cy="477639"/>
            <a:chOff x="-50154850" y="2316775"/>
            <a:chExt cx="300100" cy="300125"/>
          </a:xfrm>
        </p:grpSpPr>
        <p:sp>
          <p:nvSpPr>
            <p:cNvPr id="10765" name="Google Shape;10765;p75"/>
            <p:cNvSpPr/>
            <p:nvPr/>
          </p:nvSpPr>
          <p:spPr>
            <a:xfrm>
              <a:off x="-501548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6" name="Google Shape;10766;p75"/>
            <p:cNvSpPr/>
            <p:nvPr/>
          </p:nvSpPr>
          <p:spPr>
            <a:xfrm>
              <a:off x="-50083975" y="2368775"/>
              <a:ext cx="158325" cy="193775"/>
            </a:xfrm>
            <a:custGeom>
              <a:avLst/>
              <a:gdLst/>
              <a:ahLst/>
              <a:cxnLst/>
              <a:rect l="l" t="t" r="r" b="b"/>
              <a:pathLst>
                <a:path w="6333" h="7751" extrusionOk="0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67" name="Google Shape;10767;p75"/>
          <p:cNvGrpSpPr/>
          <p:nvPr/>
        </p:nvGrpSpPr>
        <p:grpSpPr>
          <a:xfrm>
            <a:off x="1718417" y="2941195"/>
            <a:ext cx="488859" cy="475411"/>
            <a:chOff x="-50158000" y="2685000"/>
            <a:chExt cx="307175" cy="298725"/>
          </a:xfrm>
        </p:grpSpPr>
        <p:sp>
          <p:nvSpPr>
            <p:cNvPr id="10768" name="Google Shape;10768;p75"/>
            <p:cNvSpPr/>
            <p:nvPr/>
          </p:nvSpPr>
          <p:spPr>
            <a:xfrm>
              <a:off x="-50158000" y="2685000"/>
              <a:ext cx="307175" cy="298725"/>
            </a:xfrm>
            <a:custGeom>
              <a:avLst/>
              <a:gdLst/>
              <a:ahLst/>
              <a:cxnLst/>
              <a:rect l="l" t="t" r="r" b="b"/>
              <a:pathLst>
                <a:path w="12287" h="11949" extrusionOk="0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9" name="Google Shape;10769;p75"/>
            <p:cNvSpPr/>
            <p:nvPr/>
          </p:nvSpPr>
          <p:spPr>
            <a:xfrm>
              <a:off x="-50058775" y="2838200"/>
              <a:ext cx="51225" cy="49625"/>
            </a:xfrm>
            <a:custGeom>
              <a:avLst/>
              <a:gdLst/>
              <a:ahLst/>
              <a:cxnLst/>
              <a:rect l="l" t="t" r="r" b="b"/>
              <a:pathLst>
                <a:path w="2049" h="1985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70" name="Google Shape;10770;p75"/>
          <p:cNvGrpSpPr/>
          <p:nvPr/>
        </p:nvGrpSpPr>
        <p:grpSpPr>
          <a:xfrm>
            <a:off x="4695465" y="1778677"/>
            <a:ext cx="481339" cy="477639"/>
            <a:chOff x="-48266125" y="1973375"/>
            <a:chExt cx="302450" cy="300125"/>
          </a:xfrm>
        </p:grpSpPr>
        <p:sp>
          <p:nvSpPr>
            <p:cNvPr id="10771" name="Google Shape;10771;p75"/>
            <p:cNvSpPr/>
            <p:nvPr/>
          </p:nvSpPr>
          <p:spPr>
            <a:xfrm>
              <a:off x="-48212575" y="2045050"/>
              <a:ext cx="122900" cy="123700"/>
            </a:xfrm>
            <a:custGeom>
              <a:avLst/>
              <a:gdLst/>
              <a:ahLst/>
              <a:cxnLst/>
              <a:rect l="l" t="t" r="r" b="b"/>
              <a:pathLst>
                <a:path w="4916" h="4948" extrusionOk="0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2" name="Google Shape;10772;p75"/>
            <p:cNvSpPr/>
            <p:nvPr/>
          </p:nvSpPr>
          <p:spPr>
            <a:xfrm>
              <a:off x="-48266125" y="1973375"/>
              <a:ext cx="230000" cy="300125"/>
            </a:xfrm>
            <a:custGeom>
              <a:avLst/>
              <a:gdLst/>
              <a:ahLst/>
              <a:cxnLst/>
              <a:rect l="l" t="t" r="r" b="b"/>
              <a:pathLst>
                <a:path w="9200" h="12005" extrusionOk="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3" name="Google Shape;10773;p75"/>
            <p:cNvSpPr/>
            <p:nvPr/>
          </p:nvSpPr>
          <p:spPr>
            <a:xfrm>
              <a:off x="-48018025" y="1991500"/>
              <a:ext cx="54350" cy="282000"/>
            </a:xfrm>
            <a:custGeom>
              <a:avLst/>
              <a:gdLst/>
              <a:ahLst/>
              <a:cxnLst/>
              <a:rect l="l" t="t" r="r" b="b"/>
              <a:pathLst>
                <a:path w="2174" h="11280" extrusionOk="0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4" name="Google Shape;10774;p75"/>
            <p:cNvSpPr/>
            <p:nvPr/>
          </p:nvSpPr>
          <p:spPr>
            <a:xfrm>
              <a:off x="-48211800" y="2221475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5" name="Google Shape;10775;p75"/>
            <p:cNvSpPr/>
            <p:nvPr/>
          </p:nvSpPr>
          <p:spPr>
            <a:xfrm>
              <a:off x="-48211800" y="2185250"/>
              <a:ext cx="87450" cy="18150"/>
            </a:xfrm>
            <a:custGeom>
              <a:avLst/>
              <a:gdLst/>
              <a:ahLst/>
              <a:cxnLst/>
              <a:rect l="l" t="t" r="r" b="b"/>
              <a:pathLst>
                <a:path w="3498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6" name="Google Shape;10776;p75"/>
            <p:cNvSpPr/>
            <p:nvPr/>
          </p:nvSpPr>
          <p:spPr>
            <a:xfrm>
              <a:off x="-48106250" y="2185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77" name="Google Shape;10777;p75"/>
          <p:cNvGrpSpPr/>
          <p:nvPr/>
        </p:nvGrpSpPr>
        <p:grpSpPr>
          <a:xfrm>
            <a:off x="4731792" y="2386359"/>
            <a:ext cx="408688" cy="477799"/>
            <a:chOff x="-48237000" y="2342650"/>
            <a:chExt cx="256800" cy="300225"/>
          </a:xfrm>
        </p:grpSpPr>
        <p:sp>
          <p:nvSpPr>
            <p:cNvPr id="10778" name="Google Shape;10778;p75"/>
            <p:cNvSpPr/>
            <p:nvPr/>
          </p:nvSpPr>
          <p:spPr>
            <a:xfrm>
              <a:off x="-48237000" y="2342650"/>
              <a:ext cx="256800" cy="300225"/>
            </a:xfrm>
            <a:custGeom>
              <a:avLst/>
              <a:gdLst/>
              <a:ahLst/>
              <a:cxnLst/>
              <a:rect l="l" t="t" r="r" b="b"/>
              <a:pathLst>
                <a:path w="10272" h="12009" extrusionOk="0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9" name="Google Shape;10779;p75"/>
            <p:cNvSpPr/>
            <p:nvPr/>
          </p:nvSpPr>
          <p:spPr>
            <a:xfrm>
              <a:off x="-48195250" y="2377425"/>
              <a:ext cx="144150" cy="140225"/>
            </a:xfrm>
            <a:custGeom>
              <a:avLst/>
              <a:gdLst/>
              <a:ahLst/>
              <a:cxnLst/>
              <a:rect l="l" t="t" r="r" b="b"/>
              <a:pathLst>
                <a:path w="5766" h="5609" extrusionOk="0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0" name="Google Shape;10780;p75"/>
            <p:cNvSpPr/>
            <p:nvPr/>
          </p:nvSpPr>
          <p:spPr>
            <a:xfrm>
              <a:off x="-48150350" y="2422325"/>
              <a:ext cx="52775" cy="52800"/>
            </a:xfrm>
            <a:custGeom>
              <a:avLst/>
              <a:gdLst/>
              <a:ahLst/>
              <a:cxnLst/>
              <a:rect l="l" t="t" r="r" b="b"/>
              <a:pathLst>
                <a:path w="2111" h="2112" extrusionOk="0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81" name="Google Shape;10781;p75"/>
          <p:cNvGrpSpPr/>
          <p:nvPr/>
        </p:nvGrpSpPr>
        <p:grpSpPr>
          <a:xfrm>
            <a:off x="2907117" y="3586729"/>
            <a:ext cx="481379" cy="474177"/>
            <a:chOff x="-46404975" y="1966100"/>
            <a:chExt cx="302475" cy="297950"/>
          </a:xfrm>
        </p:grpSpPr>
        <p:sp>
          <p:nvSpPr>
            <p:cNvPr id="10782" name="Google Shape;10782;p75"/>
            <p:cNvSpPr/>
            <p:nvPr/>
          </p:nvSpPr>
          <p:spPr>
            <a:xfrm>
              <a:off x="-46349850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3" name="Google Shape;10783;p75"/>
            <p:cNvSpPr/>
            <p:nvPr/>
          </p:nvSpPr>
          <p:spPr>
            <a:xfrm>
              <a:off x="-46297875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4" name="Google Shape;10784;p75"/>
            <p:cNvSpPr/>
            <p:nvPr/>
          </p:nvSpPr>
          <p:spPr>
            <a:xfrm>
              <a:off x="-46244300" y="1966100"/>
              <a:ext cx="38600" cy="86850"/>
            </a:xfrm>
            <a:custGeom>
              <a:avLst/>
              <a:gdLst/>
              <a:ahLst/>
              <a:cxnLst/>
              <a:rect l="l" t="t" r="r" b="b"/>
              <a:pathLst>
                <a:path w="1544" h="3474" extrusionOk="0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5" name="Google Shape;10785;p75"/>
            <p:cNvSpPr/>
            <p:nvPr/>
          </p:nvSpPr>
          <p:spPr>
            <a:xfrm>
              <a:off x="-46404975" y="2070250"/>
              <a:ext cx="302475" cy="193800"/>
            </a:xfrm>
            <a:custGeom>
              <a:avLst/>
              <a:gdLst/>
              <a:ahLst/>
              <a:cxnLst/>
              <a:rect l="l" t="t" r="r" b="b"/>
              <a:pathLst>
                <a:path w="12099" h="7752" extrusionOk="0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86" name="Google Shape;10786;p75"/>
          <p:cNvGrpSpPr/>
          <p:nvPr/>
        </p:nvGrpSpPr>
        <p:grpSpPr>
          <a:xfrm>
            <a:off x="2908987" y="4181151"/>
            <a:ext cx="477639" cy="477599"/>
            <a:chOff x="-46401050" y="2333325"/>
            <a:chExt cx="300125" cy="300100"/>
          </a:xfrm>
        </p:grpSpPr>
        <p:sp>
          <p:nvSpPr>
            <p:cNvPr id="10787" name="Google Shape;10787;p75"/>
            <p:cNvSpPr/>
            <p:nvPr/>
          </p:nvSpPr>
          <p:spPr>
            <a:xfrm>
              <a:off x="-46401050" y="2333325"/>
              <a:ext cx="300125" cy="300100"/>
            </a:xfrm>
            <a:custGeom>
              <a:avLst/>
              <a:gdLst/>
              <a:ahLst/>
              <a:cxnLst/>
              <a:rect l="l" t="t" r="r" b="b"/>
              <a:pathLst>
                <a:path w="12005" h="12004" extrusionOk="0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8" name="Google Shape;10788;p75"/>
            <p:cNvSpPr/>
            <p:nvPr/>
          </p:nvSpPr>
          <p:spPr>
            <a:xfrm>
              <a:off x="-46366400" y="258065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9" name="Google Shape;10789;p75"/>
            <p:cNvSpPr/>
            <p:nvPr/>
          </p:nvSpPr>
          <p:spPr>
            <a:xfrm>
              <a:off x="-46313625" y="2457775"/>
              <a:ext cx="122900" cy="122100"/>
            </a:xfrm>
            <a:custGeom>
              <a:avLst/>
              <a:gdLst/>
              <a:ahLst/>
              <a:cxnLst/>
              <a:rect l="l" t="t" r="r" b="b"/>
              <a:pathLst>
                <a:path w="4916" h="4884" extrusionOk="0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0" name="Google Shape;10790;p75"/>
            <p:cNvSpPr/>
            <p:nvPr/>
          </p:nvSpPr>
          <p:spPr>
            <a:xfrm>
              <a:off x="-46278950" y="249322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791" name="Google Shape;10791;p75"/>
          <p:cNvSpPr/>
          <p:nvPr/>
        </p:nvSpPr>
        <p:spPr>
          <a:xfrm>
            <a:off x="2911252" y="4788796"/>
            <a:ext cx="480145" cy="478872"/>
          </a:xfrm>
          <a:custGeom>
            <a:avLst/>
            <a:gdLst/>
            <a:ahLst/>
            <a:cxnLst/>
            <a:rect l="l" t="t" r="r" b="b"/>
            <a:pathLst>
              <a:path w="12068" h="12036" extrusionOk="0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792" name="Google Shape;10792;p75"/>
          <p:cNvGrpSpPr/>
          <p:nvPr/>
        </p:nvGrpSpPr>
        <p:grpSpPr>
          <a:xfrm>
            <a:off x="5282440" y="4194957"/>
            <a:ext cx="478872" cy="478832"/>
            <a:chOff x="-44914800" y="2342000"/>
            <a:chExt cx="300900" cy="300875"/>
          </a:xfrm>
        </p:grpSpPr>
        <p:sp>
          <p:nvSpPr>
            <p:cNvPr id="10793" name="Google Shape;10793;p75"/>
            <p:cNvSpPr/>
            <p:nvPr/>
          </p:nvSpPr>
          <p:spPr>
            <a:xfrm>
              <a:off x="-44914800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4" name="Google Shape;10794;p75"/>
            <p:cNvSpPr/>
            <p:nvPr/>
          </p:nvSpPr>
          <p:spPr>
            <a:xfrm>
              <a:off x="-44860450" y="2412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5" name="Google Shape;10795;p75"/>
            <p:cNvSpPr/>
            <p:nvPr/>
          </p:nvSpPr>
          <p:spPr>
            <a:xfrm>
              <a:off x="-44791150" y="24396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796" name="Google Shape;10796;p75"/>
          <p:cNvSpPr/>
          <p:nvPr/>
        </p:nvSpPr>
        <p:spPr>
          <a:xfrm>
            <a:off x="2319448" y="1737486"/>
            <a:ext cx="476365" cy="475729"/>
          </a:xfrm>
          <a:custGeom>
            <a:avLst/>
            <a:gdLst/>
            <a:ahLst/>
            <a:cxnLst/>
            <a:rect l="l" t="t" r="r" b="b"/>
            <a:pathLst>
              <a:path w="11973" h="11957" extrusionOk="0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797" name="Google Shape;10797;p75"/>
          <p:cNvGrpSpPr/>
          <p:nvPr/>
        </p:nvGrpSpPr>
        <p:grpSpPr>
          <a:xfrm>
            <a:off x="2314421" y="2344982"/>
            <a:ext cx="478872" cy="476565"/>
            <a:chOff x="-49786250" y="2316650"/>
            <a:chExt cx="300900" cy="299450"/>
          </a:xfrm>
        </p:grpSpPr>
        <p:sp>
          <p:nvSpPr>
            <p:cNvPr id="10798" name="Google Shape;10798;p75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9" name="Google Shape;10799;p75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0" name="Google Shape;10800;p75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1" name="Google Shape;10801;p75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2" name="Google Shape;10802;p75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3" name="Google Shape;10803;p75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4" name="Google Shape;10804;p75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805" name="Google Shape;10805;p75"/>
          <p:cNvSpPr/>
          <p:nvPr/>
        </p:nvSpPr>
        <p:spPr>
          <a:xfrm>
            <a:off x="2308806" y="2940323"/>
            <a:ext cx="497652" cy="478872"/>
          </a:xfrm>
          <a:custGeom>
            <a:avLst/>
            <a:gdLst/>
            <a:ahLst/>
            <a:cxnLst/>
            <a:rect l="l" t="t" r="r" b="b"/>
            <a:pathLst>
              <a:path w="12508" h="12036" extrusionOk="0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806" name="Google Shape;10806;p75"/>
          <p:cNvSpPr/>
          <p:nvPr/>
        </p:nvSpPr>
        <p:spPr>
          <a:xfrm>
            <a:off x="5295296" y="1779777"/>
            <a:ext cx="478872" cy="477599"/>
          </a:xfrm>
          <a:custGeom>
            <a:avLst/>
            <a:gdLst/>
            <a:ahLst/>
            <a:cxnLst/>
            <a:rect l="l" t="t" r="r" b="b"/>
            <a:pathLst>
              <a:path w="12036" h="12004" extrusionOk="0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807" name="Google Shape;10807;p75"/>
          <p:cNvGrpSpPr/>
          <p:nvPr/>
        </p:nvGrpSpPr>
        <p:grpSpPr>
          <a:xfrm>
            <a:off x="5377526" y="2385324"/>
            <a:ext cx="307153" cy="478832"/>
            <a:chOff x="-47842400" y="2342000"/>
            <a:chExt cx="193000" cy="300875"/>
          </a:xfrm>
        </p:grpSpPr>
        <p:sp>
          <p:nvSpPr>
            <p:cNvPr id="10808" name="Google Shape;10808;p75"/>
            <p:cNvSpPr/>
            <p:nvPr/>
          </p:nvSpPr>
          <p:spPr>
            <a:xfrm>
              <a:off x="-47809325" y="2412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9" name="Google Shape;10809;p75"/>
            <p:cNvSpPr/>
            <p:nvPr/>
          </p:nvSpPr>
          <p:spPr>
            <a:xfrm>
              <a:off x="-47842400" y="2342000"/>
              <a:ext cx="193000" cy="300875"/>
            </a:xfrm>
            <a:custGeom>
              <a:avLst/>
              <a:gdLst/>
              <a:ahLst/>
              <a:cxnLst/>
              <a:rect l="l" t="t" r="r" b="b"/>
              <a:pathLst>
                <a:path w="7720" h="12035" extrusionOk="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0" name="Google Shape;10810;p75"/>
            <p:cNvSpPr/>
            <p:nvPr/>
          </p:nvSpPr>
          <p:spPr>
            <a:xfrm>
              <a:off x="-47772300" y="258930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11" name="Google Shape;10811;p75"/>
          <p:cNvGrpSpPr/>
          <p:nvPr/>
        </p:nvGrpSpPr>
        <p:grpSpPr>
          <a:xfrm>
            <a:off x="5292283" y="2981936"/>
            <a:ext cx="477639" cy="478872"/>
            <a:chOff x="-47896750" y="2710600"/>
            <a:chExt cx="300125" cy="300900"/>
          </a:xfrm>
        </p:grpSpPr>
        <p:sp>
          <p:nvSpPr>
            <p:cNvPr id="10812" name="Google Shape;10812;p75"/>
            <p:cNvSpPr/>
            <p:nvPr/>
          </p:nvSpPr>
          <p:spPr>
            <a:xfrm>
              <a:off x="-47896750" y="2710600"/>
              <a:ext cx="300125" cy="300900"/>
            </a:xfrm>
            <a:custGeom>
              <a:avLst/>
              <a:gdLst/>
              <a:ahLst/>
              <a:cxnLst/>
              <a:rect l="l" t="t" r="r" b="b"/>
              <a:pathLst>
                <a:path w="12005" h="12036" extrusionOk="0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3" name="Google Shape;10813;p75"/>
            <p:cNvSpPr/>
            <p:nvPr/>
          </p:nvSpPr>
          <p:spPr>
            <a:xfrm>
              <a:off x="-47834525" y="29043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4" name="Google Shape;10814;p75"/>
            <p:cNvSpPr/>
            <p:nvPr/>
          </p:nvSpPr>
          <p:spPr>
            <a:xfrm>
              <a:off x="-47790400" y="2884475"/>
              <a:ext cx="38600" cy="36450"/>
            </a:xfrm>
            <a:custGeom>
              <a:avLst/>
              <a:gdLst/>
              <a:ahLst/>
              <a:cxnLst/>
              <a:rect l="l" t="t" r="r" b="b"/>
              <a:pathLst>
                <a:path w="1544" h="1458" extrusionOk="0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5" name="Google Shape;10815;p75"/>
            <p:cNvSpPr/>
            <p:nvPr/>
          </p:nvSpPr>
          <p:spPr>
            <a:xfrm>
              <a:off x="-47896750" y="2885150"/>
              <a:ext cx="37050" cy="37350"/>
            </a:xfrm>
            <a:custGeom>
              <a:avLst/>
              <a:gdLst/>
              <a:ahLst/>
              <a:cxnLst/>
              <a:rect l="l" t="t" r="r" b="b"/>
              <a:pathLst>
                <a:path w="1482" h="1494" extrusionOk="0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16" name="Google Shape;10816;p75"/>
          <p:cNvGrpSpPr/>
          <p:nvPr/>
        </p:nvGrpSpPr>
        <p:grpSpPr>
          <a:xfrm>
            <a:off x="3499803" y="3613346"/>
            <a:ext cx="478872" cy="419988"/>
            <a:chOff x="-46033225" y="1982825"/>
            <a:chExt cx="300900" cy="263900"/>
          </a:xfrm>
        </p:grpSpPr>
        <p:sp>
          <p:nvSpPr>
            <p:cNvPr id="10817" name="Google Shape;10817;p75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8" name="Google Shape;10818;p75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9" name="Google Shape;10819;p75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20" name="Google Shape;10820;p75"/>
          <p:cNvGrpSpPr/>
          <p:nvPr/>
        </p:nvGrpSpPr>
        <p:grpSpPr>
          <a:xfrm>
            <a:off x="3495426" y="4183022"/>
            <a:ext cx="487625" cy="434868"/>
            <a:chOff x="-46034000" y="2334500"/>
            <a:chExt cx="306400" cy="273250"/>
          </a:xfrm>
        </p:grpSpPr>
        <p:sp>
          <p:nvSpPr>
            <p:cNvPr id="10821" name="Google Shape;10821;p75"/>
            <p:cNvSpPr/>
            <p:nvPr/>
          </p:nvSpPr>
          <p:spPr>
            <a:xfrm>
              <a:off x="-46034000" y="2334500"/>
              <a:ext cx="306400" cy="273250"/>
            </a:xfrm>
            <a:custGeom>
              <a:avLst/>
              <a:gdLst/>
              <a:ahLst/>
              <a:cxnLst/>
              <a:rect l="l" t="t" r="r" b="b"/>
              <a:pathLst>
                <a:path w="12256" h="10930" extrusionOk="0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2" name="Google Shape;10822;p75"/>
            <p:cNvSpPr/>
            <p:nvPr/>
          </p:nvSpPr>
          <p:spPr>
            <a:xfrm>
              <a:off x="-45879625" y="2374275"/>
              <a:ext cx="105550" cy="104000"/>
            </a:xfrm>
            <a:custGeom>
              <a:avLst/>
              <a:gdLst/>
              <a:ahLst/>
              <a:cxnLst/>
              <a:rect l="l" t="t" r="r" b="b"/>
              <a:pathLst>
                <a:path w="4222" h="4160" extrusionOk="0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3" name="Google Shape;10823;p75"/>
            <p:cNvSpPr/>
            <p:nvPr/>
          </p:nvSpPr>
          <p:spPr>
            <a:xfrm>
              <a:off x="-45922950" y="2474125"/>
              <a:ext cx="49625" cy="47475"/>
            </a:xfrm>
            <a:custGeom>
              <a:avLst/>
              <a:gdLst/>
              <a:ahLst/>
              <a:cxnLst/>
              <a:rect l="l" t="t" r="r" b="b"/>
              <a:pathLst>
                <a:path w="1985" h="1899" extrusionOk="0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24" name="Google Shape;10824;p75"/>
          <p:cNvGrpSpPr/>
          <p:nvPr/>
        </p:nvGrpSpPr>
        <p:grpSpPr>
          <a:xfrm>
            <a:off x="3556837" y="4788874"/>
            <a:ext cx="364804" cy="475252"/>
            <a:chOff x="-45998575" y="2702625"/>
            <a:chExt cx="229225" cy="298625"/>
          </a:xfrm>
        </p:grpSpPr>
        <p:sp>
          <p:nvSpPr>
            <p:cNvPr id="10825" name="Google Shape;10825;p75"/>
            <p:cNvSpPr/>
            <p:nvPr/>
          </p:nvSpPr>
          <p:spPr>
            <a:xfrm>
              <a:off x="-45944225" y="2702625"/>
              <a:ext cx="125250" cy="298625"/>
            </a:xfrm>
            <a:custGeom>
              <a:avLst/>
              <a:gdLst/>
              <a:ahLst/>
              <a:cxnLst/>
              <a:rect l="l" t="t" r="r" b="b"/>
              <a:pathLst>
                <a:path w="5010" h="11945" extrusionOk="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6" name="Google Shape;10826;p75"/>
            <p:cNvSpPr/>
            <p:nvPr/>
          </p:nvSpPr>
          <p:spPr>
            <a:xfrm>
              <a:off x="-45804025" y="2755500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7" name="Google Shape;10827;p75"/>
            <p:cNvSpPr/>
            <p:nvPr/>
          </p:nvSpPr>
          <p:spPr>
            <a:xfrm>
              <a:off x="-45998575" y="27555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8" name="Google Shape;10828;p75"/>
            <p:cNvSpPr/>
            <p:nvPr/>
          </p:nvSpPr>
          <p:spPr>
            <a:xfrm>
              <a:off x="-45818200" y="2703175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29" name="Google Shape;10829;p75"/>
            <p:cNvSpPr/>
            <p:nvPr/>
          </p:nvSpPr>
          <p:spPr>
            <a:xfrm>
              <a:off x="-45984400" y="2799050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0" name="Google Shape;10830;p75"/>
            <p:cNvSpPr/>
            <p:nvPr/>
          </p:nvSpPr>
          <p:spPr>
            <a:xfrm>
              <a:off x="-45815850" y="2799050"/>
              <a:ext cx="33900" cy="25750"/>
            </a:xfrm>
            <a:custGeom>
              <a:avLst/>
              <a:gdLst/>
              <a:ahLst/>
              <a:cxnLst/>
              <a:rect l="l" t="t" r="r" b="b"/>
              <a:pathLst>
                <a:path w="1356" h="1030" extrusionOk="0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1" name="Google Shape;10831;p75"/>
            <p:cNvSpPr/>
            <p:nvPr/>
          </p:nvSpPr>
          <p:spPr>
            <a:xfrm>
              <a:off x="-45983600" y="2702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832" name="Google Shape;10832;p75"/>
          <p:cNvSpPr/>
          <p:nvPr/>
        </p:nvSpPr>
        <p:spPr>
          <a:xfrm>
            <a:off x="5315306" y="4817003"/>
            <a:ext cx="419948" cy="477599"/>
          </a:xfrm>
          <a:custGeom>
            <a:avLst/>
            <a:gdLst/>
            <a:ahLst/>
            <a:cxnLst/>
            <a:rect l="l" t="t" r="r" b="b"/>
            <a:pathLst>
              <a:path w="10555" h="12004" extrusionOk="0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833" name="Google Shape;10833;p75"/>
          <p:cNvSpPr/>
          <p:nvPr/>
        </p:nvSpPr>
        <p:spPr>
          <a:xfrm>
            <a:off x="2911264" y="1750933"/>
            <a:ext cx="480105" cy="448793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834" name="Google Shape;10834;p75"/>
          <p:cNvGrpSpPr/>
          <p:nvPr/>
        </p:nvGrpSpPr>
        <p:grpSpPr>
          <a:xfrm>
            <a:off x="2937597" y="2940559"/>
            <a:ext cx="419948" cy="481379"/>
            <a:chOff x="-49398750" y="2684600"/>
            <a:chExt cx="263875" cy="302475"/>
          </a:xfrm>
        </p:grpSpPr>
        <p:sp>
          <p:nvSpPr>
            <p:cNvPr id="10835" name="Google Shape;10835;p75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6" name="Google Shape;10836;p75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7" name="Google Shape;10837;p75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38" name="Google Shape;10838;p75"/>
          <p:cNvGrpSpPr/>
          <p:nvPr/>
        </p:nvGrpSpPr>
        <p:grpSpPr>
          <a:xfrm>
            <a:off x="1164161" y="3599579"/>
            <a:ext cx="418675" cy="478872"/>
            <a:chOff x="-47509225" y="1974175"/>
            <a:chExt cx="263075" cy="300900"/>
          </a:xfrm>
        </p:grpSpPr>
        <p:sp>
          <p:nvSpPr>
            <p:cNvPr id="10839" name="Google Shape;10839;p75"/>
            <p:cNvSpPr/>
            <p:nvPr/>
          </p:nvSpPr>
          <p:spPr>
            <a:xfrm>
              <a:off x="-47439925" y="2026950"/>
              <a:ext cx="124475" cy="124450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0" name="Google Shape;10840;p75"/>
            <p:cNvSpPr/>
            <p:nvPr/>
          </p:nvSpPr>
          <p:spPr>
            <a:xfrm>
              <a:off x="-47439125" y="2184475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1" name="Google Shape;10841;p75"/>
            <p:cNvSpPr/>
            <p:nvPr/>
          </p:nvSpPr>
          <p:spPr>
            <a:xfrm>
              <a:off x="-47438350" y="2219900"/>
              <a:ext cx="122900" cy="18150"/>
            </a:xfrm>
            <a:custGeom>
              <a:avLst/>
              <a:gdLst/>
              <a:ahLst/>
              <a:cxnLst/>
              <a:rect l="l" t="t" r="r" b="b"/>
              <a:pathLst>
                <a:path w="4916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2" name="Google Shape;10842;p75"/>
            <p:cNvSpPr/>
            <p:nvPr/>
          </p:nvSpPr>
          <p:spPr>
            <a:xfrm>
              <a:off x="-47333600" y="21860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3" name="Google Shape;10843;p75"/>
            <p:cNvSpPr/>
            <p:nvPr/>
          </p:nvSpPr>
          <p:spPr>
            <a:xfrm>
              <a:off x="-47509225" y="1974175"/>
              <a:ext cx="263075" cy="300900"/>
            </a:xfrm>
            <a:custGeom>
              <a:avLst/>
              <a:gdLst/>
              <a:ahLst/>
              <a:cxnLst/>
              <a:rect l="l" t="t" r="r" b="b"/>
              <a:pathLst>
                <a:path w="10523" h="12036" extrusionOk="0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44" name="Google Shape;10844;p75"/>
          <p:cNvGrpSpPr/>
          <p:nvPr/>
        </p:nvGrpSpPr>
        <p:grpSpPr>
          <a:xfrm>
            <a:off x="1132829" y="4194958"/>
            <a:ext cx="481339" cy="477281"/>
            <a:chOff x="-47529700" y="2342000"/>
            <a:chExt cx="302450" cy="299900"/>
          </a:xfrm>
        </p:grpSpPr>
        <p:sp>
          <p:nvSpPr>
            <p:cNvPr id="10845" name="Google Shape;10845;p75"/>
            <p:cNvSpPr/>
            <p:nvPr/>
          </p:nvSpPr>
          <p:spPr>
            <a:xfrm>
              <a:off x="-47529700" y="2342000"/>
              <a:ext cx="302450" cy="299900"/>
            </a:xfrm>
            <a:custGeom>
              <a:avLst/>
              <a:gdLst/>
              <a:ahLst/>
              <a:cxnLst/>
              <a:rect l="l" t="t" r="r" b="b"/>
              <a:pathLst>
                <a:path w="12098" h="11996" extrusionOk="0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6" name="Google Shape;10846;p75"/>
            <p:cNvSpPr/>
            <p:nvPr/>
          </p:nvSpPr>
          <p:spPr>
            <a:xfrm>
              <a:off x="-47404475" y="23955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47" name="Google Shape;10847;p75"/>
          <p:cNvGrpSpPr/>
          <p:nvPr/>
        </p:nvGrpSpPr>
        <p:grpSpPr>
          <a:xfrm>
            <a:off x="1134701" y="4860489"/>
            <a:ext cx="477599" cy="363531"/>
            <a:chOff x="-47527350" y="2747625"/>
            <a:chExt cx="300100" cy="228425"/>
          </a:xfrm>
        </p:grpSpPr>
        <p:sp>
          <p:nvSpPr>
            <p:cNvPr id="10848" name="Google Shape;10848;p75"/>
            <p:cNvSpPr/>
            <p:nvPr/>
          </p:nvSpPr>
          <p:spPr>
            <a:xfrm>
              <a:off x="-47475350" y="2782275"/>
              <a:ext cx="124450" cy="124475"/>
            </a:xfrm>
            <a:custGeom>
              <a:avLst/>
              <a:gdLst/>
              <a:ahLst/>
              <a:cxnLst/>
              <a:rect l="l" t="t" r="r" b="b"/>
              <a:pathLst>
                <a:path w="4978" h="4979" extrusionOk="0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9" name="Google Shape;10849;p75"/>
            <p:cNvSpPr/>
            <p:nvPr/>
          </p:nvSpPr>
          <p:spPr>
            <a:xfrm>
              <a:off x="-47333600" y="278227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0" name="Google Shape;10850;p75"/>
            <p:cNvSpPr/>
            <p:nvPr/>
          </p:nvSpPr>
          <p:spPr>
            <a:xfrm>
              <a:off x="-47333600" y="281772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1" name="Google Shape;10851;p75"/>
            <p:cNvSpPr/>
            <p:nvPr/>
          </p:nvSpPr>
          <p:spPr>
            <a:xfrm>
              <a:off x="-47333600" y="2852375"/>
              <a:ext cx="53600" cy="17350"/>
            </a:xfrm>
            <a:custGeom>
              <a:avLst/>
              <a:gdLst/>
              <a:ahLst/>
              <a:cxnLst/>
              <a:rect l="l" t="t" r="r" b="b"/>
              <a:pathLst>
                <a:path w="214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2" name="Google Shape;10852;p75"/>
            <p:cNvSpPr/>
            <p:nvPr/>
          </p:nvSpPr>
          <p:spPr>
            <a:xfrm>
              <a:off x="-47333600" y="2887800"/>
              <a:ext cx="53600" cy="17375"/>
            </a:xfrm>
            <a:custGeom>
              <a:avLst/>
              <a:gdLst/>
              <a:ahLst/>
              <a:cxnLst/>
              <a:rect l="l" t="t" r="r" b="b"/>
              <a:pathLst>
                <a:path w="2144" h="6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3" name="Google Shape;10853;p75"/>
            <p:cNvSpPr/>
            <p:nvPr/>
          </p:nvSpPr>
          <p:spPr>
            <a:xfrm>
              <a:off x="-47527350" y="2747625"/>
              <a:ext cx="300100" cy="228425"/>
            </a:xfrm>
            <a:custGeom>
              <a:avLst/>
              <a:gdLst/>
              <a:ahLst/>
              <a:cxnLst/>
              <a:rect l="l" t="t" r="r" b="b"/>
              <a:pathLst>
                <a:path w="12004" h="9137" extrusionOk="0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854" name="Google Shape;10854;p75"/>
          <p:cNvSpPr/>
          <p:nvPr/>
        </p:nvSpPr>
        <p:spPr>
          <a:xfrm>
            <a:off x="4103299" y="3582777"/>
            <a:ext cx="475092" cy="481060"/>
          </a:xfrm>
          <a:custGeom>
            <a:avLst/>
            <a:gdLst/>
            <a:ahLst/>
            <a:cxnLst/>
            <a:rect l="l" t="t" r="r" b="b"/>
            <a:pathLst>
              <a:path w="11941" h="12091" extrusionOk="0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855" name="Google Shape;10855;p75"/>
          <p:cNvGrpSpPr/>
          <p:nvPr/>
        </p:nvGrpSpPr>
        <p:grpSpPr>
          <a:xfrm>
            <a:off x="4098566" y="4211230"/>
            <a:ext cx="477639" cy="419948"/>
            <a:chOff x="-45664625" y="2352225"/>
            <a:chExt cx="300125" cy="263875"/>
          </a:xfrm>
        </p:grpSpPr>
        <p:sp>
          <p:nvSpPr>
            <p:cNvPr id="10856" name="Google Shape;10856;p75"/>
            <p:cNvSpPr/>
            <p:nvPr/>
          </p:nvSpPr>
          <p:spPr>
            <a:xfrm>
              <a:off x="-45664625" y="2352225"/>
              <a:ext cx="300125" cy="263875"/>
            </a:xfrm>
            <a:custGeom>
              <a:avLst/>
              <a:gdLst/>
              <a:ahLst/>
              <a:cxnLst/>
              <a:rect l="l" t="t" r="r" b="b"/>
              <a:pathLst>
                <a:path w="12005" h="10555" extrusionOk="0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7" name="Google Shape;10857;p75"/>
            <p:cNvSpPr/>
            <p:nvPr/>
          </p:nvSpPr>
          <p:spPr>
            <a:xfrm>
              <a:off x="-45612625" y="2475100"/>
              <a:ext cx="55150" cy="88225"/>
            </a:xfrm>
            <a:custGeom>
              <a:avLst/>
              <a:gdLst/>
              <a:ahLst/>
              <a:cxnLst/>
              <a:rect l="l" t="t" r="r" b="b"/>
              <a:pathLst>
                <a:path w="2206" h="3529" extrusionOk="0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8" name="Google Shape;10858;p75"/>
            <p:cNvSpPr/>
            <p:nvPr/>
          </p:nvSpPr>
          <p:spPr>
            <a:xfrm>
              <a:off x="-45471650" y="2475100"/>
              <a:ext cx="54375" cy="86850"/>
            </a:xfrm>
            <a:custGeom>
              <a:avLst/>
              <a:gdLst/>
              <a:ahLst/>
              <a:cxnLst/>
              <a:rect l="l" t="t" r="r" b="b"/>
              <a:pathLst>
                <a:path w="2175" h="3474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9" name="Google Shape;10859;p75"/>
            <p:cNvSpPr/>
            <p:nvPr/>
          </p:nvSpPr>
          <p:spPr>
            <a:xfrm>
              <a:off x="-45542525" y="2456975"/>
              <a:ext cx="55150" cy="123300"/>
            </a:xfrm>
            <a:custGeom>
              <a:avLst/>
              <a:gdLst/>
              <a:ahLst/>
              <a:cxnLst/>
              <a:rect l="l" t="t" r="r" b="b"/>
              <a:pathLst>
                <a:path w="2206" h="4932" extrusionOk="0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0" name="Google Shape;10860;p75"/>
            <p:cNvSpPr/>
            <p:nvPr/>
          </p:nvSpPr>
          <p:spPr>
            <a:xfrm>
              <a:off x="-45541750" y="23861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1" name="Google Shape;10861;p75"/>
            <p:cNvSpPr/>
            <p:nvPr/>
          </p:nvSpPr>
          <p:spPr>
            <a:xfrm>
              <a:off x="-45488175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2" name="Google Shape;10862;p75"/>
            <p:cNvSpPr/>
            <p:nvPr/>
          </p:nvSpPr>
          <p:spPr>
            <a:xfrm>
              <a:off x="-45436200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63" name="Google Shape;10863;p75"/>
          <p:cNvGrpSpPr/>
          <p:nvPr/>
        </p:nvGrpSpPr>
        <p:grpSpPr>
          <a:xfrm>
            <a:off x="4097471" y="4789869"/>
            <a:ext cx="479827" cy="476764"/>
            <a:chOff x="-45665400" y="2703250"/>
            <a:chExt cx="301500" cy="299575"/>
          </a:xfrm>
        </p:grpSpPr>
        <p:sp>
          <p:nvSpPr>
            <p:cNvPr id="10864" name="Google Shape;10864;p75"/>
            <p:cNvSpPr/>
            <p:nvPr/>
          </p:nvSpPr>
          <p:spPr>
            <a:xfrm>
              <a:off x="-45664625" y="2703250"/>
              <a:ext cx="300725" cy="299575"/>
            </a:xfrm>
            <a:custGeom>
              <a:avLst/>
              <a:gdLst/>
              <a:ahLst/>
              <a:cxnLst/>
              <a:rect l="l" t="t" r="r" b="b"/>
              <a:pathLst>
                <a:path w="12029" h="11983" extrusionOk="0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5" name="Google Shape;10865;p75"/>
            <p:cNvSpPr/>
            <p:nvPr/>
          </p:nvSpPr>
          <p:spPr>
            <a:xfrm>
              <a:off x="-45663825" y="28791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6" name="Google Shape;10866;p75"/>
            <p:cNvSpPr/>
            <p:nvPr/>
          </p:nvSpPr>
          <p:spPr>
            <a:xfrm>
              <a:off x="-45613425" y="29297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7" name="Google Shape;10867;p75"/>
            <p:cNvSpPr/>
            <p:nvPr/>
          </p:nvSpPr>
          <p:spPr>
            <a:xfrm>
              <a:off x="-45665400" y="2923050"/>
              <a:ext cx="81150" cy="79000"/>
            </a:xfrm>
            <a:custGeom>
              <a:avLst/>
              <a:gdLst/>
              <a:ahLst/>
              <a:cxnLst/>
              <a:rect l="l" t="t" r="r" b="b"/>
              <a:pathLst>
                <a:path w="3246" h="3160" extrusionOk="0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68" name="Google Shape;10868;p75"/>
          <p:cNvGrpSpPr/>
          <p:nvPr/>
        </p:nvGrpSpPr>
        <p:grpSpPr>
          <a:xfrm>
            <a:off x="2899680" y="5377784"/>
            <a:ext cx="478872" cy="480145"/>
            <a:chOff x="-44528075" y="1982825"/>
            <a:chExt cx="300900" cy="301700"/>
          </a:xfrm>
        </p:grpSpPr>
        <p:sp>
          <p:nvSpPr>
            <p:cNvPr id="10869" name="Google Shape;10869;p75"/>
            <p:cNvSpPr/>
            <p:nvPr/>
          </p:nvSpPr>
          <p:spPr>
            <a:xfrm>
              <a:off x="-44528075" y="1982825"/>
              <a:ext cx="300900" cy="301700"/>
            </a:xfrm>
            <a:custGeom>
              <a:avLst/>
              <a:gdLst/>
              <a:ahLst/>
              <a:cxnLst/>
              <a:rect l="l" t="t" r="r" b="b"/>
              <a:pathLst>
                <a:path w="12036" h="12068" extrusionOk="0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0" name="Google Shape;10870;p75"/>
            <p:cNvSpPr/>
            <p:nvPr/>
          </p:nvSpPr>
          <p:spPr>
            <a:xfrm>
              <a:off x="-4445560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1" name="Google Shape;10871;p75"/>
            <p:cNvSpPr/>
            <p:nvPr/>
          </p:nvSpPr>
          <p:spPr>
            <a:xfrm>
              <a:off x="-44455600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2" name="Google Shape;10872;p75"/>
            <p:cNvSpPr/>
            <p:nvPr/>
          </p:nvSpPr>
          <p:spPr>
            <a:xfrm>
              <a:off x="-443146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3" name="Google Shape;10873;p75"/>
            <p:cNvSpPr/>
            <p:nvPr/>
          </p:nvSpPr>
          <p:spPr>
            <a:xfrm>
              <a:off x="-44314625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4" name="Google Shape;10874;p75"/>
            <p:cNvSpPr/>
            <p:nvPr/>
          </p:nvSpPr>
          <p:spPr>
            <a:xfrm>
              <a:off x="-44447725" y="2062375"/>
              <a:ext cx="143350" cy="140225"/>
            </a:xfrm>
            <a:custGeom>
              <a:avLst/>
              <a:gdLst/>
              <a:ahLst/>
              <a:cxnLst/>
              <a:rect l="l" t="t" r="r" b="b"/>
              <a:pathLst>
                <a:path w="5734" h="5609" extrusionOk="0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5" name="Google Shape;10875;p75"/>
            <p:cNvSpPr/>
            <p:nvPr/>
          </p:nvSpPr>
          <p:spPr>
            <a:xfrm>
              <a:off x="-44403625" y="2107275"/>
              <a:ext cx="53575" cy="52800"/>
            </a:xfrm>
            <a:custGeom>
              <a:avLst/>
              <a:gdLst/>
              <a:ahLst/>
              <a:cxnLst/>
              <a:rect l="l" t="t" r="r" b="b"/>
              <a:pathLst>
                <a:path w="2143" h="2112" extrusionOk="0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876" name="Google Shape;10876;p75"/>
          <p:cNvSpPr/>
          <p:nvPr/>
        </p:nvSpPr>
        <p:spPr>
          <a:xfrm>
            <a:off x="3504949" y="1737167"/>
            <a:ext cx="477599" cy="4775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877" name="Google Shape;10877;p75"/>
          <p:cNvGrpSpPr/>
          <p:nvPr/>
        </p:nvGrpSpPr>
        <p:grpSpPr>
          <a:xfrm>
            <a:off x="3501231" y="2345181"/>
            <a:ext cx="477599" cy="477639"/>
            <a:chOff x="-49048250" y="2316775"/>
            <a:chExt cx="300100" cy="300125"/>
          </a:xfrm>
        </p:grpSpPr>
        <p:sp>
          <p:nvSpPr>
            <p:cNvPr id="10878" name="Google Shape;10878;p75"/>
            <p:cNvSpPr/>
            <p:nvPr/>
          </p:nvSpPr>
          <p:spPr>
            <a:xfrm>
              <a:off x="-490482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9" name="Google Shape;10879;p75"/>
            <p:cNvSpPr/>
            <p:nvPr/>
          </p:nvSpPr>
          <p:spPr>
            <a:xfrm>
              <a:off x="-49004150" y="2360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0" name="Google Shape;10880;p75"/>
            <p:cNvSpPr/>
            <p:nvPr/>
          </p:nvSpPr>
          <p:spPr>
            <a:xfrm>
              <a:off x="-48925375" y="2465650"/>
              <a:ext cx="71700" cy="86650"/>
            </a:xfrm>
            <a:custGeom>
              <a:avLst/>
              <a:gdLst/>
              <a:ahLst/>
              <a:cxnLst/>
              <a:rect l="l" t="t" r="r" b="b"/>
              <a:pathLst>
                <a:path w="2868" h="3466" extrusionOk="0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1" name="Google Shape;10881;p75"/>
            <p:cNvSpPr/>
            <p:nvPr/>
          </p:nvSpPr>
          <p:spPr>
            <a:xfrm>
              <a:off x="-48977350" y="2431000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882" name="Google Shape;10882;p75"/>
          <p:cNvSpPr/>
          <p:nvPr/>
        </p:nvSpPr>
        <p:spPr>
          <a:xfrm>
            <a:off x="3503079" y="2942034"/>
            <a:ext cx="481339" cy="477161"/>
          </a:xfrm>
          <a:custGeom>
            <a:avLst/>
            <a:gdLst/>
            <a:ahLst/>
            <a:cxnLst/>
            <a:rect l="l" t="t" r="r" b="b"/>
            <a:pathLst>
              <a:path w="12098" h="11993" extrusionOk="0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883" name="Google Shape;10883;p75"/>
          <p:cNvGrpSpPr/>
          <p:nvPr/>
        </p:nvGrpSpPr>
        <p:grpSpPr>
          <a:xfrm>
            <a:off x="1720660" y="3599579"/>
            <a:ext cx="480145" cy="477599"/>
            <a:chOff x="-47160325" y="1974175"/>
            <a:chExt cx="301700" cy="300100"/>
          </a:xfrm>
        </p:grpSpPr>
        <p:sp>
          <p:nvSpPr>
            <p:cNvPr id="10884" name="Google Shape;10884;p75"/>
            <p:cNvSpPr/>
            <p:nvPr/>
          </p:nvSpPr>
          <p:spPr>
            <a:xfrm>
              <a:off x="-47160325" y="1974175"/>
              <a:ext cx="301700" cy="300100"/>
            </a:xfrm>
            <a:custGeom>
              <a:avLst/>
              <a:gdLst/>
              <a:ahLst/>
              <a:cxnLst/>
              <a:rect l="l" t="t" r="r" b="b"/>
              <a:pathLst>
                <a:path w="12068" h="12004" extrusionOk="0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5" name="Google Shape;10885;p75"/>
            <p:cNvSpPr/>
            <p:nvPr/>
          </p:nvSpPr>
          <p:spPr>
            <a:xfrm>
              <a:off x="-47070525" y="21151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86" name="Google Shape;10886;p75"/>
          <p:cNvGrpSpPr/>
          <p:nvPr/>
        </p:nvGrpSpPr>
        <p:grpSpPr>
          <a:xfrm>
            <a:off x="1721295" y="4194957"/>
            <a:ext cx="478872" cy="478832"/>
            <a:chOff x="-47159525" y="2342000"/>
            <a:chExt cx="300900" cy="300875"/>
          </a:xfrm>
        </p:grpSpPr>
        <p:sp>
          <p:nvSpPr>
            <p:cNvPr id="10887" name="Google Shape;10887;p75"/>
            <p:cNvSpPr/>
            <p:nvPr/>
          </p:nvSpPr>
          <p:spPr>
            <a:xfrm>
              <a:off x="-47122500" y="2376650"/>
              <a:ext cx="123675" cy="125250"/>
            </a:xfrm>
            <a:custGeom>
              <a:avLst/>
              <a:gdLst/>
              <a:ahLst/>
              <a:cxnLst/>
              <a:rect l="l" t="t" r="r" b="b"/>
              <a:pathLst>
                <a:path w="4947" h="5010" extrusionOk="0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8" name="Google Shape;10888;p75"/>
            <p:cNvSpPr/>
            <p:nvPr/>
          </p:nvSpPr>
          <p:spPr>
            <a:xfrm>
              <a:off x="-47159525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9" name="Google Shape;10889;p75"/>
            <p:cNvSpPr/>
            <p:nvPr/>
          </p:nvSpPr>
          <p:spPr>
            <a:xfrm>
              <a:off x="-46946075" y="25373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0" name="Google Shape;10890;p75"/>
            <p:cNvSpPr/>
            <p:nvPr/>
          </p:nvSpPr>
          <p:spPr>
            <a:xfrm>
              <a:off x="-47122500" y="253732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1" name="Google Shape;10891;p75"/>
            <p:cNvSpPr/>
            <p:nvPr/>
          </p:nvSpPr>
          <p:spPr>
            <a:xfrm>
              <a:off x="-47122500" y="257277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92" name="Google Shape;10892;p75"/>
          <p:cNvGrpSpPr/>
          <p:nvPr/>
        </p:nvGrpSpPr>
        <p:grpSpPr>
          <a:xfrm>
            <a:off x="1721931" y="4804072"/>
            <a:ext cx="477599" cy="478872"/>
            <a:chOff x="-47157950" y="2712175"/>
            <a:chExt cx="300100" cy="300900"/>
          </a:xfrm>
        </p:grpSpPr>
        <p:sp>
          <p:nvSpPr>
            <p:cNvPr id="10893" name="Google Shape;10893;p75"/>
            <p:cNvSpPr/>
            <p:nvPr/>
          </p:nvSpPr>
          <p:spPr>
            <a:xfrm>
              <a:off x="-47157950" y="2712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4" name="Google Shape;10894;p75"/>
            <p:cNvSpPr/>
            <p:nvPr/>
          </p:nvSpPr>
          <p:spPr>
            <a:xfrm>
              <a:off x="-47087075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5" name="Google Shape;10895;p75"/>
            <p:cNvSpPr/>
            <p:nvPr/>
          </p:nvSpPr>
          <p:spPr>
            <a:xfrm>
              <a:off x="-47052400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6" name="Google Shape;10896;p75"/>
            <p:cNvSpPr/>
            <p:nvPr/>
          </p:nvSpPr>
          <p:spPr>
            <a:xfrm>
              <a:off x="-47051625" y="29579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7" name="Google Shape;10897;p75"/>
            <p:cNvSpPr/>
            <p:nvPr/>
          </p:nvSpPr>
          <p:spPr>
            <a:xfrm>
              <a:off x="-47051625" y="29232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8" name="Google Shape;10898;p75"/>
            <p:cNvSpPr/>
            <p:nvPr/>
          </p:nvSpPr>
          <p:spPr>
            <a:xfrm>
              <a:off x="-47017750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9" name="Google Shape;10899;p75"/>
            <p:cNvSpPr/>
            <p:nvPr/>
          </p:nvSpPr>
          <p:spPr>
            <a:xfrm>
              <a:off x="-46964975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00" name="Google Shape;10900;p75"/>
          <p:cNvSpPr/>
          <p:nvPr/>
        </p:nvSpPr>
        <p:spPr>
          <a:xfrm>
            <a:off x="4717615" y="3585600"/>
            <a:ext cx="419948" cy="476365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01" name="Google Shape;10901;p75"/>
          <p:cNvGrpSpPr/>
          <p:nvPr/>
        </p:nvGrpSpPr>
        <p:grpSpPr>
          <a:xfrm>
            <a:off x="4713567" y="4181151"/>
            <a:ext cx="421181" cy="477599"/>
            <a:chOff x="-45278675" y="2333325"/>
            <a:chExt cx="264650" cy="300100"/>
          </a:xfrm>
        </p:grpSpPr>
        <p:sp>
          <p:nvSpPr>
            <p:cNvPr id="10902" name="Google Shape;10902;p75"/>
            <p:cNvSpPr/>
            <p:nvPr/>
          </p:nvSpPr>
          <p:spPr>
            <a:xfrm>
              <a:off x="-45243225" y="247510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3" name="Google Shape;10903;p75"/>
            <p:cNvSpPr/>
            <p:nvPr/>
          </p:nvSpPr>
          <p:spPr>
            <a:xfrm>
              <a:off x="-45172350" y="2475100"/>
              <a:ext cx="52800" cy="89025"/>
            </a:xfrm>
            <a:custGeom>
              <a:avLst/>
              <a:gdLst/>
              <a:ahLst/>
              <a:cxnLst/>
              <a:rect l="l" t="t" r="r" b="b"/>
              <a:pathLst>
                <a:path w="2112" h="3561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4" name="Google Shape;10904;p75"/>
            <p:cNvSpPr/>
            <p:nvPr/>
          </p:nvSpPr>
          <p:spPr>
            <a:xfrm>
              <a:off x="-45102250" y="2475100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5" name="Google Shape;10905;p75"/>
            <p:cNvSpPr/>
            <p:nvPr/>
          </p:nvSpPr>
          <p:spPr>
            <a:xfrm>
              <a:off x="-45278675" y="2333325"/>
              <a:ext cx="264650" cy="300100"/>
            </a:xfrm>
            <a:custGeom>
              <a:avLst/>
              <a:gdLst/>
              <a:ahLst/>
              <a:cxnLst/>
              <a:rect l="l" t="t" r="r" b="b"/>
              <a:pathLst>
                <a:path w="10586" h="12004" extrusionOk="0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06" name="Google Shape;10906;p75"/>
          <p:cNvGrpSpPr/>
          <p:nvPr/>
        </p:nvGrpSpPr>
        <p:grpSpPr>
          <a:xfrm>
            <a:off x="4727334" y="4787761"/>
            <a:ext cx="393649" cy="477639"/>
            <a:chOff x="-45270025" y="2701925"/>
            <a:chExt cx="247350" cy="300125"/>
          </a:xfrm>
        </p:grpSpPr>
        <p:sp>
          <p:nvSpPr>
            <p:cNvPr id="10907" name="Google Shape;10907;p75"/>
            <p:cNvSpPr/>
            <p:nvPr/>
          </p:nvSpPr>
          <p:spPr>
            <a:xfrm>
              <a:off x="-45128250" y="28437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8" name="Google Shape;10908;p75"/>
            <p:cNvSpPr/>
            <p:nvPr/>
          </p:nvSpPr>
          <p:spPr>
            <a:xfrm>
              <a:off x="-45270025" y="2701925"/>
              <a:ext cx="247350" cy="300125"/>
            </a:xfrm>
            <a:custGeom>
              <a:avLst/>
              <a:gdLst/>
              <a:ahLst/>
              <a:cxnLst/>
              <a:rect l="l" t="t" r="r" b="b"/>
              <a:pathLst>
                <a:path w="9894" h="12005" extrusionOk="0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9" name="Google Shape;10909;p75"/>
            <p:cNvSpPr/>
            <p:nvPr/>
          </p:nvSpPr>
          <p:spPr>
            <a:xfrm>
              <a:off x="-45235350" y="2844500"/>
              <a:ext cx="89800" cy="87450"/>
            </a:xfrm>
            <a:custGeom>
              <a:avLst/>
              <a:gdLst/>
              <a:ahLst/>
              <a:cxnLst/>
              <a:rect l="l" t="t" r="r" b="b"/>
              <a:pathLst>
                <a:path w="3592" h="3498" extrusionOk="0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0" name="Google Shape;10910;p75"/>
            <p:cNvSpPr/>
            <p:nvPr/>
          </p:nvSpPr>
          <p:spPr>
            <a:xfrm>
              <a:off x="-45128250" y="28791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11" name="Google Shape;10911;p75"/>
          <p:cNvSpPr/>
          <p:nvPr/>
        </p:nvSpPr>
        <p:spPr>
          <a:xfrm>
            <a:off x="3504933" y="5415086"/>
            <a:ext cx="477599" cy="4775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12" name="Google Shape;10912;p75"/>
          <p:cNvGrpSpPr/>
          <p:nvPr/>
        </p:nvGrpSpPr>
        <p:grpSpPr>
          <a:xfrm>
            <a:off x="2946090" y="2324983"/>
            <a:ext cx="409925" cy="488741"/>
            <a:chOff x="2209567" y="1972337"/>
            <a:chExt cx="307444" cy="366556"/>
          </a:xfrm>
        </p:grpSpPr>
        <p:sp>
          <p:nvSpPr>
            <p:cNvPr id="10913" name="Google Shape;10913;p75"/>
            <p:cNvSpPr/>
            <p:nvPr/>
          </p:nvSpPr>
          <p:spPr>
            <a:xfrm>
              <a:off x="2345143" y="1972337"/>
              <a:ext cx="20709" cy="62097"/>
            </a:xfrm>
            <a:custGeom>
              <a:avLst/>
              <a:gdLst/>
              <a:ahLst/>
              <a:cxnLst/>
              <a:rect l="l" t="t" r="r" b="b"/>
              <a:pathLst>
                <a:path w="694" h="2081" extrusionOk="0">
                  <a:moveTo>
                    <a:pt x="347" y="1"/>
                  </a:moveTo>
                  <a:cubicBezTo>
                    <a:pt x="158" y="1"/>
                    <a:pt x="1" y="158"/>
                    <a:pt x="1" y="348"/>
                  </a:cubicBezTo>
                  <a:lnTo>
                    <a:pt x="1" y="1765"/>
                  </a:lnTo>
                  <a:cubicBezTo>
                    <a:pt x="1" y="1923"/>
                    <a:pt x="158" y="2080"/>
                    <a:pt x="347" y="2080"/>
                  </a:cubicBezTo>
                  <a:cubicBezTo>
                    <a:pt x="536" y="2080"/>
                    <a:pt x="694" y="1923"/>
                    <a:pt x="694" y="1734"/>
                  </a:cubicBezTo>
                  <a:lnTo>
                    <a:pt x="694" y="348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4" name="Google Shape;10914;p75"/>
            <p:cNvSpPr/>
            <p:nvPr/>
          </p:nvSpPr>
          <p:spPr>
            <a:xfrm>
              <a:off x="2265235" y="1998803"/>
              <a:ext cx="55502" cy="39389"/>
            </a:xfrm>
            <a:custGeom>
              <a:avLst/>
              <a:gdLst/>
              <a:ahLst/>
              <a:cxnLst/>
              <a:rect l="l" t="t" r="r" b="b"/>
              <a:pathLst>
                <a:path w="1860" h="1320" extrusionOk="0">
                  <a:moveTo>
                    <a:pt x="465" y="1"/>
                  </a:moveTo>
                  <a:cubicBezTo>
                    <a:pt x="344" y="1"/>
                    <a:pt x="222" y="78"/>
                    <a:pt x="158" y="185"/>
                  </a:cubicBezTo>
                  <a:cubicBezTo>
                    <a:pt x="1" y="311"/>
                    <a:pt x="64" y="563"/>
                    <a:pt x="253" y="658"/>
                  </a:cubicBezTo>
                  <a:lnTo>
                    <a:pt x="1229" y="1288"/>
                  </a:lnTo>
                  <a:cubicBezTo>
                    <a:pt x="1261" y="1319"/>
                    <a:pt x="1355" y="1319"/>
                    <a:pt x="1418" y="1319"/>
                  </a:cubicBezTo>
                  <a:cubicBezTo>
                    <a:pt x="1544" y="1319"/>
                    <a:pt x="1671" y="1288"/>
                    <a:pt x="1734" y="1162"/>
                  </a:cubicBezTo>
                  <a:cubicBezTo>
                    <a:pt x="1860" y="1004"/>
                    <a:pt x="1765" y="752"/>
                    <a:pt x="1607" y="689"/>
                  </a:cubicBezTo>
                  <a:lnTo>
                    <a:pt x="631" y="59"/>
                  </a:lnTo>
                  <a:cubicBezTo>
                    <a:pt x="580" y="18"/>
                    <a:pt x="523" y="1"/>
                    <a:pt x="4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5" name="Google Shape;10915;p75"/>
            <p:cNvSpPr/>
            <p:nvPr/>
          </p:nvSpPr>
          <p:spPr>
            <a:xfrm>
              <a:off x="2393093" y="2000594"/>
              <a:ext cx="51743" cy="38523"/>
            </a:xfrm>
            <a:custGeom>
              <a:avLst/>
              <a:gdLst/>
              <a:ahLst/>
              <a:cxnLst/>
              <a:rect l="l" t="t" r="r" b="b"/>
              <a:pathLst>
                <a:path w="1734" h="1291" extrusionOk="0">
                  <a:moveTo>
                    <a:pt x="1354" y="0"/>
                  </a:moveTo>
                  <a:cubicBezTo>
                    <a:pt x="1301" y="0"/>
                    <a:pt x="1247" y="11"/>
                    <a:pt x="1198" y="31"/>
                  </a:cubicBezTo>
                  <a:lnTo>
                    <a:pt x="221" y="661"/>
                  </a:lnTo>
                  <a:cubicBezTo>
                    <a:pt x="63" y="787"/>
                    <a:pt x="0" y="976"/>
                    <a:pt x="95" y="1133"/>
                  </a:cubicBezTo>
                  <a:cubicBezTo>
                    <a:pt x="126" y="1228"/>
                    <a:pt x="252" y="1291"/>
                    <a:pt x="347" y="1291"/>
                  </a:cubicBezTo>
                  <a:cubicBezTo>
                    <a:pt x="441" y="1291"/>
                    <a:pt x="473" y="1291"/>
                    <a:pt x="568" y="1259"/>
                  </a:cubicBezTo>
                  <a:lnTo>
                    <a:pt x="1544" y="629"/>
                  </a:lnTo>
                  <a:cubicBezTo>
                    <a:pt x="1702" y="503"/>
                    <a:pt x="1733" y="314"/>
                    <a:pt x="1670" y="157"/>
                  </a:cubicBezTo>
                  <a:cubicBezTo>
                    <a:pt x="1584" y="49"/>
                    <a:pt x="1469" y="0"/>
                    <a:pt x="1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0916" name="Google Shape;10916;p75"/>
            <p:cNvGrpSpPr/>
            <p:nvPr/>
          </p:nvGrpSpPr>
          <p:grpSpPr>
            <a:xfrm>
              <a:off x="2209567" y="2078266"/>
              <a:ext cx="307444" cy="260626"/>
              <a:chOff x="1636184" y="2959225"/>
              <a:chExt cx="232666" cy="197250"/>
            </a:xfrm>
          </p:grpSpPr>
          <p:sp>
            <p:nvSpPr>
              <p:cNvPr id="10917" name="Google Shape;10917;p75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avLst/>
                <a:gdLst/>
                <a:ahLst/>
                <a:cxnLst/>
                <a:rect l="l" t="t" r="r" b="b"/>
                <a:pathLst>
                  <a:path w="8782" h="7890" extrusionOk="0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918" name="Google Shape;10918;p75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avLst/>
                <a:gdLst/>
                <a:ahLst/>
                <a:cxnLst/>
                <a:rect l="l" t="t" r="r" b="b"/>
                <a:pathLst>
                  <a:path w="8782" h="7890" extrusionOk="0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919" name="Google Shape;10919;p75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476" h="786" extrusionOk="0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920" name="Google Shape;10920;p75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5596" h="452" extrusionOk="0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</p:grpSp>
      <p:grpSp>
        <p:nvGrpSpPr>
          <p:cNvPr id="10921" name="Google Shape;10921;p75"/>
          <p:cNvGrpSpPr/>
          <p:nvPr/>
        </p:nvGrpSpPr>
        <p:grpSpPr>
          <a:xfrm>
            <a:off x="4769687" y="2980015"/>
            <a:ext cx="344723" cy="486872"/>
            <a:chOff x="-47300587" y="123275"/>
            <a:chExt cx="190975" cy="269725"/>
          </a:xfrm>
        </p:grpSpPr>
        <p:sp>
          <p:nvSpPr>
            <p:cNvPr id="10922" name="Google Shape;10922;p75"/>
            <p:cNvSpPr/>
            <p:nvPr/>
          </p:nvSpPr>
          <p:spPr>
            <a:xfrm>
              <a:off x="-47300587" y="123275"/>
              <a:ext cx="190975" cy="269725"/>
            </a:xfrm>
            <a:custGeom>
              <a:avLst/>
              <a:gdLst/>
              <a:ahLst/>
              <a:cxnLst/>
              <a:rect l="l" t="t" r="r" b="b"/>
              <a:pathLst>
                <a:path w="7639" h="10789" extrusionOk="0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3" name="Google Shape;10923;p75"/>
            <p:cNvSpPr/>
            <p:nvPr/>
          </p:nvSpPr>
          <p:spPr>
            <a:xfrm>
              <a:off x="-47242037" y="188100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4" name="Google Shape;10924;p75"/>
            <p:cNvSpPr/>
            <p:nvPr/>
          </p:nvSpPr>
          <p:spPr>
            <a:xfrm>
              <a:off x="-47242037" y="234775"/>
              <a:ext cx="15350" cy="31400"/>
            </a:xfrm>
            <a:custGeom>
              <a:avLst/>
              <a:gdLst/>
              <a:ahLst/>
              <a:cxnLst/>
              <a:rect l="l" t="t" r="r" b="b"/>
              <a:pathLst>
                <a:path w="614" h="1256" extrusionOk="0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5" name="Google Shape;10925;p75"/>
            <p:cNvSpPr/>
            <p:nvPr/>
          </p:nvSpPr>
          <p:spPr>
            <a:xfrm>
              <a:off x="-47180012" y="172075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6" name="Google Shape;10926;p75"/>
            <p:cNvSpPr/>
            <p:nvPr/>
          </p:nvSpPr>
          <p:spPr>
            <a:xfrm>
              <a:off x="-47180012" y="218050"/>
              <a:ext cx="15350" cy="32100"/>
            </a:xfrm>
            <a:custGeom>
              <a:avLst/>
              <a:gdLst/>
              <a:ahLst/>
              <a:cxnLst/>
              <a:rect l="l" t="t" r="r" b="b"/>
              <a:pathLst>
                <a:path w="614" h="1284" extrusionOk="0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27" name="Google Shape;10927;p75"/>
          <p:cNvGrpSpPr/>
          <p:nvPr/>
        </p:nvGrpSpPr>
        <p:grpSpPr>
          <a:xfrm>
            <a:off x="6494384" y="1738936"/>
            <a:ext cx="456437" cy="453057"/>
            <a:chOff x="-13966675" y="1639700"/>
            <a:chExt cx="354450" cy="351825"/>
          </a:xfrm>
        </p:grpSpPr>
        <p:sp>
          <p:nvSpPr>
            <p:cNvPr id="10928" name="Google Shape;10928;p75"/>
            <p:cNvSpPr/>
            <p:nvPr/>
          </p:nvSpPr>
          <p:spPr>
            <a:xfrm>
              <a:off x="-13776875" y="1888525"/>
              <a:ext cx="104775" cy="37625"/>
            </a:xfrm>
            <a:custGeom>
              <a:avLst/>
              <a:gdLst/>
              <a:ahLst/>
              <a:cxnLst/>
              <a:rect l="l" t="t" r="r" b="b"/>
              <a:pathLst>
                <a:path w="4191" h="1505" extrusionOk="0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9" name="Google Shape;10929;p75"/>
            <p:cNvSpPr/>
            <p:nvPr/>
          </p:nvSpPr>
          <p:spPr>
            <a:xfrm>
              <a:off x="-13966675" y="1639700"/>
              <a:ext cx="354450" cy="351825"/>
            </a:xfrm>
            <a:custGeom>
              <a:avLst/>
              <a:gdLst/>
              <a:ahLst/>
              <a:cxnLst/>
              <a:rect l="l" t="t" r="r" b="b"/>
              <a:pathLst>
                <a:path w="14178" h="14073" extrusionOk="0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0" name="Google Shape;10930;p75"/>
            <p:cNvSpPr/>
            <p:nvPr/>
          </p:nvSpPr>
          <p:spPr>
            <a:xfrm>
              <a:off x="-13923375" y="1723125"/>
              <a:ext cx="64625" cy="40925"/>
            </a:xfrm>
            <a:custGeom>
              <a:avLst/>
              <a:gdLst/>
              <a:ahLst/>
              <a:cxnLst/>
              <a:rect l="l" t="t" r="r" b="b"/>
              <a:pathLst>
                <a:path w="2585" h="1637" extrusionOk="0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1" name="Google Shape;10931;p75"/>
            <p:cNvSpPr/>
            <p:nvPr/>
          </p:nvSpPr>
          <p:spPr>
            <a:xfrm>
              <a:off x="-13798125" y="1805500"/>
              <a:ext cx="66175" cy="41575"/>
            </a:xfrm>
            <a:custGeom>
              <a:avLst/>
              <a:gdLst/>
              <a:ahLst/>
              <a:cxnLst/>
              <a:rect l="l" t="t" r="r" b="b"/>
              <a:pathLst>
                <a:path w="2647" h="1663" extrusionOk="0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2" name="Google Shape;10932;p75"/>
            <p:cNvSpPr/>
            <p:nvPr/>
          </p:nvSpPr>
          <p:spPr>
            <a:xfrm>
              <a:off x="-13714650" y="1805825"/>
              <a:ext cx="63825" cy="41250"/>
            </a:xfrm>
            <a:custGeom>
              <a:avLst/>
              <a:gdLst/>
              <a:ahLst/>
              <a:cxnLst/>
              <a:rect l="l" t="t" r="r" b="b"/>
              <a:pathLst>
                <a:path w="2553" h="1650" extrusionOk="0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33" name="Google Shape;10933;p75"/>
          <p:cNvSpPr/>
          <p:nvPr/>
        </p:nvSpPr>
        <p:spPr>
          <a:xfrm>
            <a:off x="6495400" y="2281510"/>
            <a:ext cx="454409" cy="455439"/>
          </a:xfrm>
          <a:custGeom>
            <a:avLst/>
            <a:gdLst/>
            <a:ahLst/>
            <a:cxnLst/>
            <a:rect l="l" t="t" r="r" b="b"/>
            <a:pathLst>
              <a:path w="14115" h="14147" extrusionOk="0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934" name="Google Shape;10934;p75"/>
          <p:cNvSpPr/>
          <p:nvPr/>
        </p:nvSpPr>
        <p:spPr>
          <a:xfrm>
            <a:off x="6576027" y="2827812"/>
            <a:ext cx="293152" cy="452381"/>
          </a:xfrm>
          <a:custGeom>
            <a:avLst/>
            <a:gdLst/>
            <a:ahLst/>
            <a:cxnLst/>
            <a:rect l="l" t="t" r="r" b="b"/>
            <a:pathLst>
              <a:path w="9106" h="14052" extrusionOk="0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35" name="Google Shape;10935;p75"/>
          <p:cNvGrpSpPr/>
          <p:nvPr/>
        </p:nvGrpSpPr>
        <p:grpSpPr>
          <a:xfrm>
            <a:off x="8889703" y="1738516"/>
            <a:ext cx="453379" cy="453893"/>
            <a:chOff x="-12199250" y="1662675"/>
            <a:chExt cx="352075" cy="352475"/>
          </a:xfrm>
        </p:grpSpPr>
        <p:sp>
          <p:nvSpPr>
            <p:cNvPr id="10936" name="Google Shape;10936;p75"/>
            <p:cNvSpPr/>
            <p:nvPr/>
          </p:nvSpPr>
          <p:spPr>
            <a:xfrm>
              <a:off x="-12004725" y="1710325"/>
              <a:ext cx="116600" cy="76425"/>
            </a:xfrm>
            <a:custGeom>
              <a:avLst/>
              <a:gdLst/>
              <a:ahLst/>
              <a:cxnLst/>
              <a:rect l="l" t="t" r="r" b="b"/>
              <a:pathLst>
                <a:path w="4664" h="3057" extrusionOk="0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7" name="Google Shape;10937;p75"/>
            <p:cNvSpPr/>
            <p:nvPr/>
          </p:nvSpPr>
          <p:spPr>
            <a:xfrm>
              <a:off x="-12158300" y="1709525"/>
              <a:ext cx="116600" cy="77225"/>
            </a:xfrm>
            <a:custGeom>
              <a:avLst/>
              <a:gdLst/>
              <a:ahLst/>
              <a:cxnLst/>
              <a:rect l="l" t="t" r="r" b="b"/>
              <a:pathLst>
                <a:path w="4664" h="3089" extrusionOk="0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8" name="Google Shape;10938;p75"/>
            <p:cNvSpPr/>
            <p:nvPr/>
          </p:nvSpPr>
          <p:spPr>
            <a:xfrm>
              <a:off x="-12199250" y="1662675"/>
              <a:ext cx="352075" cy="352475"/>
            </a:xfrm>
            <a:custGeom>
              <a:avLst/>
              <a:gdLst/>
              <a:ahLst/>
              <a:cxnLst/>
              <a:rect l="l" t="t" r="r" b="b"/>
              <a:pathLst>
                <a:path w="14083" h="14099" extrusionOk="0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39" name="Google Shape;10939;p75"/>
          <p:cNvGrpSpPr/>
          <p:nvPr/>
        </p:nvGrpSpPr>
        <p:grpSpPr>
          <a:xfrm>
            <a:off x="8888174" y="2281006"/>
            <a:ext cx="456437" cy="456437"/>
            <a:chOff x="-12199250" y="2096250"/>
            <a:chExt cx="354450" cy="354450"/>
          </a:xfrm>
        </p:grpSpPr>
        <p:sp>
          <p:nvSpPr>
            <p:cNvPr id="10940" name="Google Shape;10940;p75"/>
            <p:cNvSpPr/>
            <p:nvPr/>
          </p:nvSpPr>
          <p:spPr>
            <a:xfrm>
              <a:off x="-12199250" y="2096250"/>
              <a:ext cx="354450" cy="354450"/>
            </a:xfrm>
            <a:custGeom>
              <a:avLst/>
              <a:gdLst/>
              <a:ahLst/>
              <a:cxnLst/>
              <a:rect l="l" t="t" r="r" b="b"/>
              <a:pathLst>
                <a:path w="14178" h="14178" extrusionOk="0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1" name="Google Shape;10941;p75"/>
            <p:cNvSpPr/>
            <p:nvPr/>
          </p:nvSpPr>
          <p:spPr>
            <a:xfrm>
              <a:off x="-12096075" y="22002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42" name="Google Shape;10942;p75"/>
          <p:cNvGrpSpPr/>
          <p:nvPr/>
        </p:nvGrpSpPr>
        <p:grpSpPr>
          <a:xfrm>
            <a:off x="8889703" y="2826278"/>
            <a:ext cx="453379" cy="455439"/>
            <a:chOff x="-12199250" y="2530225"/>
            <a:chExt cx="352075" cy="353675"/>
          </a:xfrm>
        </p:grpSpPr>
        <p:sp>
          <p:nvSpPr>
            <p:cNvPr id="10943" name="Google Shape;10943;p75"/>
            <p:cNvSpPr/>
            <p:nvPr/>
          </p:nvSpPr>
          <p:spPr>
            <a:xfrm>
              <a:off x="-12055900" y="25302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4" name="Google Shape;10944;p75"/>
            <p:cNvSpPr/>
            <p:nvPr/>
          </p:nvSpPr>
          <p:spPr>
            <a:xfrm>
              <a:off x="-12116550" y="2592450"/>
              <a:ext cx="185900" cy="291450"/>
            </a:xfrm>
            <a:custGeom>
              <a:avLst/>
              <a:gdLst/>
              <a:ahLst/>
              <a:cxnLst/>
              <a:rect l="l" t="t" r="r" b="b"/>
              <a:pathLst>
                <a:path w="7436" h="11658" extrusionOk="0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5" name="Google Shape;10945;p75"/>
            <p:cNvSpPr/>
            <p:nvPr/>
          </p:nvSpPr>
          <p:spPr>
            <a:xfrm>
              <a:off x="-11950375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6" name="Google Shape;10946;p75"/>
            <p:cNvSpPr/>
            <p:nvPr/>
          </p:nvSpPr>
          <p:spPr>
            <a:xfrm>
              <a:off x="-12199250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47" name="Google Shape;10947;p75"/>
          <p:cNvSpPr/>
          <p:nvPr/>
        </p:nvSpPr>
        <p:spPr>
          <a:xfrm>
            <a:off x="6494885" y="3400584"/>
            <a:ext cx="455439" cy="455696"/>
          </a:xfrm>
          <a:custGeom>
            <a:avLst/>
            <a:gdLst/>
            <a:ahLst/>
            <a:cxnLst/>
            <a:rect l="l" t="t" r="r" b="b"/>
            <a:pathLst>
              <a:path w="14147" h="14155" extrusionOk="0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48" name="Google Shape;10948;p75"/>
          <p:cNvGrpSpPr/>
          <p:nvPr/>
        </p:nvGrpSpPr>
        <p:grpSpPr>
          <a:xfrm>
            <a:off x="6494384" y="3945984"/>
            <a:ext cx="456437" cy="452413"/>
            <a:chOff x="-10462550" y="2057650"/>
            <a:chExt cx="354450" cy="351325"/>
          </a:xfrm>
        </p:grpSpPr>
        <p:sp>
          <p:nvSpPr>
            <p:cNvPr id="10949" name="Google Shape;10949;p75"/>
            <p:cNvSpPr/>
            <p:nvPr/>
          </p:nvSpPr>
          <p:spPr>
            <a:xfrm>
              <a:off x="-10462550" y="2057650"/>
              <a:ext cx="354450" cy="351325"/>
            </a:xfrm>
            <a:custGeom>
              <a:avLst/>
              <a:gdLst/>
              <a:ahLst/>
              <a:cxnLst/>
              <a:rect l="l" t="t" r="r" b="b"/>
              <a:pathLst>
                <a:path w="14178" h="14053" extrusionOk="0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0" name="Google Shape;10950;p75"/>
            <p:cNvSpPr/>
            <p:nvPr/>
          </p:nvSpPr>
          <p:spPr>
            <a:xfrm>
              <a:off x="-10397950" y="2201800"/>
              <a:ext cx="228425" cy="146525"/>
            </a:xfrm>
            <a:custGeom>
              <a:avLst/>
              <a:gdLst/>
              <a:ahLst/>
              <a:cxnLst/>
              <a:rect l="l" t="t" r="r" b="b"/>
              <a:pathLst>
                <a:path w="9137" h="5861" extrusionOk="0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51" name="Google Shape;10951;p75"/>
          <p:cNvSpPr/>
          <p:nvPr/>
        </p:nvSpPr>
        <p:spPr>
          <a:xfrm>
            <a:off x="10122166" y="3435950"/>
            <a:ext cx="417901" cy="455439"/>
          </a:xfrm>
          <a:custGeom>
            <a:avLst/>
            <a:gdLst/>
            <a:ahLst/>
            <a:cxnLst/>
            <a:rect l="l" t="t" r="r" b="b"/>
            <a:pathLst>
              <a:path w="12981" h="14147" extrusionOk="0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52" name="Google Shape;10952;p75"/>
          <p:cNvGrpSpPr/>
          <p:nvPr/>
        </p:nvGrpSpPr>
        <p:grpSpPr>
          <a:xfrm>
            <a:off x="8866363" y="3401402"/>
            <a:ext cx="500059" cy="454055"/>
            <a:chOff x="-8692750" y="1622100"/>
            <a:chExt cx="388325" cy="352600"/>
          </a:xfrm>
        </p:grpSpPr>
        <p:sp>
          <p:nvSpPr>
            <p:cNvPr id="10953" name="Google Shape;10953;p75"/>
            <p:cNvSpPr/>
            <p:nvPr/>
          </p:nvSpPr>
          <p:spPr>
            <a:xfrm>
              <a:off x="-8692750" y="1622100"/>
              <a:ext cx="388325" cy="352600"/>
            </a:xfrm>
            <a:custGeom>
              <a:avLst/>
              <a:gdLst/>
              <a:ahLst/>
              <a:cxnLst/>
              <a:rect l="l" t="t" r="r" b="b"/>
              <a:pathLst>
                <a:path w="15533" h="14104" extrusionOk="0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4" name="Google Shape;10954;p75"/>
            <p:cNvSpPr/>
            <p:nvPr/>
          </p:nvSpPr>
          <p:spPr>
            <a:xfrm>
              <a:off x="-8532875" y="1767625"/>
              <a:ext cx="67775" cy="61850"/>
            </a:xfrm>
            <a:custGeom>
              <a:avLst/>
              <a:gdLst/>
              <a:ahLst/>
              <a:cxnLst/>
              <a:rect l="l" t="t" r="r" b="b"/>
              <a:pathLst>
                <a:path w="2711" h="2474" extrusionOk="0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55" name="Google Shape;10955;p75"/>
          <p:cNvGrpSpPr/>
          <p:nvPr/>
        </p:nvGrpSpPr>
        <p:grpSpPr>
          <a:xfrm>
            <a:off x="7072338" y="1737743"/>
            <a:ext cx="455407" cy="455439"/>
            <a:chOff x="-13529550" y="1639425"/>
            <a:chExt cx="353650" cy="353675"/>
          </a:xfrm>
        </p:grpSpPr>
        <p:sp>
          <p:nvSpPr>
            <p:cNvPr id="10956" name="Google Shape;10956;p75"/>
            <p:cNvSpPr/>
            <p:nvPr/>
          </p:nvSpPr>
          <p:spPr>
            <a:xfrm>
              <a:off x="-13529550" y="1910125"/>
              <a:ext cx="353650" cy="82975"/>
            </a:xfrm>
            <a:custGeom>
              <a:avLst/>
              <a:gdLst/>
              <a:ahLst/>
              <a:cxnLst/>
              <a:rect l="l" t="t" r="r" b="b"/>
              <a:pathLst>
                <a:path w="14146" h="3319" extrusionOk="0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7" name="Google Shape;10957;p75"/>
            <p:cNvSpPr/>
            <p:nvPr/>
          </p:nvSpPr>
          <p:spPr>
            <a:xfrm>
              <a:off x="-13383850" y="16811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8" name="Google Shape;10958;p75"/>
            <p:cNvSpPr/>
            <p:nvPr/>
          </p:nvSpPr>
          <p:spPr>
            <a:xfrm>
              <a:off x="-13446075" y="1692200"/>
              <a:ext cx="41775" cy="41775"/>
            </a:xfrm>
            <a:custGeom>
              <a:avLst/>
              <a:gdLst/>
              <a:ahLst/>
              <a:cxnLst/>
              <a:rect l="l" t="t" r="r" b="b"/>
              <a:pathLst>
                <a:path w="1671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9" name="Google Shape;10959;p75"/>
            <p:cNvSpPr/>
            <p:nvPr/>
          </p:nvSpPr>
          <p:spPr>
            <a:xfrm>
              <a:off x="-13446075" y="17961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0" name="Google Shape;10960;p75"/>
            <p:cNvSpPr/>
            <p:nvPr/>
          </p:nvSpPr>
          <p:spPr>
            <a:xfrm>
              <a:off x="-13487025" y="1743400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1" name="Google Shape;10961;p75"/>
            <p:cNvSpPr/>
            <p:nvPr/>
          </p:nvSpPr>
          <p:spPr>
            <a:xfrm>
              <a:off x="-13383850" y="180562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2" name="Google Shape;10962;p75"/>
            <p:cNvSpPr/>
            <p:nvPr/>
          </p:nvSpPr>
          <p:spPr>
            <a:xfrm>
              <a:off x="-13529550" y="1639425"/>
              <a:ext cx="352075" cy="248925"/>
            </a:xfrm>
            <a:custGeom>
              <a:avLst/>
              <a:gdLst/>
              <a:ahLst/>
              <a:cxnLst/>
              <a:rect l="l" t="t" r="r" b="b"/>
              <a:pathLst>
                <a:path w="14083" h="9957" extrusionOk="0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3" name="Google Shape;10963;p75"/>
            <p:cNvSpPr/>
            <p:nvPr/>
          </p:nvSpPr>
          <p:spPr>
            <a:xfrm>
              <a:off x="-13323200" y="1722925"/>
              <a:ext cx="104775" cy="82725"/>
            </a:xfrm>
            <a:custGeom>
              <a:avLst/>
              <a:gdLst/>
              <a:ahLst/>
              <a:cxnLst/>
              <a:rect l="l" t="t" r="r" b="b"/>
              <a:pathLst>
                <a:path w="4191" h="3309" extrusionOk="0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64" name="Google Shape;10964;p75"/>
          <p:cNvGrpSpPr/>
          <p:nvPr/>
        </p:nvGrpSpPr>
        <p:grpSpPr>
          <a:xfrm>
            <a:off x="7070809" y="2282519"/>
            <a:ext cx="458465" cy="453411"/>
            <a:chOff x="-13531925" y="2075775"/>
            <a:chExt cx="356025" cy="352100"/>
          </a:xfrm>
        </p:grpSpPr>
        <p:sp>
          <p:nvSpPr>
            <p:cNvPr id="10965" name="Google Shape;10965;p75"/>
            <p:cNvSpPr/>
            <p:nvPr/>
          </p:nvSpPr>
          <p:spPr>
            <a:xfrm>
              <a:off x="-13531925" y="2075775"/>
              <a:ext cx="356025" cy="352100"/>
            </a:xfrm>
            <a:custGeom>
              <a:avLst/>
              <a:gdLst/>
              <a:ahLst/>
              <a:cxnLst/>
              <a:rect l="l" t="t" r="r" b="b"/>
              <a:pathLst>
                <a:path w="14241" h="14084" extrusionOk="0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6" name="Google Shape;10966;p75"/>
            <p:cNvSpPr/>
            <p:nvPr/>
          </p:nvSpPr>
          <p:spPr>
            <a:xfrm>
              <a:off x="-13384625" y="2282125"/>
              <a:ext cx="63025" cy="60675"/>
            </a:xfrm>
            <a:custGeom>
              <a:avLst/>
              <a:gdLst/>
              <a:ahLst/>
              <a:cxnLst/>
              <a:rect l="l" t="t" r="r" b="b"/>
              <a:pathLst>
                <a:path w="2521" h="2427" extrusionOk="0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67" name="Google Shape;10967;p75"/>
          <p:cNvGrpSpPr/>
          <p:nvPr/>
        </p:nvGrpSpPr>
        <p:grpSpPr>
          <a:xfrm>
            <a:off x="7072837" y="2826793"/>
            <a:ext cx="454409" cy="454409"/>
            <a:chOff x="-13528775" y="2507400"/>
            <a:chExt cx="352875" cy="352875"/>
          </a:xfrm>
        </p:grpSpPr>
        <p:sp>
          <p:nvSpPr>
            <p:cNvPr id="10968" name="Google Shape;10968;p75"/>
            <p:cNvSpPr/>
            <p:nvPr/>
          </p:nvSpPr>
          <p:spPr>
            <a:xfrm>
              <a:off x="-13528775" y="25074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9" name="Google Shape;10969;p75"/>
            <p:cNvSpPr/>
            <p:nvPr/>
          </p:nvSpPr>
          <p:spPr>
            <a:xfrm>
              <a:off x="-13403525" y="2673750"/>
              <a:ext cx="123675" cy="145750"/>
            </a:xfrm>
            <a:custGeom>
              <a:avLst/>
              <a:gdLst/>
              <a:ahLst/>
              <a:cxnLst/>
              <a:rect l="l" t="t" r="r" b="b"/>
              <a:pathLst>
                <a:path w="4947" h="5830" extrusionOk="0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0" name="Google Shape;10970;p75"/>
            <p:cNvSpPr/>
            <p:nvPr/>
          </p:nvSpPr>
          <p:spPr>
            <a:xfrm>
              <a:off x="-13486225" y="25593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71" name="Google Shape;10971;p75"/>
          <p:cNvSpPr/>
          <p:nvPr/>
        </p:nvSpPr>
        <p:spPr>
          <a:xfrm>
            <a:off x="9497851" y="1779341"/>
            <a:ext cx="455439" cy="372252"/>
          </a:xfrm>
          <a:custGeom>
            <a:avLst/>
            <a:gdLst/>
            <a:ahLst/>
            <a:cxnLst/>
            <a:rect l="l" t="t" r="r" b="b"/>
            <a:pathLst>
              <a:path w="14147" h="11563" extrusionOk="0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0972" name="Google Shape;10972;p75"/>
          <p:cNvSpPr/>
          <p:nvPr/>
        </p:nvSpPr>
        <p:spPr>
          <a:xfrm>
            <a:off x="9497352" y="2282136"/>
            <a:ext cx="456437" cy="454184"/>
          </a:xfrm>
          <a:custGeom>
            <a:avLst/>
            <a:gdLst/>
            <a:ahLst/>
            <a:cxnLst/>
            <a:rect l="l" t="t" r="r" b="b"/>
            <a:pathLst>
              <a:path w="14178" h="14108" extrusionOk="0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73" name="Google Shape;10973;p75"/>
          <p:cNvGrpSpPr/>
          <p:nvPr/>
        </p:nvGrpSpPr>
        <p:grpSpPr>
          <a:xfrm>
            <a:off x="9520177" y="2826278"/>
            <a:ext cx="410787" cy="455439"/>
            <a:chOff x="-11747150" y="2530225"/>
            <a:chExt cx="319000" cy="353675"/>
          </a:xfrm>
        </p:grpSpPr>
        <p:sp>
          <p:nvSpPr>
            <p:cNvPr id="10974" name="Google Shape;10974;p75"/>
            <p:cNvSpPr/>
            <p:nvPr/>
          </p:nvSpPr>
          <p:spPr>
            <a:xfrm>
              <a:off x="-11747150" y="2530225"/>
              <a:ext cx="319000" cy="353675"/>
            </a:xfrm>
            <a:custGeom>
              <a:avLst/>
              <a:gdLst/>
              <a:ahLst/>
              <a:cxnLst/>
              <a:rect l="l" t="t" r="r" b="b"/>
              <a:pathLst>
                <a:path w="12760" h="14147" extrusionOk="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5" name="Google Shape;10975;p75"/>
            <p:cNvSpPr/>
            <p:nvPr/>
          </p:nvSpPr>
          <p:spPr>
            <a:xfrm>
              <a:off x="-11640825" y="2592450"/>
              <a:ext cx="104775" cy="42550"/>
            </a:xfrm>
            <a:custGeom>
              <a:avLst/>
              <a:gdLst/>
              <a:ahLst/>
              <a:cxnLst/>
              <a:rect l="l" t="t" r="r" b="b"/>
              <a:pathLst>
                <a:path w="4191" h="1702" extrusionOk="0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76" name="Google Shape;10976;p75"/>
          <p:cNvGrpSpPr/>
          <p:nvPr/>
        </p:nvGrpSpPr>
        <p:grpSpPr>
          <a:xfrm>
            <a:off x="7072837" y="3401226"/>
            <a:ext cx="454409" cy="454409"/>
            <a:chOff x="-10027775" y="1622900"/>
            <a:chExt cx="352875" cy="352875"/>
          </a:xfrm>
        </p:grpSpPr>
        <p:sp>
          <p:nvSpPr>
            <p:cNvPr id="10977" name="Google Shape;10977;p75"/>
            <p:cNvSpPr/>
            <p:nvPr/>
          </p:nvSpPr>
          <p:spPr>
            <a:xfrm>
              <a:off x="-10027775" y="16229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8" name="Google Shape;10978;p75"/>
            <p:cNvSpPr/>
            <p:nvPr/>
          </p:nvSpPr>
          <p:spPr>
            <a:xfrm>
              <a:off x="-9923800" y="17056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9" name="Google Shape;10979;p75"/>
            <p:cNvSpPr/>
            <p:nvPr/>
          </p:nvSpPr>
          <p:spPr>
            <a:xfrm>
              <a:off x="-9902550" y="1746550"/>
              <a:ext cx="83525" cy="20500"/>
            </a:xfrm>
            <a:custGeom>
              <a:avLst/>
              <a:gdLst/>
              <a:ahLst/>
              <a:cxnLst/>
              <a:rect l="l" t="t" r="r" b="b"/>
              <a:pathLst>
                <a:path w="3341" h="820" extrusionOk="0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0" name="Google Shape;10980;p75"/>
            <p:cNvSpPr/>
            <p:nvPr/>
          </p:nvSpPr>
          <p:spPr>
            <a:xfrm>
              <a:off x="-9923800" y="17883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1" name="Google Shape;10981;p75"/>
            <p:cNvSpPr/>
            <p:nvPr/>
          </p:nvSpPr>
          <p:spPr>
            <a:xfrm>
              <a:off x="-9901750" y="1828450"/>
              <a:ext cx="83500" cy="21300"/>
            </a:xfrm>
            <a:custGeom>
              <a:avLst/>
              <a:gdLst/>
              <a:ahLst/>
              <a:cxnLst/>
              <a:rect l="l" t="t" r="r" b="b"/>
              <a:pathLst>
                <a:path w="3340" h="852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2" name="Google Shape;10982;p75"/>
            <p:cNvSpPr/>
            <p:nvPr/>
          </p:nvSpPr>
          <p:spPr>
            <a:xfrm>
              <a:off x="-9923025" y="18710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83" name="Google Shape;10983;p75"/>
          <p:cNvSpPr/>
          <p:nvPr/>
        </p:nvSpPr>
        <p:spPr>
          <a:xfrm>
            <a:off x="7081963" y="3944363"/>
            <a:ext cx="436155" cy="455664"/>
          </a:xfrm>
          <a:custGeom>
            <a:avLst/>
            <a:gdLst/>
            <a:ahLst/>
            <a:cxnLst/>
            <a:rect l="l" t="t" r="r" b="b"/>
            <a:pathLst>
              <a:path w="13548" h="14154" extrusionOk="0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84" name="Google Shape;10984;p75"/>
          <p:cNvGrpSpPr/>
          <p:nvPr/>
        </p:nvGrpSpPr>
        <p:grpSpPr>
          <a:xfrm>
            <a:off x="10708794" y="3435444"/>
            <a:ext cx="430071" cy="456437"/>
            <a:chOff x="-10019125" y="2490075"/>
            <a:chExt cx="333975" cy="354450"/>
          </a:xfrm>
        </p:grpSpPr>
        <p:sp>
          <p:nvSpPr>
            <p:cNvPr id="10985" name="Google Shape;10985;p75"/>
            <p:cNvSpPr/>
            <p:nvPr/>
          </p:nvSpPr>
          <p:spPr>
            <a:xfrm>
              <a:off x="-10019125" y="2490850"/>
              <a:ext cx="333975" cy="353675"/>
            </a:xfrm>
            <a:custGeom>
              <a:avLst/>
              <a:gdLst/>
              <a:ahLst/>
              <a:cxnLst/>
              <a:rect l="l" t="t" r="r" b="b"/>
              <a:pathLst>
                <a:path w="13359" h="14147" extrusionOk="0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6" name="Google Shape;10986;p75"/>
            <p:cNvSpPr/>
            <p:nvPr/>
          </p:nvSpPr>
          <p:spPr>
            <a:xfrm>
              <a:off x="-10016750" y="2491050"/>
              <a:ext cx="63825" cy="61850"/>
            </a:xfrm>
            <a:custGeom>
              <a:avLst/>
              <a:gdLst/>
              <a:ahLst/>
              <a:cxnLst/>
              <a:rect l="l" t="t" r="r" b="b"/>
              <a:pathLst>
                <a:path w="2553" h="2474" extrusionOk="0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7" name="Google Shape;10987;p75"/>
            <p:cNvSpPr/>
            <p:nvPr/>
          </p:nvSpPr>
          <p:spPr>
            <a:xfrm>
              <a:off x="-9933275" y="2490075"/>
              <a:ext cx="20525" cy="63025"/>
            </a:xfrm>
            <a:custGeom>
              <a:avLst/>
              <a:gdLst/>
              <a:ahLst/>
              <a:cxnLst/>
              <a:rect l="l" t="t" r="r" b="b"/>
              <a:pathLst>
                <a:path w="821" h="2521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8" name="Google Shape;10988;p75"/>
            <p:cNvSpPr/>
            <p:nvPr/>
          </p:nvSpPr>
          <p:spPr>
            <a:xfrm>
              <a:off x="-10015975" y="2573550"/>
              <a:ext cx="63050" cy="20500"/>
            </a:xfrm>
            <a:custGeom>
              <a:avLst/>
              <a:gdLst/>
              <a:ahLst/>
              <a:cxnLst/>
              <a:rect l="l" t="t" r="r" b="b"/>
              <a:pathLst>
                <a:path w="2522" h="820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89" name="Google Shape;10989;p75"/>
          <p:cNvGrpSpPr/>
          <p:nvPr/>
        </p:nvGrpSpPr>
        <p:grpSpPr>
          <a:xfrm>
            <a:off x="8881574" y="3943457"/>
            <a:ext cx="469636" cy="457467"/>
            <a:chOff x="-8684100" y="2032450"/>
            <a:chExt cx="364700" cy="355250"/>
          </a:xfrm>
        </p:grpSpPr>
        <p:sp>
          <p:nvSpPr>
            <p:cNvPr id="10990" name="Google Shape;10990;p75"/>
            <p:cNvSpPr/>
            <p:nvPr/>
          </p:nvSpPr>
          <p:spPr>
            <a:xfrm>
              <a:off x="-8684100" y="2032450"/>
              <a:ext cx="364700" cy="355250"/>
            </a:xfrm>
            <a:custGeom>
              <a:avLst/>
              <a:gdLst/>
              <a:ahLst/>
              <a:cxnLst/>
              <a:rect l="l" t="t" r="r" b="b"/>
              <a:pathLst>
                <a:path w="14588" h="14210" extrusionOk="0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1" name="Google Shape;10991;p75"/>
            <p:cNvSpPr/>
            <p:nvPr/>
          </p:nvSpPr>
          <p:spPr>
            <a:xfrm>
              <a:off x="-8637625" y="2231725"/>
              <a:ext cx="81950" cy="32525"/>
            </a:xfrm>
            <a:custGeom>
              <a:avLst/>
              <a:gdLst/>
              <a:ahLst/>
              <a:cxnLst/>
              <a:rect l="l" t="t" r="r" b="b"/>
              <a:pathLst>
                <a:path w="3278" h="1301" extrusionOk="0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2" name="Google Shape;10992;p75"/>
            <p:cNvSpPr/>
            <p:nvPr/>
          </p:nvSpPr>
          <p:spPr>
            <a:xfrm>
              <a:off x="-8558075" y="2267375"/>
              <a:ext cx="38625" cy="79950"/>
            </a:xfrm>
            <a:custGeom>
              <a:avLst/>
              <a:gdLst/>
              <a:ahLst/>
              <a:cxnLst/>
              <a:rect l="l" t="t" r="r" b="b"/>
              <a:pathLst>
                <a:path w="1545" h="3198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93" name="Google Shape;10993;p75"/>
          <p:cNvSpPr/>
          <p:nvPr/>
        </p:nvSpPr>
        <p:spPr>
          <a:xfrm>
            <a:off x="7698279" y="1738262"/>
            <a:ext cx="400679" cy="454409"/>
          </a:xfrm>
          <a:custGeom>
            <a:avLst/>
            <a:gdLst/>
            <a:ahLst/>
            <a:cxnLst/>
            <a:rect l="l" t="t" r="r" b="b"/>
            <a:pathLst>
              <a:path w="12446" h="14115" extrusionOk="0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994" name="Google Shape;10994;p75"/>
          <p:cNvGrpSpPr/>
          <p:nvPr/>
        </p:nvGrpSpPr>
        <p:grpSpPr>
          <a:xfrm>
            <a:off x="7669386" y="2281408"/>
            <a:ext cx="458465" cy="455632"/>
            <a:chOff x="-13095575" y="2073400"/>
            <a:chExt cx="356025" cy="353825"/>
          </a:xfrm>
        </p:grpSpPr>
        <p:sp>
          <p:nvSpPr>
            <p:cNvPr id="10995" name="Google Shape;10995;p75"/>
            <p:cNvSpPr/>
            <p:nvPr/>
          </p:nvSpPr>
          <p:spPr>
            <a:xfrm>
              <a:off x="-13095575" y="2073400"/>
              <a:ext cx="356025" cy="353825"/>
            </a:xfrm>
            <a:custGeom>
              <a:avLst/>
              <a:gdLst/>
              <a:ahLst/>
              <a:cxnLst/>
              <a:rect l="l" t="t" r="r" b="b"/>
              <a:pathLst>
                <a:path w="14241" h="14153" extrusionOk="0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6" name="Google Shape;10996;p75"/>
            <p:cNvSpPr/>
            <p:nvPr/>
          </p:nvSpPr>
          <p:spPr>
            <a:xfrm>
              <a:off x="-13055400" y="2115150"/>
              <a:ext cx="271750" cy="187475"/>
            </a:xfrm>
            <a:custGeom>
              <a:avLst/>
              <a:gdLst/>
              <a:ahLst/>
              <a:cxnLst/>
              <a:rect l="l" t="t" r="r" b="b"/>
              <a:pathLst>
                <a:path w="10870" h="7499" extrusionOk="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7" name="Google Shape;10997;p75"/>
            <p:cNvSpPr/>
            <p:nvPr/>
          </p:nvSpPr>
          <p:spPr>
            <a:xfrm>
              <a:off x="-12887650" y="2156100"/>
              <a:ext cx="63050" cy="22100"/>
            </a:xfrm>
            <a:custGeom>
              <a:avLst/>
              <a:gdLst/>
              <a:ahLst/>
              <a:cxnLst/>
              <a:rect l="l" t="t" r="r" b="b"/>
              <a:pathLst>
                <a:path w="2522" h="884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8" name="Google Shape;10998;p75"/>
            <p:cNvSpPr/>
            <p:nvPr/>
          </p:nvSpPr>
          <p:spPr>
            <a:xfrm>
              <a:off x="-1288842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9" name="Google Shape;10999;p75"/>
            <p:cNvSpPr/>
            <p:nvPr/>
          </p:nvSpPr>
          <p:spPr>
            <a:xfrm>
              <a:off x="-1288842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0" name="Google Shape;11000;p75"/>
            <p:cNvSpPr/>
            <p:nvPr/>
          </p:nvSpPr>
          <p:spPr>
            <a:xfrm>
              <a:off x="-13012875" y="2156100"/>
              <a:ext cx="63025" cy="22100"/>
            </a:xfrm>
            <a:custGeom>
              <a:avLst/>
              <a:gdLst/>
              <a:ahLst/>
              <a:cxnLst/>
              <a:rect l="l" t="t" r="r" b="b"/>
              <a:pathLst>
                <a:path w="2521" h="884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1" name="Google Shape;11001;p75"/>
            <p:cNvSpPr/>
            <p:nvPr/>
          </p:nvSpPr>
          <p:spPr>
            <a:xfrm>
              <a:off x="-1301287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2" name="Google Shape;11002;p75"/>
            <p:cNvSpPr/>
            <p:nvPr/>
          </p:nvSpPr>
          <p:spPr>
            <a:xfrm>
              <a:off x="-1301287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03" name="Google Shape;11003;p75"/>
          <p:cNvSpPr/>
          <p:nvPr/>
        </p:nvSpPr>
        <p:spPr>
          <a:xfrm>
            <a:off x="7670899" y="2826798"/>
            <a:ext cx="455439" cy="454409"/>
          </a:xfrm>
          <a:custGeom>
            <a:avLst/>
            <a:gdLst/>
            <a:ahLst/>
            <a:cxnLst/>
            <a:rect l="l" t="t" r="r" b="b"/>
            <a:pathLst>
              <a:path w="14147" h="14115" extrusionOk="0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04" name="Google Shape;11004;p75"/>
          <p:cNvGrpSpPr/>
          <p:nvPr/>
        </p:nvGrpSpPr>
        <p:grpSpPr>
          <a:xfrm>
            <a:off x="10102383" y="1737180"/>
            <a:ext cx="457467" cy="456565"/>
            <a:chOff x="-11332875" y="1660700"/>
            <a:chExt cx="355250" cy="354550"/>
          </a:xfrm>
        </p:grpSpPr>
        <p:sp>
          <p:nvSpPr>
            <p:cNvPr id="11005" name="Google Shape;11005;p75"/>
            <p:cNvSpPr/>
            <p:nvPr/>
          </p:nvSpPr>
          <p:spPr>
            <a:xfrm>
              <a:off x="-11332875" y="1660700"/>
              <a:ext cx="355250" cy="354550"/>
            </a:xfrm>
            <a:custGeom>
              <a:avLst/>
              <a:gdLst/>
              <a:ahLst/>
              <a:cxnLst/>
              <a:rect l="l" t="t" r="r" b="b"/>
              <a:pathLst>
                <a:path w="14210" h="14182" extrusionOk="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6" name="Google Shape;11006;p75"/>
            <p:cNvSpPr/>
            <p:nvPr/>
          </p:nvSpPr>
          <p:spPr>
            <a:xfrm>
              <a:off x="-11072175" y="173472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7" name="Google Shape;11007;p75"/>
            <p:cNvSpPr/>
            <p:nvPr/>
          </p:nvSpPr>
          <p:spPr>
            <a:xfrm>
              <a:off x="-11278525" y="17347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8" name="Google Shape;11008;p75"/>
            <p:cNvSpPr/>
            <p:nvPr/>
          </p:nvSpPr>
          <p:spPr>
            <a:xfrm>
              <a:off x="-11175350" y="1714250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09" name="Google Shape;11009;p75"/>
          <p:cNvSpPr/>
          <p:nvPr/>
        </p:nvSpPr>
        <p:spPr>
          <a:xfrm>
            <a:off x="10100870" y="2283039"/>
            <a:ext cx="460493" cy="452381"/>
          </a:xfrm>
          <a:custGeom>
            <a:avLst/>
            <a:gdLst/>
            <a:ahLst/>
            <a:cxnLst/>
            <a:rect l="l" t="t" r="r" b="b"/>
            <a:pathLst>
              <a:path w="14304" h="14052" extrusionOk="0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10" name="Google Shape;11010;p75"/>
          <p:cNvSpPr/>
          <p:nvPr/>
        </p:nvSpPr>
        <p:spPr>
          <a:xfrm>
            <a:off x="10101885" y="2854677"/>
            <a:ext cx="458465" cy="398651"/>
          </a:xfrm>
          <a:custGeom>
            <a:avLst/>
            <a:gdLst/>
            <a:ahLst/>
            <a:cxnLst/>
            <a:rect l="l" t="t" r="r" b="b"/>
            <a:pathLst>
              <a:path w="14241" h="12383" extrusionOk="0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11" name="Google Shape;11011;p75"/>
          <p:cNvGrpSpPr/>
          <p:nvPr/>
        </p:nvGrpSpPr>
        <p:grpSpPr>
          <a:xfrm>
            <a:off x="7698795" y="3399197"/>
            <a:ext cx="399648" cy="458465"/>
            <a:chOff x="-9570950" y="1622100"/>
            <a:chExt cx="310350" cy="356025"/>
          </a:xfrm>
        </p:grpSpPr>
        <p:sp>
          <p:nvSpPr>
            <p:cNvPr id="11012" name="Google Shape;11012;p75"/>
            <p:cNvSpPr/>
            <p:nvPr/>
          </p:nvSpPr>
          <p:spPr>
            <a:xfrm>
              <a:off x="-9570950" y="1622100"/>
              <a:ext cx="310350" cy="356025"/>
            </a:xfrm>
            <a:custGeom>
              <a:avLst/>
              <a:gdLst/>
              <a:ahLst/>
              <a:cxnLst/>
              <a:rect l="l" t="t" r="r" b="b"/>
              <a:pathLst>
                <a:path w="12414" h="14241" extrusionOk="0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3" name="Google Shape;11013;p75"/>
            <p:cNvSpPr/>
            <p:nvPr/>
          </p:nvSpPr>
          <p:spPr>
            <a:xfrm>
              <a:off x="-9426025" y="16953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14" name="Google Shape;11014;p75"/>
          <p:cNvGrpSpPr/>
          <p:nvPr/>
        </p:nvGrpSpPr>
        <p:grpSpPr>
          <a:xfrm>
            <a:off x="7670400" y="3944471"/>
            <a:ext cx="456437" cy="455439"/>
            <a:chOff x="-9594575" y="2056875"/>
            <a:chExt cx="354450" cy="353675"/>
          </a:xfrm>
        </p:grpSpPr>
        <p:sp>
          <p:nvSpPr>
            <p:cNvPr id="11015" name="Google Shape;11015;p75"/>
            <p:cNvSpPr/>
            <p:nvPr/>
          </p:nvSpPr>
          <p:spPr>
            <a:xfrm>
              <a:off x="-9594575" y="2056875"/>
              <a:ext cx="354450" cy="353675"/>
            </a:xfrm>
            <a:custGeom>
              <a:avLst/>
              <a:gdLst/>
              <a:ahLst/>
              <a:cxnLst/>
              <a:rect l="l" t="t" r="r" b="b"/>
              <a:pathLst>
                <a:path w="14178" h="14147" extrusionOk="0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6" name="Google Shape;11016;p75"/>
            <p:cNvSpPr/>
            <p:nvPr/>
          </p:nvSpPr>
          <p:spPr>
            <a:xfrm>
              <a:off x="-9342550" y="230575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7" name="Google Shape;11017;p75"/>
            <p:cNvSpPr/>
            <p:nvPr/>
          </p:nvSpPr>
          <p:spPr>
            <a:xfrm>
              <a:off x="-9552050" y="23057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18" name="Google Shape;11018;p75"/>
          <p:cNvSpPr/>
          <p:nvPr/>
        </p:nvSpPr>
        <p:spPr>
          <a:xfrm>
            <a:off x="9497336" y="3985055"/>
            <a:ext cx="456469" cy="374280"/>
          </a:xfrm>
          <a:custGeom>
            <a:avLst/>
            <a:gdLst/>
            <a:ahLst/>
            <a:cxnLst/>
            <a:rect l="l" t="t" r="r" b="b"/>
            <a:pathLst>
              <a:path w="14179" h="11626" extrusionOk="0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19" name="Google Shape;11019;p75"/>
          <p:cNvGrpSpPr/>
          <p:nvPr/>
        </p:nvGrpSpPr>
        <p:grpSpPr>
          <a:xfrm>
            <a:off x="8277976" y="1738258"/>
            <a:ext cx="456437" cy="454409"/>
            <a:chOff x="-12661600" y="1640225"/>
            <a:chExt cx="354450" cy="352875"/>
          </a:xfrm>
        </p:grpSpPr>
        <p:sp>
          <p:nvSpPr>
            <p:cNvPr id="11020" name="Google Shape;11020;p75"/>
            <p:cNvSpPr/>
            <p:nvPr/>
          </p:nvSpPr>
          <p:spPr>
            <a:xfrm>
              <a:off x="-12661600" y="1764675"/>
              <a:ext cx="188275" cy="228425"/>
            </a:xfrm>
            <a:custGeom>
              <a:avLst/>
              <a:gdLst/>
              <a:ahLst/>
              <a:cxnLst/>
              <a:rect l="l" t="t" r="r" b="b"/>
              <a:pathLst>
                <a:path w="7531" h="9137" extrusionOk="0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1" name="Google Shape;11021;p75"/>
            <p:cNvSpPr/>
            <p:nvPr/>
          </p:nvSpPr>
          <p:spPr>
            <a:xfrm>
              <a:off x="-12451300" y="1640225"/>
              <a:ext cx="144150" cy="350500"/>
            </a:xfrm>
            <a:custGeom>
              <a:avLst/>
              <a:gdLst/>
              <a:ahLst/>
              <a:cxnLst/>
              <a:rect l="l" t="t" r="r" b="b"/>
              <a:pathLst>
                <a:path w="5766" h="14020" extrusionOk="0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2" name="Google Shape;11022;p75"/>
            <p:cNvSpPr/>
            <p:nvPr/>
          </p:nvSpPr>
          <p:spPr>
            <a:xfrm>
              <a:off x="-12619850" y="1887525"/>
              <a:ext cx="104000" cy="63050"/>
            </a:xfrm>
            <a:custGeom>
              <a:avLst/>
              <a:gdLst/>
              <a:ahLst/>
              <a:cxnLst/>
              <a:rect l="l" t="t" r="r" b="b"/>
              <a:pathLst>
                <a:path w="4160" h="2522" extrusionOk="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23" name="Google Shape;11023;p75"/>
          <p:cNvGrpSpPr/>
          <p:nvPr/>
        </p:nvGrpSpPr>
        <p:grpSpPr>
          <a:xfrm>
            <a:off x="8278477" y="2309642"/>
            <a:ext cx="455439" cy="399165"/>
            <a:chOff x="-12660025" y="2096250"/>
            <a:chExt cx="353675" cy="309975"/>
          </a:xfrm>
        </p:grpSpPr>
        <p:sp>
          <p:nvSpPr>
            <p:cNvPr id="11024" name="Google Shape;11024;p75"/>
            <p:cNvSpPr/>
            <p:nvPr/>
          </p:nvSpPr>
          <p:spPr>
            <a:xfrm>
              <a:off x="-12619850" y="21364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5" name="Google Shape;11025;p75"/>
            <p:cNvSpPr/>
            <p:nvPr/>
          </p:nvSpPr>
          <p:spPr>
            <a:xfrm>
              <a:off x="-12496200" y="2136425"/>
              <a:ext cx="63050" cy="62250"/>
            </a:xfrm>
            <a:custGeom>
              <a:avLst/>
              <a:gdLst/>
              <a:ahLst/>
              <a:cxnLst/>
              <a:rect l="l" t="t" r="r" b="b"/>
              <a:pathLst>
                <a:path w="2522" h="2490" extrusionOk="0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6" name="Google Shape;11026;p75"/>
            <p:cNvSpPr/>
            <p:nvPr/>
          </p:nvSpPr>
          <p:spPr>
            <a:xfrm>
              <a:off x="-12453650" y="2261650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7" name="Google Shape;11027;p75"/>
            <p:cNvSpPr/>
            <p:nvPr/>
          </p:nvSpPr>
          <p:spPr>
            <a:xfrm>
              <a:off x="-12494625" y="2261650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8" name="Google Shape;11028;p75"/>
            <p:cNvSpPr/>
            <p:nvPr/>
          </p:nvSpPr>
          <p:spPr>
            <a:xfrm>
              <a:off x="-12619850" y="2301825"/>
              <a:ext cx="103200" cy="60675"/>
            </a:xfrm>
            <a:custGeom>
              <a:avLst/>
              <a:gdLst/>
              <a:ahLst/>
              <a:cxnLst/>
              <a:rect l="l" t="t" r="r" b="b"/>
              <a:pathLst>
                <a:path w="4128" h="2427" extrusionOk="0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9" name="Google Shape;11029;p75"/>
            <p:cNvSpPr/>
            <p:nvPr/>
          </p:nvSpPr>
          <p:spPr>
            <a:xfrm>
              <a:off x="-12660025" y="2096250"/>
              <a:ext cx="353675" cy="309975"/>
            </a:xfrm>
            <a:custGeom>
              <a:avLst/>
              <a:gdLst/>
              <a:ahLst/>
              <a:cxnLst/>
              <a:rect l="l" t="t" r="r" b="b"/>
              <a:pathLst>
                <a:path w="14147" h="12399" extrusionOk="0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30" name="Google Shape;11030;p75"/>
          <p:cNvGrpSpPr/>
          <p:nvPr/>
        </p:nvGrpSpPr>
        <p:grpSpPr>
          <a:xfrm>
            <a:off x="8276447" y="2826037"/>
            <a:ext cx="459496" cy="455921"/>
            <a:chOff x="-12663175" y="2506800"/>
            <a:chExt cx="356825" cy="354050"/>
          </a:xfrm>
        </p:grpSpPr>
        <p:sp>
          <p:nvSpPr>
            <p:cNvPr id="11031" name="Google Shape;11031;p75"/>
            <p:cNvSpPr/>
            <p:nvPr/>
          </p:nvSpPr>
          <p:spPr>
            <a:xfrm>
              <a:off x="-12663175" y="2506800"/>
              <a:ext cx="356825" cy="354050"/>
            </a:xfrm>
            <a:custGeom>
              <a:avLst/>
              <a:gdLst/>
              <a:ahLst/>
              <a:cxnLst/>
              <a:rect l="l" t="t" r="r" b="b"/>
              <a:pathLst>
                <a:path w="14273" h="14162" extrusionOk="0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2" name="Google Shape;11032;p75"/>
            <p:cNvSpPr/>
            <p:nvPr/>
          </p:nvSpPr>
          <p:spPr>
            <a:xfrm>
              <a:off x="-12466275" y="2586350"/>
              <a:ext cx="37850" cy="35850"/>
            </a:xfrm>
            <a:custGeom>
              <a:avLst/>
              <a:gdLst/>
              <a:ahLst/>
              <a:cxnLst/>
              <a:rect l="l" t="t" r="r" b="b"/>
              <a:pathLst>
                <a:path w="1514" h="1434" extrusionOk="0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3" name="Google Shape;11033;p75"/>
            <p:cNvSpPr/>
            <p:nvPr/>
          </p:nvSpPr>
          <p:spPr>
            <a:xfrm>
              <a:off x="-12422950" y="2630450"/>
              <a:ext cx="37825" cy="35875"/>
            </a:xfrm>
            <a:custGeom>
              <a:avLst/>
              <a:gdLst/>
              <a:ahLst/>
              <a:cxnLst/>
              <a:rect l="l" t="t" r="r" b="b"/>
              <a:pathLst>
                <a:path w="1513" h="1435" extrusionOk="0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4" name="Google Shape;11034;p75"/>
            <p:cNvSpPr/>
            <p:nvPr/>
          </p:nvSpPr>
          <p:spPr>
            <a:xfrm>
              <a:off x="-12591500" y="2644250"/>
              <a:ext cx="192200" cy="142975"/>
            </a:xfrm>
            <a:custGeom>
              <a:avLst/>
              <a:gdLst/>
              <a:ahLst/>
              <a:cxnLst/>
              <a:rect l="l" t="t" r="r" b="b"/>
              <a:pathLst>
                <a:path w="7688" h="5719" extrusionOk="0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35" name="Google Shape;11035;p75"/>
          <p:cNvGrpSpPr/>
          <p:nvPr/>
        </p:nvGrpSpPr>
        <p:grpSpPr>
          <a:xfrm>
            <a:off x="10696625" y="1737743"/>
            <a:ext cx="454409" cy="455439"/>
            <a:chOff x="-10896525" y="1663050"/>
            <a:chExt cx="352875" cy="353675"/>
          </a:xfrm>
        </p:grpSpPr>
        <p:sp>
          <p:nvSpPr>
            <p:cNvPr id="11036" name="Google Shape;11036;p75"/>
            <p:cNvSpPr/>
            <p:nvPr/>
          </p:nvSpPr>
          <p:spPr>
            <a:xfrm>
              <a:off x="-10896525" y="1663050"/>
              <a:ext cx="166200" cy="311925"/>
            </a:xfrm>
            <a:custGeom>
              <a:avLst/>
              <a:gdLst/>
              <a:ahLst/>
              <a:cxnLst/>
              <a:rect l="l" t="t" r="r" b="b"/>
              <a:pathLst>
                <a:path w="6648" h="12477" extrusionOk="0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7" name="Google Shape;11037;p75"/>
            <p:cNvSpPr/>
            <p:nvPr/>
          </p:nvSpPr>
          <p:spPr>
            <a:xfrm>
              <a:off x="-10709850" y="1704025"/>
              <a:ext cx="166200" cy="312700"/>
            </a:xfrm>
            <a:custGeom>
              <a:avLst/>
              <a:gdLst/>
              <a:ahLst/>
              <a:cxnLst/>
              <a:rect l="l" t="t" r="r" b="b"/>
              <a:pathLst>
                <a:path w="6648" h="12508" extrusionOk="0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38" name="Google Shape;11038;p75"/>
          <p:cNvSpPr/>
          <p:nvPr/>
        </p:nvSpPr>
        <p:spPr>
          <a:xfrm>
            <a:off x="10748858" y="2281412"/>
            <a:ext cx="349941" cy="455632"/>
          </a:xfrm>
          <a:custGeom>
            <a:avLst/>
            <a:gdLst/>
            <a:ahLst/>
            <a:cxnLst/>
            <a:rect l="l" t="t" r="r" b="b"/>
            <a:pathLst>
              <a:path w="10870" h="14153" extrusionOk="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39" name="Google Shape;11039;p75"/>
          <p:cNvGrpSpPr/>
          <p:nvPr/>
        </p:nvGrpSpPr>
        <p:grpSpPr>
          <a:xfrm>
            <a:off x="10696110" y="2840990"/>
            <a:ext cx="455439" cy="426015"/>
            <a:chOff x="-10898100" y="2542050"/>
            <a:chExt cx="353675" cy="330825"/>
          </a:xfrm>
        </p:grpSpPr>
        <p:sp>
          <p:nvSpPr>
            <p:cNvPr id="11040" name="Google Shape;11040;p75"/>
            <p:cNvSpPr/>
            <p:nvPr/>
          </p:nvSpPr>
          <p:spPr>
            <a:xfrm>
              <a:off x="-10772875" y="25838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1" name="Google Shape;11041;p75"/>
            <p:cNvSpPr/>
            <p:nvPr/>
          </p:nvSpPr>
          <p:spPr>
            <a:xfrm>
              <a:off x="-10772875" y="2749200"/>
              <a:ext cx="82725" cy="81950"/>
            </a:xfrm>
            <a:custGeom>
              <a:avLst/>
              <a:gdLst/>
              <a:ahLst/>
              <a:cxnLst/>
              <a:rect l="l" t="t" r="r" b="b"/>
              <a:pathLst>
                <a:path w="3309" h="3278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2" name="Google Shape;11042;p75"/>
            <p:cNvSpPr/>
            <p:nvPr/>
          </p:nvSpPr>
          <p:spPr>
            <a:xfrm>
              <a:off x="-10855575" y="2666500"/>
              <a:ext cx="82725" cy="81925"/>
            </a:xfrm>
            <a:custGeom>
              <a:avLst/>
              <a:gdLst/>
              <a:ahLst/>
              <a:cxnLst/>
              <a:rect l="l" t="t" r="r" b="b"/>
              <a:pathLst>
                <a:path w="3309" h="3277" extrusionOk="0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3" name="Google Shape;11043;p75"/>
            <p:cNvSpPr/>
            <p:nvPr/>
          </p:nvSpPr>
          <p:spPr>
            <a:xfrm>
              <a:off x="-10690175" y="26665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4" name="Google Shape;11044;p75"/>
            <p:cNvSpPr/>
            <p:nvPr/>
          </p:nvSpPr>
          <p:spPr>
            <a:xfrm>
              <a:off x="-10752400" y="26869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5" name="Google Shape;11045;p75"/>
            <p:cNvSpPr/>
            <p:nvPr/>
          </p:nvSpPr>
          <p:spPr>
            <a:xfrm>
              <a:off x="-10898100" y="2542050"/>
              <a:ext cx="353675" cy="330825"/>
            </a:xfrm>
            <a:custGeom>
              <a:avLst/>
              <a:gdLst/>
              <a:ahLst/>
              <a:cxnLst/>
              <a:rect l="l" t="t" r="r" b="b"/>
              <a:pathLst>
                <a:path w="14147" h="13233" extrusionOk="0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46" name="Google Shape;11046;p75"/>
          <p:cNvGrpSpPr/>
          <p:nvPr/>
        </p:nvGrpSpPr>
        <p:grpSpPr>
          <a:xfrm>
            <a:off x="8279489" y="3402143"/>
            <a:ext cx="453411" cy="452573"/>
            <a:chOff x="-9157450" y="1622750"/>
            <a:chExt cx="352100" cy="351450"/>
          </a:xfrm>
        </p:grpSpPr>
        <p:sp>
          <p:nvSpPr>
            <p:cNvPr id="11047" name="Google Shape;11047;p75"/>
            <p:cNvSpPr/>
            <p:nvPr/>
          </p:nvSpPr>
          <p:spPr>
            <a:xfrm>
              <a:off x="-9034575" y="1706075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8" name="Google Shape;11048;p75"/>
            <p:cNvSpPr/>
            <p:nvPr/>
          </p:nvSpPr>
          <p:spPr>
            <a:xfrm>
              <a:off x="-9157450" y="1622750"/>
              <a:ext cx="164625" cy="249850"/>
            </a:xfrm>
            <a:custGeom>
              <a:avLst/>
              <a:gdLst/>
              <a:ahLst/>
              <a:cxnLst/>
              <a:rect l="l" t="t" r="r" b="b"/>
              <a:pathLst>
                <a:path w="6585" h="9994" extrusionOk="0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49" name="Google Shape;11049;p75"/>
          <p:cNvGrpSpPr/>
          <p:nvPr/>
        </p:nvGrpSpPr>
        <p:grpSpPr>
          <a:xfrm>
            <a:off x="8330212" y="3946499"/>
            <a:ext cx="351969" cy="451383"/>
            <a:chOff x="-9119650" y="2056875"/>
            <a:chExt cx="273325" cy="350525"/>
          </a:xfrm>
        </p:grpSpPr>
        <p:sp>
          <p:nvSpPr>
            <p:cNvPr id="11050" name="Google Shape;11050;p75"/>
            <p:cNvSpPr/>
            <p:nvPr/>
          </p:nvSpPr>
          <p:spPr>
            <a:xfrm>
              <a:off x="-9023550" y="2056875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1" name="Google Shape;11051;p75"/>
            <p:cNvSpPr/>
            <p:nvPr/>
          </p:nvSpPr>
          <p:spPr>
            <a:xfrm>
              <a:off x="-9119650" y="2137200"/>
              <a:ext cx="273325" cy="270200"/>
            </a:xfrm>
            <a:custGeom>
              <a:avLst/>
              <a:gdLst/>
              <a:ahLst/>
              <a:cxnLst/>
              <a:rect l="l" t="t" r="r" b="b"/>
              <a:pathLst>
                <a:path w="10933" h="10808" extrusionOk="0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52" name="Google Shape;11052;p75"/>
          <p:cNvSpPr/>
          <p:nvPr/>
        </p:nvSpPr>
        <p:spPr>
          <a:xfrm>
            <a:off x="10697123" y="3985066"/>
            <a:ext cx="453411" cy="455407"/>
          </a:xfrm>
          <a:custGeom>
            <a:avLst/>
            <a:gdLst/>
            <a:ahLst/>
            <a:cxnLst/>
            <a:rect l="l" t="t" r="r" b="b"/>
            <a:pathLst>
              <a:path w="14084" h="14146" extrusionOk="0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53" name="Google Shape;11053;p75"/>
          <p:cNvSpPr/>
          <p:nvPr/>
        </p:nvSpPr>
        <p:spPr>
          <a:xfrm>
            <a:off x="9524750" y="3400730"/>
            <a:ext cx="401644" cy="455407"/>
          </a:xfrm>
          <a:custGeom>
            <a:avLst/>
            <a:gdLst/>
            <a:ahLst/>
            <a:cxnLst/>
            <a:rect l="l" t="t" r="r" b="b"/>
            <a:pathLst>
              <a:path w="12476" h="14146" extrusionOk="0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54" name="Google Shape;11054;p75"/>
          <p:cNvGrpSpPr/>
          <p:nvPr/>
        </p:nvGrpSpPr>
        <p:grpSpPr>
          <a:xfrm>
            <a:off x="10102387" y="3985706"/>
            <a:ext cx="457459" cy="455425"/>
            <a:chOff x="6001575" y="3119050"/>
            <a:chExt cx="315025" cy="313625"/>
          </a:xfrm>
        </p:grpSpPr>
        <p:sp>
          <p:nvSpPr>
            <p:cNvPr id="11055" name="Google Shape;11055;p75"/>
            <p:cNvSpPr/>
            <p:nvPr/>
          </p:nvSpPr>
          <p:spPr>
            <a:xfrm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6" name="Google Shape;11056;p75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1" name="Google Shape;11061;p76"/>
          <p:cNvSpPr/>
          <p:nvPr/>
        </p:nvSpPr>
        <p:spPr>
          <a:xfrm>
            <a:off x="1201981" y="2251279"/>
            <a:ext cx="481667" cy="631893"/>
          </a:xfrm>
          <a:custGeom>
            <a:avLst/>
            <a:gdLst/>
            <a:ahLst/>
            <a:cxnLst/>
            <a:rect l="l" t="t" r="r" b="b"/>
            <a:pathLst>
              <a:path w="9295" h="12194" extrusionOk="0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62" name="Google Shape;11062;p76"/>
          <p:cNvGrpSpPr/>
          <p:nvPr/>
        </p:nvGrpSpPr>
        <p:grpSpPr>
          <a:xfrm>
            <a:off x="1126978" y="3030927"/>
            <a:ext cx="635105" cy="634951"/>
            <a:chOff x="-21298675" y="2414425"/>
            <a:chExt cx="306400" cy="306325"/>
          </a:xfrm>
        </p:grpSpPr>
        <p:sp>
          <p:nvSpPr>
            <p:cNvPr id="11063" name="Google Shape;11063;p76"/>
            <p:cNvSpPr/>
            <p:nvPr/>
          </p:nvSpPr>
          <p:spPr>
            <a:xfrm>
              <a:off x="-21083650" y="2444575"/>
              <a:ext cx="20500" cy="18525"/>
            </a:xfrm>
            <a:custGeom>
              <a:avLst/>
              <a:gdLst/>
              <a:ahLst/>
              <a:cxnLst/>
              <a:rect l="l" t="t" r="r" b="b"/>
              <a:pathLst>
                <a:path w="820" h="74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4" name="Google Shape;11064;p76"/>
            <p:cNvSpPr/>
            <p:nvPr/>
          </p:nvSpPr>
          <p:spPr>
            <a:xfrm>
              <a:off x="-21298675" y="2414425"/>
              <a:ext cx="306400" cy="306325"/>
            </a:xfrm>
            <a:custGeom>
              <a:avLst/>
              <a:gdLst/>
              <a:ahLst/>
              <a:cxnLst/>
              <a:rect l="l" t="t" r="r" b="b"/>
              <a:pathLst>
                <a:path w="12256" h="12253" extrusionOk="0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5" name="Google Shape;11065;p76"/>
            <p:cNvSpPr/>
            <p:nvPr/>
          </p:nvSpPr>
          <p:spPr>
            <a:xfrm>
              <a:off x="-21171875" y="2521375"/>
              <a:ext cx="73275" cy="66100"/>
            </a:xfrm>
            <a:custGeom>
              <a:avLst/>
              <a:gdLst/>
              <a:ahLst/>
              <a:cxnLst/>
              <a:rect l="l" t="t" r="r" b="b"/>
              <a:pathLst>
                <a:path w="2931" h="2644" extrusionOk="0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66" name="Google Shape;11066;p76"/>
          <p:cNvGrpSpPr/>
          <p:nvPr/>
        </p:nvGrpSpPr>
        <p:grpSpPr>
          <a:xfrm>
            <a:off x="1126149" y="3820171"/>
            <a:ext cx="636764" cy="593909"/>
            <a:chOff x="-21299475" y="2798025"/>
            <a:chExt cx="307200" cy="286525"/>
          </a:xfrm>
        </p:grpSpPr>
        <p:sp>
          <p:nvSpPr>
            <p:cNvPr id="11067" name="Google Shape;11067;p76"/>
            <p:cNvSpPr/>
            <p:nvPr/>
          </p:nvSpPr>
          <p:spPr>
            <a:xfrm>
              <a:off x="-21153750" y="2798025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8" name="Google Shape;11068;p76"/>
            <p:cNvSpPr/>
            <p:nvPr/>
          </p:nvSpPr>
          <p:spPr>
            <a:xfrm>
              <a:off x="-212569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9" name="Google Shape;11069;p76"/>
            <p:cNvSpPr/>
            <p:nvPr/>
          </p:nvSpPr>
          <p:spPr>
            <a:xfrm>
              <a:off x="-210797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0" name="Google Shape;11070;p76"/>
            <p:cNvSpPr/>
            <p:nvPr/>
          </p:nvSpPr>
          <p:spPr>
            <a:xfrm>
              <a:off x="-21113575" y="2825000"/>
              <a:ext cx="26800" cy="35050"/>
            </a:xfrm>
            <a:custGeom>
              <a:avLst/>
              <a:gdLst/>
              <a:ahLst/>
              <a:cxnLst/>
              <a:rect l="l" t="t" r="r" b="b"/>
              <a:pathLst>
                <a:path w="1072" h="1402" extrusionOk="0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1" name="Google Shape;11071;p76"/>
            <p:cNvSpPr/>
            <p:nvPr/>
          </p:nvSpPr>
          <p:spPr>
            <a:xfrm>
              <a:off x="-21204175" y="2825000"/>
              <a:ext cx="27600" cy="35050"/>
            </a:xfrm>
            <a:custGeom>
              <a:avLst/>
              <a:gdLst/>
              <a:ahLst/>
              <a:cxnLst/>
              <a:rect l="l" t="t" r="r" b="b"/>
              <a:pathLst>
                <a:path w="1104" h="1402" extrusionOk="0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2" name="Google Shape;11072;p76"/>
            <p:cNvSpPr/>
            <p:nvPr/>
          </p:nvSpPr>
          <p:spPr>
            <a:xfrm>
              <a:off x="-21297900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3" name="Google Shape;11073;p76"/>
            <p:cNvSpPr/>
            <p:nvPr/>
          </p:nvSpPr>
          <p:spPr>
            <a:xfrm>
              <a:off x="-21047425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4" name="Google Shape;11074;p76"/>
            <p:cNvSpPr/>
            <p:nvPr/>
          </p:nvSpPr>
          <p:spPr>
            <a:xfrm>
              <a:off x="-21056100" y="2892750"/>
              <a:ext cx="37050" cy="25150"/>
            </a:xfrm>
            <a:custGeom>
              <a:avLst/>
              <a:gdLst/>
              <a:ahLst/>
              <a:cxnLst/>
              <a:rect l="l" t="t" r="r" b="b"/>
              <a:pathLst>
                <a:path w="1482" h="1006" extrusionOk="0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5" name="Google Shape;11075;p76"/>
            <p:cNvSpPr/>
            <p:nvPr/>
          </p:nvSpPr>
          <p:spPr>
            <a:xfrm>
              <a:off x="-21271100" y="2893975"/>
              <a:ext cx="37825" cy="25150"/>
            </a:xfrm>
            <a:custGeom>
              <a:avLst/>
              <a:gdLst/>
              <a:ahLst/>
              <a:cxnLst/>
              <a:rect l="l" t="t" r="r" b="b"/>
              <a:pathLst>
                <a:path w="1513" h="1006" extrusionOk="0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6" name="Google Shape;11076;p76"/>
            <p:cNvSpPr/>
            <p:nvPr/>
          </p:nvSpPr>
          <p:spPr>
            <a:xfrm>
              <a:off x="-21298675" y="3049275"/>
              <a:ext cx="306400" cy="35275"/>
            </a:xfrm>
            <a:custGeom>
              <a:avLst/>
              <a:gdLst/>
              <a:ahLst/>
              <a:cxnLst/>
              <a:rect l="l" t="t" r="r" b="b"/>
              <a:pathLst>
                <a:path w="12256" h="1411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7" name="Google Shape;11077;p76"/>
            <p:cNvSpPr/>
            <p:nvPr/>
          </p:nvSpPr>
          <p:spPr>
            <a:xfrm>
              <a:off x="-21298675" y="3013050"/>
              <a:ext cx="306400" cy="34675"/>
            </a:xfrm>
            <a:custGeom>
              <a:avLst/>
              <a:gdLst/>
              <a:ahLst/>
              <a:cxnLst/>
              <a:rect l="l" t="t" r="r" b="b"/>
              <a:pathLst>
                <a:path w="12256" h="1387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8" name="Google Shape;11078;p76"/>
            <p:cNvSpPr/>
            <p:nvPr/>
          </p:nvSpPr>
          <p:spPr>
            <a:xfrm>
              <a:off x="-21299475" y="2868125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79" name="Google Shape;11079;p76"/>
          <p:cNvSpPr/>
          <p:nvPr/>
        </p:nvSpPr>
        <p:spPr>
          <a:xfrm>
            <a:off x="5021557" y="2253118"/>
            <a:ext cx="630235" cy="628213"/>
          </a:xfrm>
          <a:custGeom>
            <a:avLst/>
            <a:gdLst/>
            <a:ahLst/>
            <a:cxnLst/>
            <a:rect l="l" t="t" r="r" b="b"/>
            <a:pathLst>
              <a:path w="12162" h="12123" extrusionOk="0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80" name="Google Shape;11080;p76"/>
          <p:cNvSpPr/>
          <p:nvPr/>
        </p:nvSpPr>
        <p:spPr>
          <a:xfrm>
            <a:off x="5020756" y="3031910"/>
            <a:ext cx="631841" cy="633500"/>
          </a:xfrm>
          <a:custGeom>
            <a:avLst/>
            <a:gdLst/>
            <a:ahLst/>
            <a:cxnLst/>
            <a:rect l="l" t="t" r="r" b="b"/>
            <a:pathLst>
              <a:path w="12193" h="12225" extrusionOk="0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81" name="Google Shape;11081;p76"/>
          <p:cNvSpPr/>
          <p:nvPr/>
        </p:nvSpPr>
        <p:spPr>
          <a:xfrm>
            <a:off x="5010131" y="3801502"/>
            <a:ext cx="653088" cy="631841"/>
          </a:xfrm>
          <a:custGeom>
            <a:avLst/>
            <a:gdLst/>
            <a:ahLst/>
            <a:cxnLst/>
            <a:rect l="l" t="t" r="r" b="b"/>
            <a:pathLst>
              <a:path w="12603" h="12193" extrusionOk="0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82" name="Google Shape;11082;p76"/>
          <p:cNvGrpSpPr/>
          <p:nvPr/>
        </p:nvGrpSpPr>
        <p:grpSpPr>
          <a:xfrm>
            <a:off x="8951955" y="2251889"/>
            <a:ext cx="551883" cy="630235"/>
            <a:chOff x="-17545650" y="2051350"/>
            <a:chExt cx="266250" cy="304050"/>
          </a:xfrm>
        </p:grpSpPr>
        <p:sp>
          <p:nvSpPr>
            <p:cNvPr id="11083" name="Google Shape;11083;p76"/>
            <p:cNvSpPr/>
            <p:nvPr/>
          </p:nvSpPr>
          <p:spPr>
            <a:xfrm>
              <a:off x="-17475550" y="22301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4" name="Google Shape;11084;p76"/>
            <p:cNvSpPr/>
            <p:nvPr/>
          </p:nvSpPr>
          <p:spPr>
            <a:xfrm>
              <a:off x="-1745822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5" name="Google Shape;11085;p76"/>
            <p:cNvSpPr/>
            <p:nvPr/>
          </p:nvSpPr>
          <p:spPr>
            <a:xfrm>
              <a:off x="-1749367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6" name="Google Shape;11086;p76"/>
            <p:cNvSpPr/>
            <p:nvPr/>
          </p:nvSpPr>
          <p:spPr>
            <a:xfrm>
              <a:off x="-17545650" y="2051350"/>
              <a:ext cx="266250" cy="304050"/>
            </a:xfrm>
            <a:custGeom>
              <a:avLst/>
              <a:gdLst/>
              <a:ahLst/>
              <a:cxnLst/>
              <a:rect l="l" t="t" r="r" b="b"/>
              <a:pathLst>
                <a:path w="10650" h="12162" extrusionOk="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87" name="Google Shape;11087;p76"/>
          <p:cNvSpPr/>
          <p:nvPr/>
        </p:nvSpPr>
        <p:spPr>
          <a:xfrm>
            <a:off x="8910560" y="3031935"/>
            <a:ext cx="631841" cy="633448"/>
          </a:xfrm>
          <a:custGeom>
            <a:avLst/>
            <a:gdLst/>
            <a:ahLst/>
            <a:cxnLst/>
            <a:rect l="l" t="t" r="r" b="b"/>
            <a:pathLst>
              <a:path w="12193" h="12224" extrusionOk="0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88" name="Google Shape;11088;p76"/>
          <p:cNvGrpSpPr/>
          <p:nvPr/>
        </p:nvGrpSpPr>
        <p:grpSpPr>
          <a:xfrm>
            <a:off x="8912779" y="3820766"/>
            <a:ext cx="630235" cy="592717"/>
            <a:chOff x="-17565350" y="2809825"/>
            <a:chExt cx="304050" cy="285950"/>
          </a:xfrm>
        </p:grpSpPr>
        <p:sp>
          <p:nvSpPr>
            <p:cNvPr id="11089" name="Google Shape;11089;p76"/>
            <p:cNvSpPr/>
            <p:nvPr/>
          </p:nvSpPr>
          <p:spPr>
            <a:xfrm>
              <a:off x="-17458225" y="2970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0" name="Google Shape;11090;p76"/>
            <p:cNvSpPr/>
            <p:nvPr/>
          </p:nvSpPr>
          <p:spPr>
            <a:xfrm>
              <a:off x="-17385750" y="29705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1" name="Google Shape;11091;p76"/>
            <p:cNvSpPr/>
            <p:nvPr/>
          </p:nvSpPr>
          <p:spPr>
            <a:xfrm>
              <a:off x="-17565350" y="2809825"/>
              <a:ext cx="304050" cy="285950"/>
            </a:xfrm>
            <a:custGeom>
              <a:avLst/>
              <a:gdLst/>
              <a:ahLst/>
              <a:cxnLst/>
              <a:rect l="l" t="t" r="r" b="b"/>
              <a:pathLst>
                <a:path w="12162" h="11438" extrusionOk="0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2" name="Google Shape;11092;p76"/>
            <p:cNvSpPr/>
            <p:nvPr/>
          </p:nvSpPr>
          <p:spPr>
            <a:xfrm>
              <a:off x="-17368425" y="2846075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3" name="Google Shape;11093;p76"/>
            <p:cNvSpPr/>
            <p:nvPr/>
          </p:nvSpPr>
          <p:spPr>
            <a:xfrm>
              <a:off x="-17511775" y="28460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094" name="Google Shape;11094;p76"/>
          <p:cNvSpPr/>
          <p:nvPr/>
        </p:nvSpPr>
        <p:spPr>
          <a:xfrm>
            <a:off x="3574020" y="4595426"/>
            <a:ext cx="480008" cy="628628"/>
          </a:xfrm>
          <a:custGeom>
            <a:avLst/>
            <a:gdLst/>
            <a:ahLst/>
            <a:cxnLst/>
            <a:rect l="l" t="t" r="r" b="b"/>
            <a:pathLst>
              <a:path w="9263" h="12131" extrusionOk="0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95" name="Google Shape;11095;p76"/>
          <p:cNvSpPr/>
          <p:nvPr/>
        </p:nvSpPr>
        <p:spPr>
          <a:xfrm>
            <a:off x="1904845" y="2251279"/>
            <a:ext cx="628628" cy="631893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96" name="Google Shape;11096;p76"/>
          <p:cNvSpPr/>
          <p:nvPr/>
        </p:nvSpPr>
        <p:spPr>
          <a:xfrm>
            <a:off x="1904845" y="3032919"/>
            <a:ext cx="628628" cy="631479"/>
          </a:xfrm>
          <a:custGeom>
            <a:avLst/>
            <a:gdLst/>
            <a:ahLst/>
            <a:cxnLst/>
            <a:rect l="l" t="t" r="r" b="b"/>
            <a:pathLst>
              <a:path w="12131" h="12186" extrusionOk="0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97" name="Google Shape;11097;p76"/>
          <p:cNvGrpSpPr/>
          <p:nvPr/>
        </p:nvGrpSpPr>
        <p:grpSpPr>
          <a:xfrm>
            <a:off x="1943325" y="3801206"/>
            <a:ext cx="555044" cy="631841"/>
            <a:chOff x="-20904875" y="2788575"/>
            <a:chExt cx="267775" cy="304825"/>
          </a:xfrm>
        </p:grpSpPr>
        <p:sp>
          <p:nvSpPr>
            <p:cNvPr id="11098" name="Google Shape;11098;p76"/>
            <p:cNvSpPr/>
            <p:nvPr/>
          </p:nvSpPr>
          <p:spPr>
            <a:xfrm>
              <a:off x="-20904875" y="2788575"/>
              <a:ext cx="267775" cy="304825"/>
            </a:xfrm>
            <a:custGeom>
              <a:avLst/>
              <a:gdLst/>
              <a:ahLst/>
              <a:cxnLst/>
              <a:rect l="l" t="t" r="r" b="b"/>
              <a:pathLst>
                <a:path w="10711" h="12193" extrusionOk="0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9" name="Google Shape;11099;p76"/>
            <p:cNvSpPr/>
            <p:nvPr/>
          </p:nvSpPr>
          <p:spPr>
            <a:xfrm>
              <a:off x="-20788300" y="2842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00" name="Google Shape;11100;p76"/>
          <p:cNvGrpSpPr/>
          <p:nvPr/>
        </p:nvGrpSpPr>
        <p:grpSpPr>
          <a:xfrm>
            <a:off x="5863878" y="3034086"/>
            <a:ext cx="480060" cy="628628"/>
            <a:chOff x="-19006700" y="2434925"/>
            <a:chExt cx="231600" cy="303275"/>
          </a:xfrm>
        </p:grpSpPr>
        <p:sp>
          <p:nvSpPr>
            <p:cNvPr id="11101" name="Google Shape;11101;p76"/>
            <p:cNvSpPr/>
            <p:nvPr/>
          </p:nvSpPr>
          <p:spPr>
            <a:xfrm>
              <a:off x="-18906675" y="2552275"/>
              <a:ext cx="36275" cy="44150"/>
            </a:xfrm>
            <a:custGeom>
              <a:avLst/>
              <a:gdLst/>
              <a:ahLst/>
              <a:cxnLst/>
              <a:rect l="l" t="t" r="r" b="b"/>
              <a:pathLst>
                <a:path w="1451" h="1766" extrusionOk="0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2" name="Google Shape;11102;p76"/>
            <p:cNvSpPr/>
            <p:nvPr/>
          </p:nvSpPr>
          <p:spPr>
            <a:xfrm>
              <a:off x="-18935800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3" name="Google Shape;11103;p76"/>
            <p:cNvSpPr/>
            <p:nvPr/>
          </p:nvSpPr>
          <p:spPr>
            <a:xfrm>
              <a:off x="-18864125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4" name="Google Shape;11104;p76"/>
            <p:cNvSpPr/>
            <p:nvPr/>
          </p:nvSpPr>
          <p:spPr>
            <a:xfrm>
              <a:off x="-19006700" y="2434925"/>
              <a:ext cx="231600" cy="303275"/>
            </a:xfrm>
            <a:custGeom>
              <a:avLst/>
              <a:gdLst/>
              <a:ahLst/>
              <a:cxnLst/>
              <a:rect l="l" t="t" r="r" b="b"/>
              <a:pathLst>
                <a:path w="9264" h="12131" extrusionOk="0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05" name="Google Shape;11105;p76"/>
          <p:cNvSpPr/>
          <p:nvPr/>
        </p:nvSpPr>
        <p:spPr>
          <a:xfrm>
            <a:off x="5787255" y="3802304"/>
            <a:ext cx="630235" cy="630235"/>
          </a:xfrm>
          <a:custGeom>
            <a:avLst/>
            <a:gdLst/>
            <a:ahLst/>
            <a:cxnLst/>
            <a:rect l="l" t="t" r="r" b="b"/>
            <a:pathLst>
              <a:path w="12162" h="12162" extrusionOk="0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106" name="Google Shape;11106;p76"/>
          <p:cNvSpPr/>
          <p:nvPr/>
        </p:nvSpPr>
        <p:spPr>
          <a:xfrm>
            <a:off x="9739801" y="2251305"/>
            <a:ext cx="553489" cy="631841"/>
          </a:xfrm>
          <a:custGeom>
            <a:avLst/>
            <a:gdLst/>
            <a:ahLst/>
            <a:cxnLst/>
            <a:rect l="l" t="t" r="r" b="b"/>
            <a:pathLst>
              <a:path w="10681" h="12193" extrusionOk="0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07" name="Google Shape;11107;p76"/>
          <p:cNvGrpSpPr/>
          <p:nvPr/>
        </p:nvGrpSpPr>
        <p:grpSpPr>
          <a:xfrm>
            <a:off x="9702010" y="3052069"/>
            <a:ext cx="631841" cy="592665"/>
            <a:chOff x="-17190425" y="2435725"/>
            <a:chExt cx="304825" cy="285925"/>
          </a:xfrm>
        </p:grpSpPr>
        <p:sp>
          <p:nvSpPr>
            <p:cNvPr id="11108" name="Google Shape;11108;p76"/>
            <p:cNvSpPr/>
            <p:nvPr/>
          </p:nvSpPr>
          <p:spPr>
            <a:xfrm>
              <a:off x="-16994325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9" name="Google Shape;11109;p76"/>
            <p:cNvSpPr/>
            <p:nvPr/>
          </p:nvSpPr>
          <p:spPr>
            <a:xfrm>
              <a:off x="-17100650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0" name="Google Shape;11110;p76"/>
            <p:cNvSpPr/>
            <p:nvPr/>
          </p:nvSpPr>
          <p:spPr>
            <a:xfrm>
              <a:off x="-17190425" y="2435725"/>
              <a:ext cx="304825" cy="285925"/>
            </a:xfrm>
            <a:custGeom>
              <a:avLst/>
              <a:gdLst/>
              <a:ahLst/>
              <a:cxnLst/>
              <a:rect l="l" t="t" r="r" b="b"/>
              <a:pathLst>
                <a:path w="12193" h="11437" extrusionOk="0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11" name="Google Shape;11111;p76"/>
          <p:cNvSpPr/>
          <p:nvPr/>
        </p:nvSpPr>
        <p:spPr>
          <a:xfrm>
            <a:off x="9703888" y="3804741"/>
            <a:ext cx="625312" cy="625364"/>
          </a:xfrm>
          <a:custGeom>
            <a:avLst/>
            <a:gdLst/>
            <a:ahLst/>
            <a:cxnLst/>
            <a:rect l="l" t="t" r="r" b="b"/>
            <a:pathLst>
              <a:path w="12067" h="12068" extrusionOk="0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12" name="Google Shape;11112;p76"/>
          <p:cNvGrpSpPr/>
          <p:nvPr/>
        </p:nvGrpSpPr>
        <p:grpSpPr>
          <a:xfrm>
            <a:off x="6574978" y="4592867"/>
            <a:ext cx="635105" cy="633448"/>
            <a:chOff x="-15719925" y="2416825"/>
            <a:chExt cx="306400" cy="305600"/>
          </a:xfrm>
        </p:grpSpPr>
        <p:sp>
          <p:nvSpPr>
            <p:cNvPr id="11113" name="Google Shape;11113;p76"/>
            <p:cNvSpPr/>
            <p:nvPr/>
          </p:nvSpPr>
          <p:spPr>
            <a:xfrm>
              <a:off x="-15719925" y="2416825"/>
              <a:ext cx="306400" cy="305600"/>
            </a:xfrm>
            <a:custGeom>
              <a:avLst/>
              <a:gdLst/>
              <a:ahLst/>
              <a:cxnLst/>
              <a:rect l="l" t="t" r="r" b="b"/>
              <a:pathLst>
                <a:path w="12256" h="12224" extrusionOk="0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4" name="Google Shape;11114;p76"/>
            <p:cNvSpPr/>
            <p:nvPr/>
          </p:nvSpPr>
          <p:spPr>
            <a:xfrm>
              <a:off x="-15467900" y="2686175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5" name="Google Shape;11115;p76"/>
            <p:cNvSpPr/>
            <p:nvPr/>
          </p:nvSpPr>
          <p:spPr>
            <a:xfrm>
              <a:off x="-15718350" y="270350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16" name="Google Shape;11116;p76"/>
          <p:cNvSpPr/>
          <p:nvPr/>
        </p:nvSpPr>
        <p:spPr>
          <a:xfrm>
            <a:off x="2690011" y="2250060"/>
            <a:ext cx="636712" cy="634328"/>
          </a:xfrm>
          <a:custGeom>
            <a:avLst/>
            <a:gdLst/>
            <a:ahLst/>
            <a:cxnLst/>
            <a:rect l="l" t="t" r="r" b="b"/>
            <a:pathLst>
              <a:path w="12287" h="12241" extrusionOk="0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117" name="Google Shape;11117;p76"/>
          <p:cNvSpPr/>
          <p:nvPr/>
        </p:nvSpPr>
        <p:spPr>
          <a:xfrm>
            <a:off x="2692448" y="3109099"/>
            <a:ext cx="631841" cy="479128"/>
          </a:xfrm>
          <a:custGeom>
            <a:avLst/>
            <a:gdLst/>
            <a:ahLst/>
            <a:cxnLst/>
            <a:rect l="l" t="t" r="r" b="b"/>
            <a:pathLst>
              <a:path w="12193" h="9246" extrusionOk="0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18" name="Google Shape;11118;p76"/>
          <p:cNvGrpSpPr/>
          <p:nvPr/>
        </p:nvGrpSpPr>
        <p:grpSpPr>
          <a:xfrm>
            <a:off x="2690037" y="3802008"/>
            <a:ext cx="639977" cy="630235"/>
            <a:chOff x="-20550425" y="2789350"/>
            <a:chExt cx="308750" cy="304050"/>
          </a:xfrm>
        </p:grpSpPr>
        <p:sp>
          <p:nvSpPr>
            <p:cNvPr id="11119" name="Google Shape;11119;p76"/>
            <p:cNvSpPr/>
            <p:nvPr/>
          </p:nvSpPr>
          <p:spPr>
            <a:xfrm>
              <a:off x="-20550425" y="2824800"/>
              <a:ext cx="308750" cy="268600"/>
            </a:xfrm>
            <a:custGeom>
              <a:avLst/>
              <a:gdLst/>
              <a:ahLst/>
              <a:cxnLst/>
              <a:rect l="l" t="t" r="r" b="b"/>
              <a:pathLst>
                <a:path w="12350" h="10744" extrusionOk="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0" name="Google Shape;11120;p76"/>
            <p:cNvSpPr/>
            <p:nvPr/>
          </p:nvSpPr>
          <p:spPr>
            <a:xfrm>
              <a:off x="-20388175" y="2789350"/>
              <a:ext cx="144150" cy="106350"/>
            </a:xfrm>
            <a:custGeom>
              <a:avLst/>
              <a:gdLst/>
              <a:ahLst/>
              <a:cxnLst/>
              <a:rect l="l" t="t" r="r" b="b"/>
              <a:pathLst>
                <a:path w="5766" h="4254" extrusionOk="0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1" name="Google Shape;11121;p76"/>
          <p:cNvGrpSpPr/>
          <p:nvPr/>
        </p:nvGrpSpPr>
        <p:grpSpPr>
          <a:xfrm>
            <a:off x="6577192" y="2250877"/>
            <a:ext cx="631893" cy="632256"/>
            <a:chOff x="-18666450" y="2059825"/>
            <a:chExt cx="304850" cy="305025"/>
          </a:xfrm>
        </p:grpSpPr>
        <p:sp>
          <p:nvSpPr>
            <p:cNvPr id="11122" name="Google Shape;11122;p76"/>
            <p:cNvSpPr/>
            <p:nvPr/>
          </p:nvSpPr>
          <p:spPr>
            <a:xfrm>
              <a:off x="-18471100" y="2202575"/>
              <a:ext cx="18125" cy="70925"/>
            </a:xfrm>
            <a:custGeom>
              <a:avLst/>
              <a:gdLst/>
              <a:ahLst/>
              <a:cxnLst/>
              <a:rect l="l" t="t" r="r" b="b"/>
              <a:pathLst>
                <a:path w="725" h="283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3" name="Google Shape;11123;p76"/>
            <p:cNvSpPr/>
            <p:nvPr/>
          </p:nvSpPr>
          <p:spPr>
            <a:xfrm>
              <a:off x="-18666450" y="2059825"/>
              <a:ext cx="304850" cy="305025"/>
            </a:xfrm>
            <a:custGeom>
              <a:avLst/>
              <a:gdLst/>
              <a:ahLst/>
              <a:cxnLst/>
              <a:rect l="l" t="t" r="r" b="b"/>
              <a:pathLst>
                <a:path w="12194" h="12201" extrusionOk="0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4" name="Google Shape;11124;p76"/>
          <p:cNvGrpSpPr/>
          <p:nvPr/>
        </p:nvGrpSpPr>
        <p:grpSpPr>
          <a:xfrm>
            <a:off x="6576390" y="3034112"/>
            <a:ext cx="633500" cy="628576"/>
            <a:chOff x="-18668025" y="2435725"/>
            <a:chExt cx="305625" cy="303250"/>
          </a:xfrm>
        </p:grpSpPr>
        <p:sp>
          <p:nvSpPr>
            <p:cNvPr id="11125" name="Google Shape;11125;p76"/>
            <p:cNvSpPr/>
            <p:nvPr/>
          </p:nvSpPr>
          <p:spPr>
            <a:xfrm>
              <a:off x="-18668025" y="2435725"/>
              <a:ext cx="305625" cy="303250"/>
            </a:xfrm>
            <a:custGeom>
              <a:avLst/>
              <a:gdLst/>
              <a:ahLst/>
              <a:cxnLst/>
              <a:rect l="l" t="t" r="r" b="b"/>
              <a:pathLst>
                <a:path w="12225" h="12130" extrusionOk="0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6" name="Google Shape;11126;p76"/>
            <p:cNvSpPr/>
            <p:nvPr/>
          </p:nvSpPr>
          <p:spPr>
            <a:xfrm>
              <a:off x="-18596350" y="2524725"/>
              <a:ext cx="160700" cy="178800"/>
            </a:xfrm>
            <a:custGeom>
              <a:avLst/>
              <a:gdLst/>
              <a:ahLst/>
              <a:cxnLst/>
              <a:rect l="l" t="t" r="r" b="b"/>
              <a:pathLst>
                <a:path w="6428" h="7152" extrusionOk="0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7" name="Google Shape;11127;p76"/>
          <p:cNvGrpSpPr/>
          <p:nvPr/>
        </p:nvGrpSpPr>
        <p:grpSpPr>
          <a:xfrm>
            <a:off x="6575586" y="3801204"/>
            <a:ext cx="635105" cy="631841"/>
            <a:chOff x="-18668800" y="2807475"/>
            <a:chExt cx="306400" cy="304825"/>
          </a:xfrm>
        </p:grpSpPr>
        <p:sp>
          <p:nvSpPr>
            <p:cNvPr id="11128" name="Google Shape;11128;p76"/>
            <p:cNvSpPr/>
            <p:nvPr/>
          </p:nvSpPr>
          <p:spPr>
            <a:xfrm>
              <a:off x="-18632575" y="29516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9" name="Google Shape;11129;p76"/>
            <p:cNvSpPr/>
            <p:nvPr/>
          </p:nvSpPr>
          <p:spPr>
            <a:xfrm>
              <a:off x="-18597125" y="29161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0" name="Google Shape;11130;p76"/>
            <p:cNvSpPr/>
            <p:nvPr/>
          </p:nvSpPr>
          <p:spPr>
            <a:xfrm>
              <a:off x="-18668800" y="2807475"/>
              <a:ext cx="306400" cy="304825"/>
            </a:xfrm>
            <a:custGeom>
              <a:avLst/>
              <a:gdLst/>
              <a:ahLst/>
              <a:cxnLst/>
              <a:rect l="l" t="t" r="r" b="b"/>
              <a:pathLst>
                <a:path w="12256" h="12193" extrusionOk="0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1" name="Google Shape;11131;p76"/>
            <p:cNvSpPr/>
            <p:nvPr/>
          </p:nvSpPr>
          <p:spPr>
            <a:xfrm>
              <a:off x="-18496300" y="2977800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2" name="Google Shape;11132;p76"/>
            <p:cNvSpPr/>
            <p:nvPr/>
          </p:nvSpPr>
          <p:spPr>
            <a:xfrm>
              <a:off x="-18559325" y="30423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3" name="Google Shape;11133;p76"/>
            <p:cNvSpPr/>
            <p:nvPr/>
          </p:nvSpPr>
          <p:spPr>
            <a:xfrm>
              <a:off x="-18559325" y="29911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4" name="Google Shape;11134;p76"/>
            <p:cNvSpPr/>
            <p:nvPr/>
          </p:nvSpPr>
          <p:spPr>
            <a:xfrm>
              <a:off x="-18491575" y="3024275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5" name="Google Shape;11135;p76"/>
            <p:cNvSpPr/>
            <p:nvPr/>
          </p:nvSpPr>
          <p:spPr>
            <a:xfrm>
              <a:off x="-18522300" y="2928175"/>
              <a:ext cx="32300" cy="31125"/>
            </a:xfrm>
            <a:custGeom>
              <a:avLst/>
              <a:gdLst/>
              <a:ahLst/>
              <a:cxnLst/>
              <a:rect l="l" t="t" r="r" b="b"/>
              <a:pathLst>
                <a:path w="1292" h="1245" extrusionOk="0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6" name="Google Shape;11136;p76"/>
            <p:cNvSpPr/>
            <p:nvPr/>
          </p:nvSpPr>
          <p:spPr>
            <a:xfrm>
              <a:off x="-18446700" y="3004375"/>
              <a:ext cx="33900" cy="31325"/>
            </a:xfrm>
            <a:custGeom>
              <a:avLst/>
              <a:gdLst/>
              <a:ahLst/>
              <a:cxnLst/>
              <a:rect l="l" t="t" r="r" b="b"/>
              <a:pathLst>
                <a:path w="1356" h="1253" extrusionOk="0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37" name="Google Shape;11137;p76"/>
          <p:cNvGrpSpPr/>
          <p:nvPr/>
        </p:nvGrpSpPr>
        <p:grpSpPr>
          <a:xfrm>
            <a:off x="10514211" y="2250258"/>
            <a:ext cx="555148" cy="633500"/>
            <a:chOff x="-16798200" y="2050575"/>
            <a:chExt cx="267825" cy="305625"/>
          </a:xfrm>
        </p:grpSpPr>
        <p:sp>
          <p:nvSpPr>
            <p:cNvPr id="11138" name="Google Shape;11138;p76"/>
            <p:cNvSpPr/>
            <p:nvPr/>
          </p:nvSpPr>
          <p:spPr>
            <a:xfrm>
              <a:off x="-16798200" y="2050575"/>
              <a:ext cx="267825" cy="305625"/>
            </a:xfrm>
            <a:custGeom>
              <a:avLst/>
              <a:gdLst/>
              <a:ahLst/>
              <a:cxnLst/>
              <a:rect l="l" t="t" r="r" b="b"/>
              <a:pathLst>
                <a:path w="10713" h="12225" extrusionOk="0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9" name="Google Shape;11139;p76"/>
            <p:cNvSpPr/>
            <p:nvPr/>
          </p:nvSpPr>
          <p:spPr>
            <a:xfrm>
              <a:off x="-16743850" y="21230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0" name="Google Shape;11140;p76"/>
            <p:cNvSpPr/>
            <p:nvPr/>
          </p:nvSpPr>
          <p:spPr>
            <a:xfrm>
              <a:off x="-16691075" y="20876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41" name="Google Shape;11141;p76"/>
          <p:cNvGrpSpPr/>
          <p:nvPr/>
        </p:nvGrpSpPr>
        <p:grpSpPr>
          <a:xfrm>
            <a:off x="10475035" y="3802836"/>
            <a:ext cx="633500" cy="628576"/>
            <a:chOff x="-16817100" y="2801175"/>
            <a:chExt cx="305625" cy="303250"/>
          </a:xfrm>
        </p:grpSpPr>
        <p:sp>
          <p:nvSpPr>
            <p:cNvPr id="11142" name="Google Shape;11142;p76"/>
            <p:cNvSpPr/>
            <p:nvPr/>
          </p:nvSpPr>
          <p:spPr>
            <a:xfrm>
              <a:off x="-16817100" y="2801175"/>
              <a:ext cx="305625" cy="232375"/>
            </a:xfrm>
            <a:custGeom>
              <a:avLst/>
              <a:gdLst/>
              <a:ahLst/>
              <a:cxnLst/>
              <a:rect l="l" t="t" r="r" b="b"/>
              <a:pathLst>
                <a:path w="12225" h="9295" extrusionOk="0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3" name="Google Shape;11143;p76"/>
            <p:cNvSpPr/>
            <p:nvPr/>
          </p:nvSpPr>
          <p:spPr>
            <a:xfrm>
              <a:off x="-16636725" y="2889375"/>
              <a:ext cx="18125" cy="72500"/>
            </a:xfrm>
            <a:custGeom>
              <a:avLst/>
              <a:gdLst/>
              <a:ahLst/>
              <a:cxnLst/>
              <a:rect l="l" t="t" r="r" b="b"/>
              <a:pathLst>
                <a:path w="725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4" name="Google Shape;11144;p76"/>
            <p:cNvSpPr/>
            <p:nvPr/>
          </p:nvSpPr>
          <p:spPr>
            <a:xfrm>
              <a:off x="-16708400" y="2889375"/>
              <a:ext cx="17350" cy="72500"/>
            </a:xfrm>
            <a:custGeom>
              <a:avLst/>
              <a:gdLst/>
              <a:ahLst/>
              <a:cxnLst/>
              <a:rect l="l" t="t" r="r" b="b"/>
              <a:pathLst>
                <a:path w="694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5" name="Google Shape;11145;p76"/>
            <p:cNvSpPr/>
            <p:nvPr/>
          </p:nvSpPr>
          <p:spPr>
            <a:xfrm>
              <a:off x="-1681630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6" name="Google Shape;11146;p76"/>
            <p:cNvSpPr/>
            <p:nvPr/>
          </p:nvSpPr>
          <p:spPr>
            <a:xfrm>
              <a:off x="-16779300" y="3086300"/>
              <a:ext cx="88250" cy="18125"/>
            </a:xfrm>
            <a:custGeom>
              <a:avLst/>
              <a:gdLst/>
              <a:ahLst/>
              <a:cxnLst/>
              <a:rect l="l" t="t" r="r" b="b"/>
              <a:pathLst>
                <a:path w="353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7" name="Google Shape;11147;p76"/>
            <p:cNvSpPr/>
            <p:nvPr/>
          </p:nvSpPr>
          <p:spPr>
            <a:xfrm>
              <a:off x="-16636725" y="3086300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8" name="Google Shape;11148;p76"/>
            <p:cNvSpPr/>
            <p:nvPr/>
          </p:nvSpPr>
          <p:spPr>
            <a:xfrm>
              <a:off x="-1658395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9" name="Google Shape;11149;p76"/>
            <p:cNvSpPr/>
            <p:nvPr/>
          </p:nvSpPr>
          <p:spPr>
            <a:xfrm>
              <a:off x="-16726525" y="3050850"/>
              <a:ext cx="125250" cy="18150"/>
            </a:xfrm>
            <a:custGeom>
              <a:avLst/>
              <a:gdLst/>
              <a:ahLst/>
              <a:cxnLst/>
              <a:rect l="l" t="t" r="r" b="b"/>
              <a:pathLst>
                <a:path w="5010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50" name="Google Shape;11150;p76"/>
          <p:cNvGrpSpPr/>
          <p:nvPr/>
        </p:nvGrpSpPr>
        <p:grpSpPr>
          <a:xfrm>
            <a:off x="9684529" y="4592819"/>
            <a:ext cx="635105" cy="633500"/>
            <a:chOff x="-15717575" y="2786200"/>
            <a:chExt cx="306400" cy="305625"/>
          </a:xfrm>
        </p:grpSpPr>
        <p:sp>
          <p:nvSpPr>
            <p:cNvPr id="11151" name="Google Shape;11151;p76"/>
            <p:cNvSpPr/>
            <p:nvPr/>
          </p:nvSpPr>
          <p:spPr>
            <a:xfrm>
              <a:off x="-15717575" y="2786200"/>
              <a:ext cx="306400" cy="305625"/>
            </a:xfrm>
            <a:custGeom>
              <a:avLst/>
              <a:gdLst/>
              <a:ahLst/>
              <a:cxnLst/>
              <a:rect l="l" t="t" r="r" b="b"/>
              <a:pathLst>
                <a:path w="12256" h="12225" extrusionOk="0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2" name="Google Shape;11152;p76"/>
            <p:cNvSpPr/>
            <p:nvPr/>
          </p:nvSpPr>
          <p:spPr>
            <a:xfrm>
              <a:off x="-15593125" y="285945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3" name="Google Shape;11153;p76"/>
            <p:cNvSpPr/>
            <p:nvPr/>
          </p:nvSpPr>
          <p:spPr>
            <a:xfrm>
              <a:off x="-1559312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4" name="Google Shape;11154;p76"/>
            <p:cNvSpPr/>
            <p:nvPr/>
          </p:nvSpPr>
          <p:spPr>
            <a:xfrm>
              <a:off x="-15557675" y="2859450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5" name="Google Shape;11155;p76"/>
            <p:cNvSpPr/>
            <p:nvPr/>
          </p:nvSpPr>
          <p:spPr>
            <a:xfrm>
              <a:off x="-1555767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6" name="Google Shape;11156;p76"/>
            <p:cNvSpPr/>
            <p:nvPr/>
          </p:nvSpPr>
          <p:spPr>
            <a:xfrm>
              <a:off x="-15575800" y="291302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7" name="Google Shape;11157;p76"/>
            <p:cNvSpPr/>
            <p:nvPr/>
          </p:nvSpPr>
          <p:spPr>
            <a:xfrm>
              <a:off x="-15575800" y="3019350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58" name="Google Shape;11158;p76"/>
          <p:cNvGrpSpPr/>
          <p:nvPr/>
        </p:nvGrpSpPr>
        <p:grpSpPr>
          <a:xfrm>
            <a:off x="3467959" y="2251062"/>
            <a:ext cx="633500" cy="631893"/>
            <a:chOff x="-20173175" y="2038750"/>
            <a:chExt cx="305625" cy="304850"/>
          </a:xfrm>
        </p:grpSpPr>
        <p:sp>
          <p:nvSpPr>
            <p:cNvPr id="11159" name="Google Shape;11159;p76"/>
            <p:cNvSpPr/>
            <p:nvPr/>
          </p:nvSpPr>
          <p:spPr>
            <a:xfrm>
              <a:off x="-20173175" y="2038750"/>
              <a:ext cx="197725" cy="303275"/>
            </a:xfrm>
            <a:custGeom>
              <a:avLst/>
              <a:gdLst/>
              <a:ahLst/>
              <a:cxnLst/>
              <a:rect l="l" t="t" r="r" b="b"/>
              <a:pathLst>
                <a:path w="7909" h="12131" extrusionOk="0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0" name="Google Shape;11160;p76"/>
            <p:cNvSpPr/>
            <p:nvPr/>
          </p:nvSpPr>
          <p:spPr>
            <a:xfrm>
              <a:off x="-19962875" y="2110425"/>
              <a:ext cx="95325" cy="233175"/>
            </a:xfrm>
            <a:custGeom>
              <a:avLst/>
              <a:gdLst/>
              <a:ahLst/>
              <a:cxnLst/>
              <a:rect l="l" t="t" r="r" b="b"/>
              <a:pathLst>
                <a:path w="3813" h="9327" extrusionOk="0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61" name="Google Shape;11161;p76"/>
          <p:cNvSpPr/>
          <p:nvPr/>
        </p:nvSpPr>
        <p:spPr>
          <a:xfrm>
            <a:off x="3467963" y="3033956"/>
            <a:ext cx="630235" cy="629405"/>
          </a:xfrm>
          <a:custGeom>
            <a:avLst/>
            <a:gdLst/>
            <a:ahLst/>
            <a:cxnLst/>
            <a:rect l="l" t="t" r="r" b="b"/>
            <a:pathLst>
              <a:path w="12162" h="12146" extrusionOk="0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62" name="Google Shape;11162;p76"/>
          <p:cNvGrpSpPr/>
          <p:nvPr/>
        </p:nvGrpSpPr>
        <p:grpSpPr>
          <a:xfrm>
            <a:off x="3469591" y="3800377"/>
            <a:ext cx="630235" cy="633500"/>
            <a:chOff x="-20173175" y="2787775"/>
            <a:chExt cx="304050" cy="305625"/>
          </a:xfrm>
        </p:grpSpPr>
        <p:sp>
          <p:nvSpPr>
            <p:cNvPr id="11163" name="Google Shape;11163;p76"/>
            <p:cNvSpPr/>
            <p:nvPr/>
          </p:nvSpPr>
          <p:spPr>
            <a:xfrm>
              <a:off x="-19959725" y="28964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4" name="Google Shape;11164;p76"/>
            <p:cNvSpPr/>
            <p:nvPr/>
          </p:nvSpPr>
          <p:spPr>
            <a:xfrm>
              <a:off x="-19941600" y="28602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5" name="Google Shape;11165;p76"/>
            <p:cNvSpPr/>
            <p:nvPr/>
          </p:nvSpPr>
          <p:spPr>
            <a:xfrm>
              <a:off x="-20102275" y="2895675"/>
              <a:ext cx="18125" cy="17375"/>
            </a:xfrm>
            <a:custGeom>
              <a:avLst/>
              <a:gdLst/>
              <a:ahLst/>
              <a:cxnLst/>
              <a:rect l="l" t="t" r="r" b="b"/>
              <a:pathLst>
                <a:path w="725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6" name="Google Shape;11166;p76"/>
            <p:cNvSpPr/>
            <p:nvPr/>
          </p:nvSpPr>
          <p:spPr>
            <a:xfrm>
              <a:off x="-20120400" y="28602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7" name="Google Shape;11167;p76"/>
            <p:cNvSpPr/>
            <p:nvPr/>
          </p:nvSpPr>
          <p:spPr>
            <a:xfrm>
              <a:off x="-20173175" y="2787775"/>
              <a:ext cx="304050" cy="305625"/>
            </a:xfrm>
            <a:custGeom>
              <a:avLst/>
              <a:gdLst/>
              <a:ahLst/>
              <a:cxnLst/>
              <a:rect l="l" t="t" r="r" b="b"/>
              <a:pathLst>
                <a:path w="12162" h="12225" extrusionOk="0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8" name="Google Shape;11168;p76"/>
            <p:cNvSpPr/>
            <p:nvPr/>
          </p:nvSpPr>
          <p:spPr>
            <a:xfrm>
              <a:off x="-19977050" y="29673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9" name="Google Shape;11169;p76"/>
            <p:cNvSpPr/>
            <p:nvPr/>
          </p:nvSpPr>
          <p:spPr>
            <a:xfrm>
              <a:off x="-20119600" y="29673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70" name="Google Shape;11170;p76"/>
          <p:cNvGrpSpPr/>
          <p:nvPr/>
        </p:nvGrpSpPr>
        <p:grpSpPr>
          <a:xfrm>
            <a:off x="7369570" y="3034086"/>
            <a:ext cx="631841" cy="628628"/>
            <a:chOff x="-18294675" y="2434925"/>
            <a:chExt cx="304825" cy="303275"/>
          </a:xfrm>
        </p:grpSpPr>
        <p:sp>
          <p:nvSpPr>
            <p:cNvPr id="11171" name="Google Shape;11171;p76"/>
            <p:cNvSpPr/>
            <p:nvPr/>
          </p:nvSpPr>
          <p:spPr>
            <a:xfrm>
              <a:off x="-18294675" y="2434925"/>
              <a:ext cx="304825" cy="303275"/>
            </a:xfrm>
            <a:custGeom>
              <a:avLst/>
              <a:gdLst/>
              <a:ahLst/>
              <a:cxnLst/>
              <a:rect l="l" t="t" r="r" b="b"/>
              <a:pathLst>
                <a:path w="12193" h="12131" extrusionOk="0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2" name="Google Shape;11172;p76"/>
            <p:cNvSpPr/>
            <p:nvPr/>
          </p:nvSpPr>
          <p:spPr>
            <a:xfrm>
              <a:off x="-18223800" y="2559575"/>
              <a:ext cx="37050" cy="36850"/>
            </a:xfrm>
            <a:custGeom>
              <a:avLst/>
              <a:gdLst/>
              <a:ahLst/>
              <a:cxnLst/>
              <a:rect l="l" t="t" r="r" b="b"/>
              <a:pathLst>
                <a:path w="1482" h="1474" extrusionOk="0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3" name="Google Shape;11173;p76"/>
            <p:cNvSpPr/>
            <p:nvPr/>
          </p:nvSpPr>
          <p:spPr>
            <a:xfrm>
              <a:off x="-18098550" y="2559575"/>
              <a:ext cx="37825" cy="36850"/>
            </a:xfrm>
            <a:custGeom>
              <a:avLst/>
              <a:gdLst/>
              <a:ahLst/>
              <a:cxnLst/>
              <a:rect l="l" t="t" r="r" b="b"/>
              <a:pathLst>
                <a:path w="1513" h="1474" extrusionOk="0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74" name="Google Shape;11174;p76"/>
          <p:cNvGrpSpPr/>
          <p:nvPr/>
        </p:nvGrpSpPr>
        <p:grpSpPr>
          <a:xfrm>
            <a:off x="7444656" y="3802810"/>
            <a:ext cx="481667" cy="628628"/>
            <a:chOff x="-18258450" y="2809825"/>
            <a:chExt cx="232375" cy="303275"/>
          </a:xfrm>
        </p:grpSpPr>
        <p:sp>
          <p:nvSpPr>
            <p:cNvPr id="11175" name="Google Shape;11175;p76"/>
            <p:cNvSpPr/>
            <p:nvPr/>
          </p:nvSpPr>
          <p:spPr>
            <a:xfrm>
              <a:off x="-18177325" y="29083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6" name="Google Shape;11176;p76"/>
            <p:cNvSpPr/>
            <p:nvPr/>
          </p:nvSpPr>
          <p:spPr>
            <a:xfrm>
              <a:off x="-18123775" y="29083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7" name="Google Shape;11177;p76"/>
            <p:cNvSpPr/>
            <p:nvPr/>
          </p:nvSpPr>
          <p:spPr>
            <a:xfrm>
              <a:off x="-18258450" y="2809825"/>
              <a:ext cx="232375" cy="303275"/>
            </a:xfrm>
            <a:custGeom>
              <a:avLst/>
              <a:gdLst/>
              <a:ahLst/>
              <a:cxnLst/>
              <a:rect l="l" t="t" r="r" b="b"/>
              <a:pathLst>
                <a:path w="9295" h="12131" extrusionOk="0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78" name="Google Shape;11178;p76"/>
          <p:cNvSpPr/>
          <p:nvPr/>
        </p:nvSpPr>
        <p:spPr>
          <a:xfrm>
            <a:off x="1942119" y="4592991"/>
            <a:ext cx="628628" cy="633500"/>
          </a:xfrm>
          <a:custGeom>
            <a:avLst/>
            <a:gdLst/>
            <a:ahLst/>
            <a:cxnLst/>
            <a:rect l="l" t="t" r="r" b="b"/>
            <a:pathLst>
              <a:path w="12131" h="12225" extrusionOk="0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79" name="Google Shape;11179;p76"/>
          <p:cNvGrpSpPr/>
          <p:nvPr/>
        </p:nvGrpSpPr>
        <p:grpSpPr>
          <a:xfrm>
            <a:off x="5058257" y="4593644"/>
            <a:ext cx="553489" cy="631893"/>
            <a:chOff x="-16422500" y="2425450"/>
            <a:chExt cx="267025" cy="304850"/>
          </a:xfrm>
        </p:grpSpPr>
        <p:sp>
          <p:nvSpPr>
            <p:cNvPr id="11180" name="Google Shape;11180;p76"/>
            <p:cNvSpPr/>
            <p:nvPr/>
          </p:nvSpPr>
          <p:spPr>
            <a:xfrm>
              <a:off x="-16350825" y="25152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1" name="Google Shape;11181;p76"/>
            <p:cNvSpPr/>
            <p:nvPr/>
          </p:nvSpPr>
          <p:spPr>
            <a:xfrm>
              <a:off x="-16245275" y="25152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2" name="Google Shape;11182;p76"/>
            <p:cNvSpPr/>
            <p:nvPr/>
          </p:nvSpPr>
          <p:spPr>
            <a:xfrm>
              <a:off x="-16422500" y="2425450"/>
              <a:ext cx="267025" cy="304850"/>
            </a:xfrm>
            <a:custGeom>
              <a:avLst/>
              <a:gdLst/>
              <a:ahLst/>
              <a:cxnLst/>
              <a:rect l="l" t="t" r="r" b="b"/>
              <a:pathLst>
                <a:path w="10681" h="12194" extrusionOk="0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83" name="Google Shape;11183;p76"/>
          <p:cNvGrpSpPr/>
          <p:nvPr/>
        </p:nvGrpSpPr>
        <p:grpSpPr>
          <a:xfrm>
            <a:off x="8128604" y="4594451"/>
            <a:ext cx="631893" cy="630235"/>
            <a:chOff x="-16442200" y="2801175"/>
            <a:chExt cx="304850" cy="304050"/>
          </a:xfrm>
        </p:grpSpPr>
        <p:sp>
          <p:nvSpPr>
            <p:cNvPr id="11184" name="Google Shape;11184;p76"/>
            <p:cNvSpPr/>
            <p:nvPr/>
          </p:nvSpPr>
          <p:spPr>
            <a:xfrm>
              <a:off x="-16369725" y="2942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5" name="Google Shape;11185;p76"/>
            <p:cNvSpPr/>
            <p:nvPr/>
          </p:nvSpPr>
          <p:spPr>
            <a:xfrm>
              <a:off x="-16442200" y="2801175"/>
              <a:ext cx="304850" cy="304050"/>
            </a:xfrm>
            <a:custGeom>
              <a:avLst/>
              <a:gdLst/>
              <a:ahLst/>
              <a:cxnLst/>
              <a:rect l="l" t="t" r="r" b="b"/>
              <a:pathLst>
                <a:path w="12194" h="12162" extrusionOk="0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6" name="Google Shape;11186;p76"/>
            <p:cNvSpPr/>
            <p:nvPr/>
          </p:nvSpPr>
          <p:spPr>
            <a:xfrm>
              <a:off x="-16423275" y="29075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187" name="Google Shape;11187;p76"/>
          <p:cNvSpPr/>
          <p:nvPr/>
        </p:nvSpPr>
        <p:spPr>
          <a:xfrm>
            <a:off x="4276881" y="4596255"/>
            <a:ext cx="628576" cy="626971"/>
          </a:xfrm>
          <a:custGeom>
            <a:avLst/>
            <a:gdLst/>
            <a:ahLst/>
            <a:cxnLst/>
            <a:rect l="l" t="t" r="r" b="b"/>
            <a:pathLst>
              <a:path w="12130" h="12099" extrusionOk="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188" name="Google Shape;11188;p76"/>
          <p:cNvSpPr/>
          <p:nvPr/>
        </p:nvSpPr>
        <p:spPr>
          <a:xfrm>
            <a:off x="4232053" y="2275168"/>
            <a:ext cx="633500" cy="584115"/>
          </a:xfrm>
          <a:custGeom>
            <a:avLst/>
            <a:gdLst/>
            <a:ahLst/>
            <a:cxnLst/>
            <a:rect l="l" t="t" r="r" b="b"/>
            <a:pathLst>
              <a:path w="12225" h="11272" extrusionOk="0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189" name="Google Shape;11189;p76"/>
          <p:cNvGrpSpPr/>
          <p:nvPr/>
        </p:nvGrpSpPr>
        <p:grpSpPr>
          <a:xfrm>
            <a:off x="4229557" y="3035125"/>
            <a:ext cx="641687" cy="626556"/>
            <a:chOff x="-19802200" y="2416025"/>
            <a:chExt cx="309575" cy="302275"/>
          </a:xfrm>
        </p:grpSpPr>
        <p:sp>
          <p:nvSpPr>
            <p:cNvPr id="11190" name="Google Shape;11190;p76"/>
            <p:cNvSpPr/>
            <p:nvPr/>
          </p:nvSpPr>
          <p:spPr>
            <a:xfrm>
              <a:off x="-19602925" y="257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1" name="Google Shape;11191;p76"/>
            <p:cNvSpPr/>
            <p:nvPr/>
          </p:nvSpPr>
          <p:spPr>
            <a:xfrm>
              <a:off x="-19710825" y="25759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2" name="Google Shape;11192;p76"/>
            <p:cNvSpPr/>
            <p:nvPr/>
          </p:nvSpPr>
          <p:spPr>
            <a:xfrm>
              <a:off x="-19602925" y="261135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3" name="Google Shape;11193;p76"/>
            <p:cNvSpPr/>
            <p:nvPr/>
          </p:nvSpPr>
          <p:spPr>
            <a:xfrm>
              <a:off x="-19728150" y="261135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4" name="Google Shape;11194;p76"/>
            <p:cNvSpPr/>
            <p:nvPr/>
          </p:nvSpPr>
          <p:spPr>
            <a:xfrm>
              <a:off x="-19802200" y="2416025"/>
              <a:ext cx="309575" cy="302275"/>
            </a:xfrm>
            <a:custGeom>
              <a:avLst/>
              <a:gdLst/>
              <a:ahLst/>
              <a:cxnLst/>
              <a:rect l="l" t="t" r="r" b="b"/>
              <a:pathLst>
                <a:path w="12383" h="12091" extrusionOk="0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95" name="Google Shape;11195;p76"/>
          <p:cNvGrpSpPr/>
          <p:nvPr/>
        </p:nvGrpSpPr>
        <p:grpSpPr>
          <a:xfrm>
            <a:off x="4233651" y="3802008"/>
            <a:ext cx="633500" cy="630235"/>
            <a:chOff x="-19801400" y="2788575"/>
            <a:chExt cx="305625" cy="304050"/>
          </a:xfrm>
        </p:grpSpPr>
        <p:sp>
          <p:nvSpPr>
            <p:cNvPr id="11196" name="Google Shape;11196;p76"/>
            <p:cNvSpPr/>
            <p:nvPr/>
          </p:nvSpPr>
          <p:spPr>
            <a:xfrm>
              <a:off x="-19744700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7" name="Google Shape;11197;p76"/>
            <p:cNvSpPr/>
            <p:nvPr/>
          </p:nvSpPr>
          <p:spPr>
            <a:xfrm>
              <a:off x="-19709250" y="29673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8" name="Google Shape;11198;p76"/>
            <p:cNvSpPr/>
            <p:nvPr/>
          </p:nvSpPr>
          <p:spPr>
            <a:xfrm>
              <a:off x="-19638375" y="29681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9" name="Google Shape;11199;p76"/>
            <p:cNvSpPr/>
            <p:nvPr/>
          </p:nvSpPr>
          <p:spPr>
            <a:xfrm>
              <a:off x="-19673800" y="2931925"/>
              <a:ext cx="52775" cy="18125"/>
            </a:xfrm>
            <a:custGeom>
              <a:avLst/>
              <a:gdLst/>
              <a:ahLst/>
              <a:cxnLst/>
              <a:rect l="l" t="t" r="r" b="b"/>
              <a:pathLst>
                <a:path w="211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0" name="Google Shape;11200;p76"/>
            <p:cNvSpPr/>
            <p:nvPr/>
          </p:nvSpPr>
          <p:spPr>
            <a:xfrm>
              <a:off x="-19602925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1" name="Google Shape;11201;p76"/>
            <p:cNvSpPr/>
            <p:nvPr/>
          </p:nvSpPr>
          <p:spPr>
            <a:xfrm>
              <a:off x="-19801400" y="2788575"/>
              <a:ext cx="305625" cy="304050"/>
            </a:xfrm>
            <a:custGeom>
              <a:avLst/>
              <a:gdLst/>
              <a:ahLst/>
              <a:cxnLst/>
              <a:rect l="l" t="t" r="r" b="b"/>
              <a:pathLst>
                <a:path w="12225" h="12162" extrusionOk="0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02" name="Google Shape;11202;p76"/>
          <p:cNvGrpSpPr/>
          <p:nvPr/>
        </p:nvGrpSpPr>
        <p:grpSpPr>
          <a:xfrm>
            <a:off x="8173753" y="2251888"/>
            <a:ext cx="563284" cy="630235"/>
            <a:chOff x="-17903225" y="2060800"/>
            <a:chExt cx="271750" cy="304050"/>
          </a:xfrm>
        </p:grpSpPr>
        <p:sp>
          <p:nvSpPr>
            <p:cNvPr id="11203" name="Google Shape;11203;p76"/>
            <p:cNvSpPr/>
            <p:nvPr/>
          </p:nvSpPr>
          <p:spPr>
            <a:xfrm>
              <a:off x="-17722875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4" name="Google Shape;11204;p76"/>
            <p:cNvSpPr/>
            <p:nvPr/>
          </p:nvSpPr>
          <p:spPr>
            <a:xfrm>
              <a:off x="-17829200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5" name="Google Shape;11205;p76"/>
            <p:cNvSpPr/>
            <p:nvPr/>
          </p:nvSpPr>
          <p:spPr>
            <a:xfrm>
              <a:off x="-17903225" y="2060800"/>
              <a:ext cx="271750" cy="304050"/>
            </a:xfrm>
            <a:custGeom>
              <a:avLst/>
              <a:gdLst/>
              <a:ahLst/>
              <a:cxnLst/>
              <a:rect l="l" t="t" r="r" b="b"/>
              <a:pathLst>
                <a:path w="10870" h="12162" extrusionOk="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06" name="Google Shape;11206;p76"/>
          <p:cNvGrpSpPr/>
          <p:nvPr/>
        </p:nvGrpSpPr>
        <p:grpSpPr>
          <a:xfrm>
            <a:off x="8139474" y="3033283"/>
            <a:ext cx="631841" cy="630235"/>
            <a:chOff x="-17918975" y="2435725"/>
            <a:chExt cx="304825" cy="304050"/>
          </a:xfrm>
        </p:grpSpPr>
        <p:sp>
          <p:nvSpPr>
            <p:cNvPr id="11207" name="Google Shape;11207;p76"/>
            <p:cNvSpPr/>
            <p:nvPr/>
          </p:nvSpPr>
          <p:spPr>
            <a:xfrm>
              <a:off x="-17918975" y="2435725"/>
              <a:ext cx="304825" cy="304050"/>
            </a:xfrm>
            <a:custGeom>
              <a:avLst/>
              <a:gdLst/>
              <a:ahLst/>
              <a:cxnLst/>
              <a:rect l="l" t="t" r="r" b="b"/>
              <a:pathLst>
                <a:path w="12193" h="12162" extrusionOk="0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8" name="Google Shape;11208;p76"/>
            <p:cNvSpPr/>
            <p:nvPr/>
          </p:nvSpPr>
          <p:spPr>
            <a:xfrm>
              <a:off x="-17865425" y="25601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09" name="Google Shape;11209;p76"/>
          <p:cNvGrpSpPr/>
          <p:nvPr/>
        </p:nvGrpSpPr>
        <p:grpSpPr>
          <a:xfrm>
            <a:off x="8177821" y="3803639"/>
            <a:ext cx="555148" cy="626971"/>
            <a:chOff x="-17899300" y="2810625"/>
            <a:chExt cx="267825" cy="302475"/>
          </a:xfrm>
        </p:grpSpPr>
        <p:sp>
          <p:nvSpPr>
            <p:cNvPr id="11210" name="Google Shape;11210;p76"/>
            <p:cNvSpPr/>
            <p:nvPr/>
          </p:nvSpPr>
          <p:spPr>
            <a:xfrm>
              <a:off x="-17899300" y="2810625"/>
              <a:ext cx="267825" cy="302475"/>
            </a:xfrm>
            <a:custGeom>
              <a:avLst/>
              <a:gdLst/>
              <a:ahLst/>
              <a:cxnLst/>
              <a:rect l="l" t="t" r="r" b="b"/>
              <a:pathLst>
                <a:path w="10713" h="12099" extrusionOk="0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1" name="Google Shape;11211;p76"/>
            <p:cNvSpPr/>
            <p:nvPr/>
          </p:nvSpPr>
          <p:spPr>
            <a:xfrm>
              <a:off x="-17740200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2" name="Google Shape;11212;p76"/>
            <p:cNvSpPr/>
            <p:nvPr/>
          </p:nvSpPr>
          <p:spPr>
            <a:xfrm>
              <a:off x="-17811075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13" name="Google Shape;11213;p76"/>
          <p:cNvGrpSpPr/>
          <p:nvPr/>
        </p:nvGrpSpPr>
        <p:grpSpPr>
          <a:xfrm>
            <a:off x="2718957" y="4614889"/>
            <a:ext cx="630235" cy="589452"/>
            <a:chOff x="-16066500" y="2060800"/>
            <a:chExt cx="304050" cy="284375"/>
          </a:xfrm>
        </p:grpSpPr>
        <p:sp>
          <p:nvSpPr>
            <p:cNvPr id="11214" name="Google Shape;11214;p76"/>
            <p:cNvSpPr/>
            <p:nvPr/>
          </p:nvSpPr>
          <p:spPr>
            <a:xfrm>
              <a:off x="-15978275" y="22033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5" name="Google Shape;11215;p76"/>
            <p:cNvSpPr/>
            <p:nvPr/>
          </p:nvSpPr>
          <p:spPr>
            <a:xfrm>
              <a:off x="-15869575" y="2203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6" name="Google Shape;11216;p76"/>
            <p:cNvSpPr/>
            <p:nvPr/>
          </p:nvSpPr>
          <p:spPr>
            <a:xfrm>
              <a:off x="-15954650" y="2186825"/>
              <a:ext cx="78775" cy="88250"/>
            </a:xfrm>
            <a:custGeom>
              <a:avLst/>
              <a:gdLst/>
              <a:ahLst/>
              <a:cxnLst/>
              <a:rect l="l" t="t" r="r" b="b"/>
              <a:pathLst>
                <a:path w="3151" h="3530" extrusionOk="0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7" name="Google Shape;11217;p76"/>
            <p:cNvSpPr/>
            <p:nvPr/>
          </p:nvSpPr>
          <p:spPr>
            <a:xfrm>
              <a:off x="-16066500" y="2060800"/>
              <a:ext cx="304050" cy="284375"/>
            </a:xfrm>
            <a:custGeom>
              <a:avLst/>
              <a:gdLst/>
              <a:ahLst/>
              <a:cxnLst/>
              <a:rect l="l" t="t" r="r" b="b"/>
              <a:pathLst>
                <a:path w="12162" h="11375" extrusionOk="0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8" name="Google Shape;11218;p76"/>
            <p:cNvSpPr/>
            <p:nvPr/>
          </p:nvSpPr>
          <p:spPr>
            <a:xfrm>
              <a:off x="-15960175" y="2287225"/>
              <a:ext cx="91400" cy="24075"/>
            </a:xfrm>
            <a:custGeom>
              <a:avLst/>
              <a:gdLst/>
              <a:ahLst/>
              <a:cxnLst/>
              <a:rect l="l" t="t" r="r" b="b"/>
              <a:pathLst>
                <a:path w="3656" h="963" extrusionOk="0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219" name="Google Shape;11219;p76"/>
          <p:cNvSpPr/>
          <p:nvPr/>
        </p:nvSpPr>
        <p:spPr>
          <a:xfrm>
            <a:off x="5793270" y="4593016"/>
            <a:ext cx="633500" cy="633448"/>
          </a:xfrm>
          <a:custGeom>
            <a:avLst/>
            <a:gdLst/>
            <a:ahLst/>
            <a:cxnLst/>
            <a:rect l="l" t="t" r="r" b="b"/>
            <a:pathLst>
              <a:path w="12225" h="12224" extrusionOk="0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220" name="Google Shape;11220;p76"/>
          <p:cNvSpPr/>
          <p:nvPr/>
        </p:nvSpPr>
        <p:spPr>
          <a:xfrm>
            <a:off x="8958322" y="4593198"/>
            <a:ext cx="522501" cy="633085"/>
          </a:xfrm>
          <a:custGeom>
            <a:avLst/>
            <a:gdLst/>
            <a:ahLst/>
            <a:cxnLst/>
            <a:rect l="l" t="t" r="r" b="b"/>
            <a:pathLst>
              <a:path w="10083" h="12217" extrusionOk="0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221" name="Google Shape;11221;p76"/>
          <p:cNvSpPr/>
          <p:nvPr/>
        </p:nvSpPr>
        <p:spPr>
          <a:xfrm>
            <a:off x="7351687" y="4595841"/>
            <a:ext cx="633448" cy="627799"/>
          </a:xfrm>
          <a:custGeom>
            <a:avLst/>
            <a:gdLst/>
            <a:ahLst/>
            <a:cxnLst/>
            <a:rect l="l" t="t" r="r" b="b"/>
            <a:pathLst>
              <a:path w="12224" h="12115" extrusionOk="0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22" name="Google Shape;11222;p76"/>
          <p:cNvGrpSpPr/>
          <p:nvPr/>
        </p:nvGrpSpPr>
        <p:grpSpPr>
          <a:xfrm>
            <a:off x="10565234" y="3063668"/>
            <a:ext cx="491149" cy="559085"/>
            <a:chOff x="4995050" y="3245650"/>
            <a:chExt cx="236950" cy="269725"/>
          </a:xfrm>
        </p:grpSpPr>
        <p:sp>
          <p:nvSpPr>
            <p:cNvPr id="11223" name="Google Shape;11223;p76"/>
            <p:cNvSpPr/>
            <p:nvPr/>
          </p:nvSpPr>
          <p:spPr>
            <a:xfrm>
              <a:off x="5074475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4" name="Google Shape;11224;p76"/>
            <p:cNvSpPr/>
            <p:nvPr/>
          </p:nvSpPr>
          <p:spPr>
            <a:xfrm>
              <a:off x="5137200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5" name="Google Shape;11225;p76"/>
            <p:cNvSpPr/>
            <p:nvPr/>
          </p:nvSpPr>
          <p:spPr>
            <a:xfrm>
              <a:off x="5089125" y="3371950"/>
              <a:ext cx="48100" cy="63100"/>
            </a:xfrm>
            <a:custGeom>
              <a:avLst/>
              <a:gdLst/>
              <a:ahLst/>
              <a:cxnLst/>
              <a:rect l="l" t="t" r="r" b="b"/>
              <a:pathLst>
                <a:path w="1924" h="2524" extrusionOk="0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1226" name="Google Shape;11226;p7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1227" name="Google Shape;11227;p7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1228" name="Google Shape;11228;p7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1229" name="Google Shape;11229;p76"/>
          <p:cNvGrpSpPr/>
          <p:nvPr/>
        </p:nvGrpSpPr>
        <p:grpSpPr>
          <a:xfrm>
            <a:off x="7364958" y="2252992"/>
            <a:ext cx="644999" cy="641723"/>
            <a:chOff x="4724650" y="2885700"/>
            <a:chExt cx="270750" cy="269375"/>
          </a:xfrm>
        </p:grpSpPr>
        <p:sp>
          <p:nvSpPr>
            <p:cNvPr id="11230" name="Google Shape;11230;p7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1" name="Google Shape;11231;p76"/>
            <p:cNvSpPr/>
            <p:nvPr/>
          </p:nvSpPr>
          <p:spPr>
            <a:xfrm>
              <a:off x="472465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2" name="Google Shape;11232;p76"/>
            <p:cNvSpPr/>
            <p:nvPr/>
          </p:nvSpPr>
          <p:spPr>
            <a:xfrm>
              <a:off x="4900250" y="3027525"/>
              <a:ext cx="16075" cy="15350"/>
            </a:xfrm>
            <a:custGeom>
              <a:avLst/>
              <a:gdLst/>
              <a:ahLst/>
              <a:cxnLst/>
              <a:rect l="l" t="t" r="r" b="b"/>
              <a:pathLst>
                <a:path w="643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3" name="Google Shape;11233;p76"/>
            <p:cNvSpPr/>
            <p:nvPr/>
          </p:nvSpPr>
          <p:spPr>
            <a:xfrm>
              <a:off x="4805475" y="3027525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4" name="Google Shape;11234;p76"/>
            <p:cNvSpPr/>
            <p:nvPr/>
          </p:nvSpPr>
          <p:spPr>
            <a:xfrm>
              <a:off x="4820825" y="2932750"/>
              <a:ext cx="16050" cy="32075"/>
            </a:xfrm>
            <a:custGeom>
              <a:avLst/>
              <a:gdLst/>
              <a:ahLst/>
              <a:cxnLst/>
              <a:rect l="l" t="t" r="r" b="b"/>
              <a:pathLst>
                <a:path w="642" h="1283" extrusionOk="0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5" name="Google Shape;11235;p76"/>
            <p:cNvSpPr/>
            <p:nvPr/>
          </p:nvSpPr>
          <p:spPr>
            <a:xfrm>
              <a:off x="4884925" y="2932750"/>
              <a:ext cx="15350" cy="32075"/>
            </a:xfrm>
            <a:custGeom>
              <a:avLst/>
              <a:gdLst/>
              <a:ahLst/>
              <a:cxnLst/>
              <a:rect l="l" t="t" r="r" b="b"/>
              <a:pathLst>
                <a:path w="614" h="1283" extrusionOk="0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6" name="Google Shape;11236;p76"/>
            <p:cNvSpPr/>
            <p:nvPr/>
          </p:nvSpPr>
          <p:spPr>
            <a:xfrm>
              <a:off x="4852175" y="2948775"/>
              <a:ext cx="16050" cy="31400"/>
            </a:xfrm>
            <a:custGeom>
              <a:avLst/>
              <a:gdLst/>
              <a:ahLst/>
              <a:cxnLst/>
              <a:rect l="l" t="t" r="r" b="b"/>
              <a:pathLst>
                <a:path w="642" h="1256" extrusionOk="0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37" name="Google Shape;11237;p76"/>
          <p:cNvGrpSpPr/>
          <p:nvPr/>
        </p:nvGrpSpPr>
        <p:grpSpPr>
          <a:xfrm>
            <a:off x="5854432" y="2245160"/>
            <a:ext cx="519233" cy="623763"/>
            <a:chOff x="4459350" y="2882125"/>
            <a:chExt cx="228375" cy="274350"/>
          </a:xfrm>
        </p:grpSpPr>
        <p:sp>
          <p:nvSpPr>
            <p:cNvPr id="11238" name="Google Shape;11238;p76"/>
            <p:cNvSpPr/>
            <p:nvPr/>
          </p:nvSpPr>
          <p:spPr>
            <a:xfrm>
              <a:off x="4537175" y="3045650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9" name="Google Shape;11239;p76"/>
            <p:cNvSpPr/>
            <p:nvPr/>
          </p:nvSpPr>
          <p:spPr>
            <a:xfrm>
              <a:off x="4599900" y="3045650"/>
              <a:ext cx="15350" cy="15350"/>
            </a:xfrm>
            <a:custGeom>
              <a:avLst/>
              <a:gdLst/>
              <a:ahLst/>
              <a:cxnLst/>
              <a:rect l="l" t="t" r="r" b="b"/>
              <a:pathLst>
                <a:path w="614" h="614" extrusionOk="0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0" name="Google Shape;11240;p76"/>
            <p:cNvSpPr/>
            <p:nvPr/>
          </p:nvSpPr>
          <p:spPr>
            <a:xfrm>
              <a:off x="446470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1" name="Google Shape;11241;p7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2" name="Google Shape;11242;p7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243" name="Google Shape;11243;p76"/>
            <p:cNvSpPr/>
            <p:nvPr/>
          </p:nvSpPr>
          <p:spPr>
            <a:xfrm rot="537108" flipH="1">
              <a:off x="4653897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1244" name="Google Shape;11244;p76"/>
          <p:cNvSpPr txBox="1"/>
          <p:nvPr/>
        </p:nvSpPr>
        <p:spPr>
          <a:xfrm>
            <a:off x="1397800" y="961367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 dirty="0">
                <a:solidFill>
                  <a:srgbClr val="FFFFFF"/>
                </a:solidFill>
                <a:latin typeface="Marianne" panose="02000000000000000000" pitchFamily="50" charset="0"/>
              </a:rPr>
              <a:t>Pictogrammes “nature”</a:t>
            </a:r>
            <a:endParaRPr sz="3200" dirty="0">
              <a:solidFill>
                <a:srgbClr val="FFFFFF"/>
              </a:solidFill>
              <a:latin typeface="Marianne" panose="02000000000000000000" pitchFamily="50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9" name="Google Shape;11249;p77"/>
          <p:cNvSpPr txBox="1">
            <a:spLocks noGrp="1"/>
          </p:cNvSpPr>
          <p:nvPr>
            <p:ph type="title" idx="4294967295"/>
          </p:nvPr>
        </p:nvSpPr>
        <p:spPr>
          <a:xfrm>
            <a:off x="1125467" y="1068990"/>
            <a:ext cx="9394825" cy="6445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  <a:t>Travail, publication, réseaux sociaux</a:t>
            </a:r>
            <a:br>
              <a:rPr lang="fr-FR" dirty="0">
                <a:solidFill>
                  <a:srgbClr val="FFFFFF"/>
                </a:solidFill>
                <a:latin typeface="Marianne" panose="02000000000000000000" pitchFamily="50" charset="0"/>
                <a:sym typeface="Arial"/>
              </a:rPr>
            </a:br>
            <a:br>
              <a:rPr lang="fr-FR" dirty="0">
                <a:latin typeface="Marianne" panose="02000000000000000000" pitchFamily="50" charset="0"/>
              </a:rPr>
            </a:br>
            <a:br>
              <a:rPr lang="fr-FR" dirty="0">
                <a:latin typeface="Marianne" panose="02000000000000000000" pitchFamily="50" charset="0"/>
              </a:rPr>
            </a:br>
            <a:endParaRPr dirty="0">
              <a:solidFill>
                <a:srgbClr val="FFFFFF"/>
              </a:solidFill>
              <a:latin typeface="Marianne" panose="02000000000000000000" pitchFamily="50" charset="0"/>
              <a:sym typeface="Arial"/>
            </a:endParaRPr>
          </a:p>
        </p:txBody>
      </p:sp>
      <p:sp>
        <p:nvSpPr>
          <p:cNvPr id="11250" name="Google Shape;11250;p77"/>
          <p:cNvSpPr/>
          <p:nvPr/>
        </p:nvSpPr>
        <p:spPr>
          <a:xfrm>
            <a:off x="1125467" y="2173519"/>
            <a:ext cx="577712" cy="563708"/>
          </a:xfrm>
          <a:custGeom>
            <a:avLst/>
            <a:gdLst/>
            <a:ahLst/>
            <a:cxnLst/>
            <a:rect l="l" t="t" r="r" b="b"/>
            <a:pathLst>
              <a:path w="12004" h="11713" extrusionOk="0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51" name="Google Shape;11251;p77"/>
          <p:cNvGrpSpPr/>
          <p:nvPr/>
        </p:nvGrpSpPr>
        <p:grpSpPr>
          <a:xfrm>
            <a:off x="1129443" y="2853883"/>
            <a:ext cx="568616" cy="561061"/>
            <a:chOff x="-6713450" y="2397900"/>
            <a:chExt cx="295375" cy="291450"/>
          </a:xfrm>
        </p:grpSpPr>
        <p:sp>
          <p:nvSpPr>
            <p:cNvPr id="11252" name="Google Shape;11252;p77"/>
            <p:cNvSpPr/>
            <p:nvPr/>
          </p:nvSpPr>
          <p:spPr>
            <a:xfrm>
              <a:off x="-6628400" y="2465650"/>
              <a:ext cx="69350" cy="17350"/>
            </a:xfrm>
            <a:custGeom>
              <a:avLst/>
              <a:gdLst/>
              <a:ahLst/>
              <a:cxnLst/>
              <a:rect l="l" t="t" r="r" b="b"/>
              <a:pathLst>
                <a:path w="2774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3" name="Google Shape;11253;p77"/>
            <p:cNvSpPr/>
            <p:nvPr/>
          </p:nvSpPr>
          <p:spPr>
            <a:xfrm>
              <a:off x="-6713450" y="2397900"/>
              <a:ext cx="295375" cy="291450"/>
            </a:xfrm>
            <a:custGeom>
              <a:avLst/>
              <a:gdLst/>
              <a:ahLst/>
              <a:cxnLst/>
              <a:rect l="l" t="t" r="r" b="b"/>
              <a:pathLst>
                <a:path w="11815" h="11658" extrusionOk="0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254" name="Google Shape;11254;p77"/>
          <p:cNvSpPr/>
          <p:nvPr/>
        </p:nvSpPr>
        <p:spPr>
          <a:xfrm>
            <a:off x="1145900" y="3546972"/>
            <a:ext cx="568665" cy="562552"/>
          </a:xfrm>
          <a:custGeom>
            <a:avLst/>
            <a:gdLst/>
            <a:ahLst/>
            <a:cxnLst/>
            <a:rect l="l" t="t" r="r" b="b"/>
            <a:pathLst>
              <a:path w="11816" h="11689" extrusionOk="0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55" name="Google Shape;11255;p77"/>
          <p:cNvGrpSpPr/>
          <p:nvPr/>
        </p:nvGrpSpPr>
        <p:grpSpPr>
          <a:xfrm>
            <a:off x="4735793" y="2175202"/>
            <a:ext cx="564092" cy="560676"/>
            <a:chOff x="-4932650" y="2046625"/>
            <a:chExt cx="293025" cy="291250"/>
          </a:xfrm>
        </p:grpSpPr>
        <p:sp>
          <p:nvSpPr>
            <p:cNvPr id="11256" name="Google Shape;11256;p77"/>
            <p:cNvSpPr/>
            <p:nvPr/>
          </p:nvSpPr>
          <p:spPr>
            <a:xfrm>
              <a:off x="-4932650" y="2046625"/>
              <a:ext cx="293025" cy="291250"/>
            </a:xfrm>
            <a:custGeom>
              <a:avLst/>
              <a:gdLst/>
              <a:ahLst/>
              <a:cxnLst/>
              <a:rect l="l" t="t" r="r" b="b"/>
              <a:pathLst>
                <a:path w="11721" h="11650" extrusionOk="0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7" name="Google Shape;11257;p77"/>
            <p:cNvSpPr/>
            <p:nvPr/>
          </p:nvSpPr>
          <p:spPr>
            <a:xfrm>
              <a:off x="-4802675" y="2115050"/>
              <a:ext cx="122100" cy="86075"/>
            </a:xfrm>
            <a:custGeom>
              <a:avLst/>
              <a:gdLst/>
              <a:ahLst/>
              <a:cxnLst/>
              <a:rect l="l" t="t" r="r" b="b"/>
              <a:pathLst>
                <a:path w="4884" h="3443" extrusionOk="0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258" name="Google Shape;11258;p77"/>
          <p:cNvSpPr/>
          <p:nvPr/>
        </p:nvSpPr>
        <p:spPr>
          <a:xfrm>
            <a:off x="4737728" y="2854436"/>
            <a:ext cx="561061" cy="559569"/>
          </a:xfrm>
          <a:custGeom>
            <a:avLst/>
            <a:gdLst/>
            <a:ahLst/>
            <a:cxnLst/>
            <a:rect l="l" t="t" r="r" b="b"/>
            <a:pathLst>
              <a:path w="11658" h="11627" extrusionOk="0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59" name="Google Shape;11259;p77"/>
          <p:cNvGrpSpPr/>
          <p:nvPr/>
        </p:nvGrpSpPr>
        <p:grpSpPr>
          <a:xfrm>
            <a:off x="4751701" y="3547943"/>
            <a:ext cx="564092" cy="561061"/>
            <a:chOff x="-4931075" y="2765725"/>
            <a:chExt cx="293025" cy="291450"/>
          </a:xfrm>
        </p:grpSpPr>
        <p:sp>
          <p:nvSpPr>
            <p:cNvPr id="11260" name="Google Shape;11260;p77"/>
            <p:cNvSpPr/>
            <p:nvPr/>
          </p:nvSpPr>
          <p:spPr>
            <a:xfrm>
              <a:off x="-4810550" y="288465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1" name="Google Shape;11261;p77"/>
            <p:cNvSpPr/>
            <p:nvPr/>
          </p:nvSpPr>
          <p:spPr>
            <a:xfrm>
              <a:off x="-4931075" y="276572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62" name="Google Shape;11262;p77"/>
          <p:cNvGrpSpPr/>
          <p:nvPr/>
        </p:nvGrpSpPr>
        <p:grpSpPr>
          <a:xfrm>
            <a:off x="8359124" y="2208386"/>
            <a:ext cx="561061" cy="494309"/>
            <a:chOff x="-3137650" y="2067900"/>
            <a:chExt cx="291450" cy="256775"/>
          </a:xfrm>
        </p:grpSpPr>
        <p:sp>
          <p:nvSpPr>
            <p:cNvPr id="11263" name="Google Shape;11263;p77"/>
            <p:cNvSpPr/>
            <p:nvPr/>
          </p:nvSpPr>
          <p:spPr>
            <a:xfrm>
              <a:off x="-3137650" y="2067900"/>
              <a:ext cx="291450" cy="187475"/>
            </a:xfrm>
            <a:custGeom>
              <a:avLst/>
              <a:gdLst/>
              <a:ahLst/>
              <a:cxnLst/>
              <a:rect l="l" t="t" r="r" b="b"/>
              <a:pathLst>
                <a:path w="11658" h="7499" extrusionOk="0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4" name="Google Shape;11264;p77"/>
            <p:cNvSpPr/>
            <p:nvPr/>
          </p:nvSpPr>
          <p:spPr>
            <a:xfrm>
              <a:off x="-3137650" y="2273475"/>
              <a:ext cx="291450" cy="51200"/>
            </a:xfrm>
            <a:custGeom>
              <a:avLst/>
              <a:gdLst/>
              <a:ahLst/>
              <a:cxnLst/>
              <a:rect l="l" t="t" r="r" b="b"/>
              <a:pathLst>
                <a:path w="11658" h="2048" extrusionOk="0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5" name="Google Shape;11265;p77"/>
            <p:cNvSpPr/>
            <p:nvPr/>
          </p:nvSpPr>
          <p:spPr>
            <a:xfrm>
              <a:off x="-3035250" y="2103000"/>
              <a:ext cx="104000" cy="118500"/>
            </a:xfrm>
            <a:custGeom>
              <a:avLst/>
              <a:gdLst/>
              <a:ahLst/>
              <a:cxnLst/>
              <a:rect l="l" t="t" r="r" b="b"/>
              <a:pathLst>
                <a:path w="4160" h="4740" extrusionOk="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66" name="Google Shape;11266;p77"/>
          <p:cNvGrpSpPr/>
          <p:nvPr/>
        </p:nvGrpSpPr>
        <p:grpSpPr>
          <a:xfrm>
            <a:off x="8359124" y="2853235"/>
            <a:ext cx="561061" cy="562360"/>
            <a:chOff x="-3137650" y="2408950"/>
            <a:chExt cx="291450" cy="292125"/>
          </a:xfrm>
        </p:grpSpPr>
        <p:sp>
          <p:nvSpPr>
            <p:cNvPr id="11267" name="Google Shape;11267;p77"/>
            <p:cNvSpPr/>
            <p:nvPr/>
          </p:nvSpPr>
          <p:spPr>
            <a:xfrm>
              <a:off x="-3137650" y="2408950"/>
              <a:ext cx="291450" cy="292125"/>
            </a:xfrm>
            <a:custGeom>
              <a:avLst/>
              <a:gdLst/>
              <a:ahLst/>
              <a:cxnLst/>
              <a:rect l="l" t="t" r="r" b="b"/>
              <a:pathLst>
                <a:path w="11658" h="11685" extrusionOk="0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8" name="Google Shape;11268;p77"/>
            <p:cNvSpPr/>
            <p:nvPr/>
          </p:nvSpPr>
          <p:spPr>
            <a:xfrm>
              <a:off x="-3104575" y="24428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9" name="Google Shape;11269;p77"/>
            <p:cNvSpPr/>
            <p:nvPr/>
          </p:nvSpPr>
          <p:spPr>
            <a:xfrm>
              <a:off x="-3069900" y="24428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0" name="Google Shape;11270;p77"/>
            <p:cNvSpPr/>
            <p:nvPr/>
          </p:nvSpPr>
          <p:spPr>
            <a:xfrm>
              <a:off x="-3035250" y="24428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1" name="Google Shape;11271;p77"/>
            <p:cNvSpPr/>
            <p:nvPr/>
          </p:nvSpPr>
          <p:spPr>
            <a:xfrm>
              <a:off x="-3002175" y="2442800"/>
              <a:ext cx="120525" cy="17350"/>
            </a:xfrm>
            <a:custGeom>
              <a:avLst/>
              <a:gdLst/>
              <a:ahLst/>
              <a:cxnLst/>
              <a:rect l="l" t="t" r="r" b="b"/>
              <a:pathLst>
                <a:path w="4821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72" name="Google Shape;11272;p77"/>
          <p:cNvGrpSpPr/>
          <p:nvPr/>
        </p:nvGrpSpPr>
        <p:grpSpPr>
          <a:xfrm>
            <a:off x="8375032" y="3580550"/>
            <a:ext cx="561061" cy="495849"/>
            <a:chOff x="-3137650" y="2787000"/>
            <a:chExt cx="291450" cy="257575"/>
          </a:xfrm>
        </p:grpSpPr>
        <p:sp>
          <p:nvSpPr>
            <p:cNvPr id="11273" name="Google Shape;11273;p77"/>
            <p:cNvSpPr/>
            <p:nvPr/>
          </p:nvSpPr>
          <p:spPr>
            <a:xfrm>
              <a:off x="-3137650" y="2787000"/>
              <a:ext cx="291450" cy="257575"/>
            </a:xfrm>
            <a:custGeom>
              <a:avLst/>
              <a:gdLst/>
              <a:ahLst/>
              <a:cxnLst/>
              <a:rect l="l" t="t" r="r" b="b"/>
              <a:pathLst>
                <a:path w="11658" h="10303" extrusionOk="0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4" name="Google Shape;11274;p77"/>
            <p:cNvSpPr/>
            <p:nvPr/>
          </p:nvSpPr>
          <p:spPr>
            <a:xfrm>
              <a:off x="-3104575" y="282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5" name="Google Shape;11275;p77"/>
            <p:cNvSpPr/>
            <p:nvPr/>
          </p:nvSpPr>
          <p:spPr>
            <a:xfrm>
              <a:off x="-3069900" y="28208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6" name="Google Shape;11276;p77"/>
            <p:cNvSpPr/>
            <p:nvPr/>
          </p:nvSpPr>
          <p:spPr>
            <a:xfrm>
              <a:off x="-3035250" y="28208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7" name="Google Shape;11277;p77"/>
            <p:cNvSpPr/>
            <p:nvPr/>
          </p:nvSpPr>
          <p:spPr>
            <a:xfrm>
              <a:off x="-3002175" y="282087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8" name="Google Shape;11278;p77"/>
            <p:cNvSpPr/>
            <p:nvPr/>
          </p:nvSpPr>
          <p:spPr>
            <a:xfrm>
              <a:off x="-2948625" y="2907300"/>
              <a:ext cx="52025" cy="85300"/>
            </a:xfrm>
            <a:custGeom>
              <a:avLst/>
              <a:gdLst/>
              <a:ahLst/>
              <a:cxnLst/>
              <a:rect l="l" t="t" r="r" b="b"/>
              <a:pathLst>
                <a:path w="2081" h="3412" extrusionOk="0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9" name="Google Shape;11279;p77"/>
            <p:cNvSpPr/>
            <p:nvPr/>
          </p:nvSpPr>
          <p:spPr>
            <a:xfrm>
              <a:off x="-3088025" y="2907300"/>
              <a:ext cx="53575" cy="85300"/>
            </a:xfrm>
            <a:custGeom>
              <a:avLst/>
              <a:gdLst/>
              <a:ahLst/>
              <a:cxnLst/>
              <a:rect l="l" t="t" r="r" b="b"/>
              <a:pathLst>
                <a:path w="2143" h="3412" extrusionOk="0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0" name="Google Shape;11280;p77"/>
            <p:cNvSpPr/>
            <p:nvPr/>
          </p:nvSpPr>
          <p:spPr>
            <a:xfrm>
              <a:off x="-3019500" y="2888975"/>
              <a:ext cx="54375" cy="119400"/>
            </a:xfrm>
            <a:custGeom>
              <a:avLst/>
              <a:gdLst/>
              <a:ahLst/>
              <a:cxnLst/>
              <a:rect l="l" t="t" r="r" b="b"/>
              <a:pathLst>
                <a:path w="2175" h="4776" extrusionOk="0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281" name="Google Shape;11281;p77"/>
          <p:cNvSpPr/>
          <p:nvPr/>
        </p:nvSpPr>
        <p:spPr>
          <a:xfrm>
            <a:off x="1812179" y="4392822"/>
            <a:ext cx="561061" cy="394253"/>
          </a:xfrm>
          <a:custGeom>
            <a:avLst/>
            <a:gdLst/>
            <a:ahLst/>
            <a:cxnLst/>
            <a:rect l="l" t="t" r="r" b="b"/>
            <a:pathLst>
              <a:path w="11658" h="8192" extrusionOk="0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282" name="Google Shape;11282;p77"/>
          <p:cNvSpPr/>
          <p:nvPr/>
        </p:nvSpPr>
        <p:spPr>
          <a:xfrm>
            <a:off x="1850568" y="2173977"/>
            <a:ext cx="562552" cy="562793"/>
          </a:xfrm>
          <a:custGeom>
            <a:avLst/>
            <a:gdLst/>
            <a:ahLst/>
            <a:cxnLst/>
            <a:rect l="l" t="t" r="r" b="b"/>
            <a:pathLst>
              <a:path w="11689" h="11694" extrusionOk="0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283" name="Google Shape;11283;p77"/>
          <p:cNvSpPr/>
          <p:nvPr/>
        </p:nvSpPr>
        <p:spPr>
          <a:xfrm>
            <a:off x="1848282" y="2852366"/>
            <a:ext cx="567124" cy="563708"/>
          </a:xfrm>
          <a:custGeom>
            <a:avLst/>
            <a:gdLst/>
            <a:ahLst/>
            <a:cxnLst/>
            <a:rect l="l" t="t" r="r" b="b"/>
            <a:pathLst>
              <a:path w="11784" h="11713" extrusionOk="0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84" name="Google Shape;11284;p77"/>
          <p:cNvGrpSpPr/>
          <p:nvPr/>
        </p:nvGrpSpPr>
        <p:grpSpPr>
          <a:xfrm>
            <a:off x="1865935" y="3547196"/>
            <a:ext cx="562552" cy="562552"/>
            <a:chOff x="-6354300" y="2757075"/>
            <a:chExt cx="292225" cy="292225"/>
          </a:xfrm>
        </p:grpSpPr>
        <p:sp>
          <p:nvSpPr>
            <p:cNvPr id="11285" name="Google Shape;11285;p77"/>
            <p:cNvSpPr/>
            <p:nvPr/>
          </p:nvSpPr>
          <p:spPr>
            <a:xfrm>
              <a:off x="-6354300" y="2757075"/>
              <a:ext cx="292225" cy="292225"/>
            </a:xfrm>
            <a:custGeom>
              <a:avLst/>
              <a:gdLst/>
              <a:ahLst/>
              <a:cxnLst/>
              <a:rect l="l" t="t" r="r" b="b"/>
              <a:pathLst>
                <a:path w="11689" h="11689" extrusionOk="0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6" name="Google Shape;11286;p77"/>
            <p:cNvSpPr/>
            <p:nvPr/>
          </p:nvSpPr>
          <p:spPr>
            <a:xfrm>
              <a:off x="-6268450" y="2790150"/>
              <a:ext cx="119750" cy="18125"/>
            </a:xfrm>
            <a:custGeom>
              <a:avLst/>
              <a:gdLst/>
              <a:ahLst/>
              <a:cxnLst/>
              <a:rect l="l" t="t" r="r" b="b"/>
              <a:pathLst>
                <a:path w="479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7" name="Google Shape;11287;p77"/>
            <p:cNvSpPr/>
            <p:nvPr/>
          </p:nvSpPr>
          <p:spPr>
            <a:xfrm>
              <a:off x="-6268450" y="2825600"/>
              <a:ext cx="119750" cy="18125"/>
            </a:xfrm>
            <a:custGeom>
              <a:avLst/>
              <a:gdLst/>
              <a:ahLst/>
              <a:cxnLst/>
              <a:rect l="l" t="t" r="r" b="b"/>
              <a:pathLst>
                <a:path w="479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8" name="Google Shape;11288;p77"/>
            <p:cNvSpPr/>
            <p:nvPr/>
          </p:nvSpPr>
          <p:spPr>
            <a:xfrm>
              <a:off x="-6268450" y="2860250"/>
              <a:ext cx="119750" cy="17350"/>
            </a:xfrm>
            <a:custGeom>
              <a:avLst/>
              <a:gdLst/>
              <a:ahLst/>
              <a:cxnLst/>
              <a:rect l="l" t="t" r="r" b="b"/>
              <a:pathLst>
                <a:path w="4790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89" name="Google Shape;11289;p77"/>
          <p:cNvGrpSpPr/>
          <p:nvPr/>
        </p:nvGrpSpPr>
        <p:grpSpPr>
          <a:xfrm>
            <a:off x="5457939" y="2172747"/>
            <a:ext cx="565584" cy="565584"/>
            <a:chOff x="-4573475" y="2045850"/>
            <a:chExt cx="293800" cy="293800"/>
          </a:xfrm>
        </p:grpSpPr>
        <p:sp>
          <p:nvSpPr>
            <p:cNvPr id="11290" name="Google Shape;11290;p77"/>
            <p:cNvSpPr/>
            <p:nvPr/>
          </p:nvSpPr>
          <p:spPr>
            <a:xfrm>
              <a:off x="-4573475" y="2045850"/>
              <a:ext cx="293800" cy="293800"/>
            </a:xfrm>
            <a:custGeom>
              <a:avLst/>
              <a:gdLst/>
              <a:ahLst/>
              <a:cxnLst/>
              <a:rect l="l" t="t" r="r" b="b"/>
              <a:pathLst>
                <a:path w="11752" h="11752" extrusionOk="0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1" name="Google Shape;11291;p77"/>
            <p:cNvSpPr/>
            <p:nvPr/>
          </p:nvSpPr>
          <p:spPr>
            <a:xfrm>
              <a:off x="-4521500" y="209940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92" name="Google Shape;11292;p77"/>
          <p:cNvGrpSpPr/>
          <p:nvPr/>
        </p:nvGrpSpPr>
        <p:grpSpPr>
          <a:xfrm>
            <a:off x="5457170" y="2851600"/>
            <a:ext cx="567124" cy="565633"/>
            <a:chOff x="-4570325" y="2405775"/>
            <a:chExt cx="294600" cy="293825"/>
          </a:xfrm>
        </p:grpSpPr>
        <p:sp>
          <p:nvSpPr>
            <p:cNvPr id="11293" name="Google Shape;11293;p77"/>
            <p:cNvSpPr/>
            <p:nvPr/>
          </p:nvSpPr>
          <p:spPr>
            <a:xfrm>
              <a:off x="-4570325" y="2405775"/>
              <a:ext cx="294600" cy="293825"/>
            </a:xfrm>
            <a:custGeom>
              <a:avLst/>
              <a:gdLst/>
              <a:ahLst/>
              <a:cxnLst/>
              <a:rect l="l" t="t" r="r" b="b"/>
              <a:pathLst>
                <a:path w="11784" h="11753" extrusionOk="0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4" name="Google Shape;11294;p77"/>
            <p:cNvSpPr/>
            <p:nvPr/>
          </p:nvSpPr>
          <p:spPr>
            <a:xfrm>
              <a:off x="-4478175" y="2439650"/>
              <a:ext cx="103975" cy="120525"/>
            </a:xfrm>
            <a:custGeom>
              <a:avLst/>
              <a:gdLst/>
              <a:ahLst/>
              <a:cxnLst/>
              <a:rect l="l" t="t" r="r" b="b"/>
              <a:pathLst>
                <a:path w="4159" h="4821" extrusionOk="0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95" name="Google Shape;11295;p77"/>
          <p:cNvGrpSpPr/>
          <p:nvPr/>
        </p:nvGrpSpPr>
        <p:grpSpPr>
          <a:xfrm>
            <a:off x="5474594" y="3546451"/>
            <a:ext cx="564092" cy="564044"/>
            <a:chOff x="-4572700" y="2764950"/>
            <a:chExt cx="293025" cy="293000"/>
          </a:xfrm>
        </p:grpSpPr>
        <p:sp>
          <p:nvSpPr>
            <p:cNvPr id="11296" name="Google Shape;11296;p77"/>
            <p:cNvSpPr/>
            <p:nvPr/>
          </p:nvSpPr>
          <p:spPr>
            <a:xfrm>
              <a:off x="-4572700" y="2764950"/>
              <a:ext cx="293025" cy="293000"/>
            </a:xfrm>
            <a:custGeom>
              <a:avLst/>
              <a:gdLst/>
              <a:ahLst/>
              <a:cxnLst/>
              <a:rect l="l" t="t" r="r" b="b"/>
              <a:pathLst>
                <a:path w="11721" h="11720" extrusionOk="0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7" name="Google Shape;11297;p77"/>
            <p:cNvSpPr/>
            <p:nvPr/>
          </p:nvSpPr>
          <p:spPr>
            <a:xfrm>
              <a:off x="-4538825" y="2833475"/>
              <a:ext cx="86650" cy="104775"/>
            </a:xfrm>
            <a:custGeom>
              <a:avLst/>
              <a:gdLst/>
              <a:ahLst/>
              <a:cxnLst/>
              <a:rect l="l" t="t" r="r" b="b"/>
              <a:pathLst>
                <a:path w="3466" h="4191" extrusionOk="0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8" name="Google Shape;11298;p77"/>
            <p:cNvSpPr/>
            <p:nvPr/>
          </p:nvSpPr>
          <p:spPr>
            <a:xfrm>
              <a:off x="-4435650" y="290277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9" name="Google Shape;11299;p77"/>
            <p:cNvSpPr/>
            <p:nvPr/>
          </p:nvSpPr>
          <p:spPr>
            <a:xfrm>
              <a:off x="-4435650" y="286732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0" name="Google Shape;11300;p77"/>
            <p:cNvSpPr/>
            <p:nvPr/>
          </p:nvSpPr>
          <p:spPr>
            <a:xfrm>
              <a:off x="-4435650" y="2833475"/>
              <a:ext cx="121325" cy="18125"/>
            </a:xfrm>
            <a:custGeom>
              <a:avLst/>
              <a:gdLst/>
              <a:ahLst/>
              <a:cxnLst/>
              <a:rect l="l" t="t" r="r" b="b"/>
              <a:pathLst>
                <a:path w="4853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01" name="Google Shape;11301;p77"/>
          <p:cNvGrpSpPr/>
          <p:nvPr/>
        </p:nvGrpSpPr>
        <p:grpSpPr>
          <a:xfrm>
            <a:off x="9099609" y="2174986"/>
            <a:ext cx="553120" cy="561109"/>
            <a:chOff x="-2777700" y="2049775"/>
            <a:chExt cx="287325" cy="291475"/>
          </a:xfrm>
        </p:grpSpPr>
        <p:sp>
          <p:nvSpPr>
            <p:cNvPr id="11302" name="Google Shape;11302;p77"/>
            <p:cNvSpPr/>
            <p:nvPr/>
          </p:nvSpPr>
          <p:spPr>
            <a:xfrm>
              <a:off x="-2777700" y="2049775"/>
              <a:ext cx="287325" cy="291475"/>
            </a:xfrm>
            <a:custGeom>
              <a:avLst/>
              <a:gdLst/>
              <a:ahLst/>
              <a:cxnLst/>
              <a:rect l="l" t="t" r="r" b="b"/>
              <a:pathLst>
                <a:path w="11493" h="11659" extrusionOk="0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3" name="Google Shape;11303;p77"/>
            <p:cNvSpPr/>
            <p:nvPr/>
          </p:nvSpPr>
          <p:spPr>
            <a:xfrm>
              <a:off x="-2694200" y="2221475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4" name="Google Shape;11304;p77"/>
            <p:cNvSpPr/>
            <p:nvPr/>
          </p:nvSpPr>
          <p:spPr>
            <a:xfrm>
              <a:off x="-2608350" y="225535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05" name="Google Shape;11305;p77"/>
          <p:cNvGrpSpPr/>
          <p:nvPr/>
        </p:nvGrpSpPr>
        <p:grpSpPr>
          <a:xfrm>
            <a:off x="9094893" y="2853909"/>
            <a:ext cx="562552" cy="561012"/>
            <a:chOff x="-2571737" y="2403625"/>
            <a:chExt cx="292225" cy="291425"/>
          </a:xfrm>
        </p:grpSpPr>
        <p:sp>
          <p:nvSpPr>
            <p:cNvPr id="11306" name="Google Shape;11306;p77"/>
            <p:cNvSpPr/>
            <p:nvPr/>
          </p:nvSpPr>
          <p:spPr>
            <a:xfrm>
              <a:off x="-2571737" y="2403625"/>
              <a:ext cx="292225" cy="291425"/>
            </a:xfrm>
            <a:custGeom>
              <a:avLst/>
              <a:gdLst/>
              <a:ahLst/>
              <a:cxnLst/>
              <a:rect l="l" t="t" r="r" b="b"/>
              <a:pathLst>
                <a:path w="11689" h="11657" extrusionOk="0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7" name="Google Shape;11307;p77"/>
            <p:cNvSpPr/>
            <p:nvPr/>
          </p:nvSpPr>
          <p:spPr>
            <a:xfrm>
              <a:off x="-2485967" y="2649150"/>
              <a:ext cx="173300" cy="18150"/>
            </a:xfrm>
            <a:custGeom>
              <a:avLst/>
              <a:gdLst/>
              <a:ahLst/>
              <a:cxnLst/>
              <a:rect l="l" t="t" r="r" b="b"/>
              <a:pathLst>
                <a:path w="6932" h="726" extrusionOk="0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8" name="Google Shape;11308;p77"/>
            <p:cNvSpPr/>
            <p:nvPr/>
          </p:nvSpPr>
          <p:spPr>
            <a:xfrm>
              <a:off x="-2485967" y="2511325"/>
              <a:ext cx="173300" cy="18150"/>
            </a:xfrm>
            <a:custGeom>
              <a:avLst/>
              <a:gdLst/>
              <a:ahLst/>
              <a:cxnLst/>
              <a:rect l="l" t="t" r="r" b="b"/>
              <a:pathLst>
                <a:path w="6932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9" name="Google Shape;11309;p77"/>
            <p:cNvSpPr/>
            <p:nvPr/>
          </p:nvSpPr>
          <p:spPr>
            <a:xfrm>
              <a:off x="-2540185" y="2511325"/>
              <a:ext cx="18125" cy="18925"/>
            </a:xfrm>
            <a:custGeom>
              <a:avLst/>
              <a:gdLst/>
              <a:ahLst/>
              <a:cxnLst/>
              <a:rect l="l" t="t" r="r" b="b"/>
              <a:pathLst>
                <a:path w="725" h="757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0" name="Google Shape;11310;p77"/>
            <p:cNvSpPr/>
            <p:nvPr/>
          </p:nvSpPr>
          <p:spPr>
            <a:xfrm>
              <a:off x="-2485579" y="2580625"/>
              <a:ext cx="172525" cy="17350"/>
            </a:xfrm>
            <a:custGeom>
              <a:avLst/>
              <a:gdLst/>
              <a:ahLst/>
              <a:cxnLst/>
              <a:rect l="l" t="t" r="r" b="b"/>
              <a:pathLst>
                <a:path w="690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1" name="Google Shape;11311;p77"/>
            <p:cNvSpPr/>
            <p:nvPr/>
          </p:nvSpPr>
          <p:spPr>
            <a:xfrm>
              <a:off x="-2540185" y="2580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2" name="Google Shape;11312;p77"/>
            <p:cNvSpPr/>
            <p:nvPr/>
          </p:nvSpPr>
          <p:spPr>
            <a:xfrm>
              <a:off x="-2540185" y="264915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13" name="Google Shape;11313;p77"/>
          <p:cNvGrpSpPr/>
          <p:nvPr/>
        </p:nvGrpSpPr>
        <p:grpSpPr>
          <a:xfrm>
            <a:off x="9094893" y="3548712"/>
            <a:ext cx="562552" cy="559520"/>
            <a:chOff x="-2571737" y="2764550"/>
            <a:chExt cx="292225" cy="290650"/>
          </a:xfrm>
        </p:grpSpPr>
        <p:sp>
          <p:nvSpPr>
            <p:cNvPr id="11314" name="Google Shape;11314;p77"/>
            <p:cNvSpPr/>
            <p:nvPr/>
          </p:nvSpPr>
          <p:spPr>
            <a:xfrm>
              <a:off x="-2496085" y="3009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5" name="Google Shape;11315;p77"/>
            <p:cNvSpPr/>
            <p:nvPr/>
          </p:nvSpPr>
          <p:spPr>
            <a:xfrm>
              <a:off x="-2398548" y="2800375"/>
              <a:ext cx="52000" cy="120525"/>
            </a:xfrm>
            <a:custGeom>
              <a:avLst/>
              <a:gdLst/>
              <a:ahLst/>
              <a:cxnLst/>
              <a:rect l="l" t="t" r="r" b="b"/>
              <a:pathLst>
                <a:path w="2080" h="4821" extrusionOk="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6" name="Google Shape;11316;p77"/>
            <p:cNvSpPr/>
            <p:nvPr/>
          </p:nvSpPr>
          <p:spPr>
            <a:xfrm>
              <a:off x="-2571737" y="2764550"/>
              <a:ext cx="292225" cy="290650"/>
            </a:xfrm>
            <a:custGeom>
              <a:avLst/>
              <a:gdLst/>
              <a:ahLst/>
              <a:cxnLst/>
              <a:rect l="l" t="t" r="r" b="b"/>
              <a:pathLst>
                <a:path w="11689" h="11626" extrusionOk="0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17" name="Google Shape;11317;p77"/>
          <p:cNvGrpSpPr/>
          <p:nvPr/>
        </p:nvGrpSpPr>
        <p:grpSpPr>
          <a:xfrm>
            <a:off x="4027561" y="4307384"/>
            <a:ext cx="562552" cy="565152"/>
            <a:chOff x="-1333975" y="2365850"/>
            <a:chExt cx="292225" cy="293575"/>
          </a:xfrm>
        </p:grpSpPr>
        <p:sp>
          <p:nvSpPr>
            <p:cNvPr id="11318" name="Google Shape;11318;p77"/>
            <p:cNvSpPr/>
            <p:nvPr/>
          </p:nvSpPr>
          <p:spPr>
            <a:xfrm>
              <a:off x="-1285150" y="2365850"/>
              <a:ext cx="191225" cy="293575"/>
            </a:xfrm>
            <a:custGeom>
              <a:avLst/>
              <a:gdLst/>
              <a:ahLst/>
              <a:cxnLst/>
              <a:rect l="l" t="t" r="r" b="b"/>
              <a:pathLst>
                <a:path w="7649" h="11743" extrusionOk="0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9" name="Google Shape;11319;p77"/>
            <p:cNvSpPr/>
            <p:nvPr/>
          </p:nvSpPr>
          <p:spPr>
            <a:xfrm>
              <a:off x="-1076425" y="24522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0" name="Google Shape;11320;p77"/>
            <p:cNvSpPr/>
            <p:nvPr/>
          </p:nvSpPr>
          <p:spPr>
            <a:xfrm>
              <a:off x="-1333975" y="24522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1" name="Google Shape;11321;p77"/>
            <p:cNvSpPr/>
            <p:nvPr/>
          </p:nvSpPr>
          <p:spPr>
            <a:xfrm>
              <a:off x="-1093750" y="2383050"/>
              <a:ext cx="35450" cy="26575"/>
            </a:xfrm>
            <a:custGeom>
              <a:avLst/>
              <a:gdLst/>
              <a:ahLst/>
              <a:cxnLst/>
              <a:rect l="l" t="t" r="r" b="b"/>
              <a:pathLst>
                <a:path w="1418" h="1063" extrusionOk="0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2" name="Google Shape;11322;p77"/>
            <p:cNvSpPr/>
            <p:nvPr/>
          </p:nvSpPr>
          <p:spPr>
            <a:xfrm>
              <a:off x="-1317450" y="2512575"/>
              <a:ext cx="35475" cy="26225"/>
            </a:xfrm>
            <a:custGeom>
              <a:avLst/>
              <a:gdLst/>
              <a:ahLst/>
              <a:cxnLst/>
              <a:rect l="l" t="t" r="r" b="b"/>
              <a:pathLst>
                <a:path w="1419" h="1049" extrusionOk="0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3" name="Google Shape;11323;p77"/>
            <p:cNvSpPr/>
            <p:nvPr/>
          </p:nvSpPr>
          <p:spPr>
            <a:xfrm>
              <a:off x="-1092975" y="2512575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4" name="Google Shape;11324;p77"/>
            <p:cNvSpPr/>
            <p:nvPr/>
          </p:nvSpPr>
          <p:spPr>
            <a:xfrm>
              <a:off x="-1316650" y="2383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5" name="Google Shape;11325;p77"/>
            <p:cNvSpPr/>
            <p:nvPr/>
          </p:nvSpPr>
          <p:spPr>
            <a:xfrm>
              <a:off x="-1239475" y="2401575"/>
              <a:ext cx="102425" cy="153100"/>
            </a:xfrm>
            <a:custGeom>
              <a:avLst/>
              <a:gdLst/>
              <a:ahLst/>
              <a:cxnLst/>
              <a:rect l="l" t="t" r="r" b="b"/>
              <a:pathLst>
                <a:path w="4097" h="6124" extrusionOk="0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26" name="Google Shape;11326;p77"/>
          <p:cNvGrpSpPr/>
          <p:nvPr/>
        </p:nvGrpSpPr>
        <p:grpSpPr>
          <a:xfrm>
            <a:off x="2605528" y="3547196"/>
            <a:ext cx="530693" cy="562552"/>
            <a:chOff x="-5995925" y="2757850"/>
            <a:chExt cx="275675" cy="292225"/>
          </a:xfrm>
        </p:grpSpPr>
        <p:sp>
          <p:nvSpPr>
            <p:cNvPr id="11327" name="Google Shape;11327;p77"/>
            <p:cNvSpPr/>
            <p:nvPr/>
          </p:nvSpPr>
          <p:spPr>
            <a:xfrm>
              <a:off x="-5995925" y="2757850"/>
              <a:ext cx="275675" cy="292225"/>
            </a:xfrm>
            <a:custGeom>
              <a:avLst/>
              <a:gdLst/>
              <a:ahLst/>
              <a:cxnLst/>
              <a:rect l="l" t="t" r="r" b="b"/>
              <a:pathLst>
                <a:path w="11027" h="11689" extrusionOk="0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8" name="Google Shape;11328;p77"/>
            <p:cNvSpPr/>
            <p:nvPr/>
          </p:nvSpPr>
          <p:spPr>
            <a:xfrm>
              <a:off x="-5892750" y="2808250"/>
              <a:ext cx="137850" cy="69350"/>
            </a:xfrm>
            <a:custGeom>
              <a:avLst/>
              <a:gdLst/>
              <a:ahLst/>
              <a:cxnLst/>
              <a:rect l="l" t="t" r="r" b="b"/>
              <a:pathLst>
                <a:path w="5514" h="2774" extrusionOk="0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9" name="Google Shape;11329;p77"/>
            <p:cNvSpPr/>
            <p:nvPr/>
          </p:nvSpPr>
          <p:spPr>
            <a:xfrm>
              <a:off x="-5891975" y="2895675"/>
              <a:ext cx="34700" cy="17375"/>
            </a:xfrm>
            <a:custGeom>
              <a:avLst/>
              <a:gdLst/>
              <a:ahLst/>
              <a:cxnLst/>
              <a:rect l="l" t="t" r="r" b="b"/>
              <a:pathLst>
                <a:path w="1388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0" name="Google Shape;11330;p77"/>
            <p:cNvSpPr/>
            <p:nvPr/>
          </p:nvSpPr>
          <p:spPr>
            <a:xfrm>
              <a:off x="-5891975" y="2928775"/>
              <a:ext cx="34700" cy="18125"/>
            </a:xfrm>
            <a:custGeom>
              <a:avLst/>
              <a:gdLst/>
              <a:ahLst/>
              <a:cxnLst/>
              <a:rect l="l" t="t" r="r" b="b"/>
              <a:pathLst>
                <a:path w="1388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1" name="Google Shape;11331;p77"/>
            <p:cNvSpPr/>
            <p:nvPr/>
          </p:nvSpPr>
          <p:spPr>
            <a:xfrm>
              <a:off x="-5840775" y="2928775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2" name="Google Shape;11332;p77"/>
            <p:cNvSpPr/>
            <p:nvPr/>
          </p:nvSpPr>
          <p:spPr>
            <a:xfrm>
              <a:off x="-5840775" y="2895675"/>
              <a:ext cx="34675" cy="17375"/>
            </a:xfrm>
            <a:custGeom>
              <a:avLst/>
              <a:gdLst/>
              <a:ahLst/>
              <a:cxnLst/>
              <a:rect l="l" t="t" r="r" b="b"/>
              <a:pathLst>
                <a:path w="1387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3" name="Google Shape;11333;p77"/>
            <p:cNvSpPr/>
            <p:nvPr/>
          </p:nvSpPr>
          <p:spPr>
            <a:xfrm>
              <a:off x="-5789575" y="2895675"/>
              <a:ext cx="34675" cy="17375"/>
            </a:xfrm>
            <a:custGeom>
              <a:avLst/>
              <a:gdLst/>
              <a:ahLst/>
              <a:cxnLst/>
              <a:rect l="l" t="t" r="r" b="b"/>
              <a:pathLst>
                <a:path w="1387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4" name="Google Shape;11334;p77"/>
            <p:cNvSpPr/>
            <p:nvPr/>
          </p:nvSpPr>
          <p:spPr>
            <a:xfrm>
              <a:off x="-5789575" y="2928775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5" name="Google Shape;11335;p77"/>
            <p:cNvSpPr/>
            <p:nvPr/>
          </p:nvSpPr>
          <p:spPr>
            <a:xfrm>
              <a:off x="-5858100" y="2998075"/>
              <a:ext cx="68550" cy="17350"/>
            </a:xfrm>
            <a:custGeom>
              <a:avLst/>
              <a:gdLst/>
              <a:ahLst/>
              <a:cxnLst/>
              <a:rect l="l" t="t" r="r" b="b"/>
              <a:pathLst>
                <a:path w="2742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36" name="Google Shape;11336;p77"/>
          <p:cNvGrpSpPr/>
          <p:nvPr/>
        </p:nvGrpSpPr>
        <p:grpSpPr>
          <a:xfrm>
            <a:off x="6179245" y="2175756"/>
            <a:ext cx="562601" cy="559569"/>
            <a:chOff x="-4211975" y="2046625"/>
            <a:chExt cx="292250" cy="290675"/>
          </a:xfrm>
        </p:grpSpPr>
        <p:sp>
          <p:nvSpPr>
            <p:cNvPr id="11337" name="Google Shape;11337;p77"/>
            <p:cNvSpPr/>
            <p:nvPr/>
          </p:nvSpPr>
          <p:spPr>
            <a:xfrm>
              <a:off x="-4211975" y="2081300"/>
              <a:ext cx="256025" cy="256000"/>
            </a:xfrm>
            <a:custGeom>
              <a:avLst/>
              <a:gdLst/>
              <a:ahLst/>
              <a:cxnLst/>
              <a:rect l="l" t="t" r="r" b="b"/>
              <a:pathLst>
                <a:path w="10241" h="10240" extrusionOk="0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8" name="Google Shape;11338;p77"/>
            <p:cNvSpPr/>
            <p:nvPr/>
          </p:nvSpPr>
          <p:spPr>
            <a:xfrm>
              <a:off x="-4057600" y="2046625"/>
              <a:ext cx="137875" cy="137875"/>
            </a:xfrm>
            <a:custGeom>
              <a:avLst/>
              <a:gdLst/>
              <a:ahLst/>
              <a:cxnLst/>
              <a:rect l="l" t="t" r="r" b="b"/>
              <a:pathLst>
                <a:path w="5515" h="5515" extrusionOk="0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39" name="Google Shape;11339;p77"/>
          <p:cNvGrpSpPr/>
          <p:nvPr/>
        </p:nvGrpSpPr>
        <p:grpSpPr>
          <a:xfrm>
            <a:off x="6245973" y="2851600"/>
            <a:ext cx="429145" cy="565633"/>
            <a:chOff x="-4178875" y="2405775"/>
            <a:chExt cx="222925" cy="293825"/>
          </a:xfrm>
        </p:grpSpPr>
        <p:sp>
          <p:nvSpPr>
            <p:cNvPr id="11340" name="Google Shape;11340;p77"/>
            <p:cNvSpPr/>
            <p:nvPr/>
          </p:nvSpPr>
          <p:spPr>
            <a:xfrm>
              <a:off x="-4178875" y="2405775"/>
              <a:ext cx="222925" cy="293825"/>
            </a:xfrm>
            <a:custGeom>
              <a:avLst/>
              <a:gdLst/>
              <a:ahLst/>
              <a:cxnLst/>
              <a:rect l="l" t="t" r="r" b="b"/>
              <a:pathLst>
                <a:path w="8917" h="11753" extrusionOk="0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1" name="Google Shape;11341;p77"/>
            <p:cNvSpPr/>
            <p:nvPr/>
          </p:nvSpPr>
          <p:spPr>
            <a:xfrm>
              <a:off x="-4093025" y="24916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2" name="Google Shape;11342;p77"/>
            <p:cNvSpPr/>
            <p:nvPr/>
          </p:nvSpPr>
          <p:spPr>
            <a:xfrm>
              <a:off x="-4145800" y="2439650"/>
              <a:ext cx="155975" cy="155200"/>
            </a:xfrm>
            <a:custGeom>
              <a:avLst/>
              <a:gdLst/>
              <a:ahLst/>
              <a:cxnLst/>
              <a:rect l="l" t="t" r="r" b="b"/>
              <a:pathLst>
                <a:path w="6239" h="6208" extrusionOk="0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43" name="Google Shape;11343;p77"/>
          <p:cNvGrpSpPr/>
          <p:nvPr/>
        </p:nvGrpSpPr>
        <p:grpSpPr>
          <a:xfrm>
            <a:off x="6195923" y="3564644"/>
            <a:ext cx="561061" cy="527661"/>
            <a:chOff x="-4211975" y="2783850"/>
            <a:chExt cx="291450" cy="274100"/>
          </a:xfrm>
        </p:grpSpPr>
        <p:sp>
          <p:nvSpPr>
            <p:cNvPr id="11344" name="Google Shape;11344;p77"/>
            <p:cNvSpPr/>
            <p:nvPr/>
          </p:nvSpPr>
          <p:spPr>
            <a:xfrm>
              <a:off x="-4211975" y="2937125"/>
              <a:ext cx="291450" cy="120825"/>
            </a:xfrm>
            <a:custGeom>
              <a:avLst/>
              <a:gdLst/>
              <a:ahLst/>
              <a:cxnLst/>
              <a:rect l="l" t="t" r="r" b="b"/>
              <a:pathLst>
                <a:path w="11658" h="4833" extrusionOk="0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5" name="Google Shape;11345;p77"/>
            <p:cNvSpPr/>
            <p:nvPr/>
          </p:nvSpPr>
          <p:spPr>
            <a:xfrm>
              <a:off x="-4109575" y="2783850"/>
              <a:ext cx="153625" cy="154400"/>
            </a:xfrm>
            <a:custGeom>
              <a:avLst/>
              <a:gdLst/>
              <a:ahLst/>
              <a:cxnLst/>
              <a:rect l="l" t="t" r="r" b="b"/>
              <a:pathLst>
                <a:path w="6145" h="6176" extrusionOk="0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6" name="Google Shape;11346;p77"/>
            <p:cNvSpPr/>
            <p:nvPr/>
          </p:nvSpPr>
          <p:spPr>
            <a:xfrm>
              <a:off x="-4074925" y="2818500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47" name="Google Shape;11347;p77"/>
          <p:cNvSpPr/>
          <p:nvPr/>
        </p:nvSpPr>
        <p:spPr>
          <a:xfrm>
            <a:off x="9817116" y="2173327"/>
            <a:ext cx="532233" cy="564092"/>
          </a:xfrm>
          <a:custGeom>
            <a:avLst/>
            <a:gdLst/>
            <a:ahLst/>
            <a:cxnLst/>
            <a:rect l="l" t="t" r="r" b="b"/>
            <a:pathLst>
              <a:path w="11059" h="11721" extrusionOk="0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48" name="Google Shape;11348;p77"/>
          <p:cNvGrpSpPr/>
          <p:nvPr/>
        </p:nvGrpSpPr>
        <p:grpSpPr>
          <a:xfrm>
            <a:off x="9802495" y="2853884"/>
            <a:ext cx="561061" cy="561061"/>
            <a:chOff x="-2419325" y="2408150"/>
            <a:chExt cx="291450" cy="291450"/>
          </a:xfrm>
        </p:grpSpPr>
        <p:sp>
          <p:nvSpPr>
            <p:cNvPr id="11349" name="Google Shape;11349;p77"/>
            <p:cNvSpPr/>
            <p:nvPr/>
          </p:nvSpPr>
          <p:spPr>
            <a:xfrm>
              <a:off x="-2419325" y="2408150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0" name="Google Shape;11350;p77"/>
            <p:cNvSpPr/>
            <p:nvPr/>
          </p:nvSpPr>
          <p:spPr>
            <a:xfrm>
              <a:off x="-2385475" y="2444375"/>
              <a:ext cx="173325" cy="86675"/>
            </a:xfrm>
            <a:custGeom>
              <a:avLst/>
              <a:gdLst/>
              <a:ahLst/>
              <a:cxnLst/>
              <a:rect l="l" t="t" r="r" b="b"/>
              <a:pathLst>
                <a:path w="6933" h="3467" extrusionOk="0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1" name="Google Shape;11351;p77"/>
            <p:cNvSpPr/>
            <p:nvPr/>
          </p:nvSpPr>
          <p:spPr>
            <a:xfrm>
              <a:off x="-2385475" y="2545975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2" name="Google Shape;11352;p77"/>
            <p:cNvSpPr/>
            <p:nvPr/>
          </p:nvSpPr>
          <p:spPr>
            <a:xfrm>
              <a:off x="-2281500" y="2546775"/>
              <a:ext cx="69350" cy="18125"/>
            </a:xfrm>
            <a:custGeom>
              <a:avLst/>
              <a:gdLst/>
              <a:ahLst/>
              <a:cxnLst/>
              <a:rect l="l" t="t" r="r" b="b"/>
              <a:pathLst>
                <a:path w="277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3" name="Google Shape;11353;p77"/>
            <p:cNvSpPr/>
            <p:nvPr/>
          </p:nvSpPr>
          <p:spPr>
            <a:xfrm>
              <a:off x="-2281500" y="2581425"/>
              <a:ext cx="69350" cy="18150"/>
            </a:xfrm>
            <a:custGeom>
              <a:avLst/>
              <a:gdLst/>
              <a:ahLst/>
              <a:cxnLst/>
              <a:rect l="l" t="t" r="r" b="b"/>
              <a:pathLst>
                <a:path w="277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4" name="Google Shape;11354;p77"/>
            <p:cNvSpPr/>
            <p:nvPr/>
          </p:nvSpPr>
          <p:spPr>
            <a:xfrm>
              <a:off x="-2281500" y="2616075"/>
              <a:ext cx="69350" cy="17350"/>
            </a:xfrm>
            <a:custGeom>
              <a:avLst/>
              <a:gdLst/>
              <a:ahLst/>
              <a:cxnLst/>
              <a:rect l="l" t="t" r="r" b="b"/>
              <a:pathLst>
                <a:path w="277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5" name="Google Shape;11355;p77"/>
            <p:cNvSpPr/>
            <p:nvPr/>
          </p:nvSpPr>
          <p:spPr>
            <a:xfrm>
              <a:off x="-2385475" y="2649150"/>
              <a:ext cx="173325" cy="18150"/>
            </a:xfrm>
            <a:custGeom>
              <a:avLst/>
              <a:gdLst/>
              <a:ahLst/>
              <a:cxnLst/>
              <a:rect l="l" t="t" r="r" b="b"/>
              <a:pathLst>
                <a:path w="6933" h="726" extrusionOk="0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56" name="Google Shape;11356;p77"/>
          <p:cNvSpPr/>
          <p:nvPr/>
        </p:nvSpPr>
        <p:spPr>
          <a:xfrm>
            <a:off x="9816347" y="3546202"/>
            <a:ext cx="565584" cy="564092"/>
          </a:xfrm>
          <a:custGeom>
            <a:avLst/>
            <a:gdLst/>
            <a:ahLst/>
            <a:cxnLst/>
            <a:rect l="l" t="t" r="r" b="b"/>
            <a:pathLst>
              <a:path w="11752" h="11721" extrusionOk="0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57" name="Google Shape;11357;p77"/>
          <p:cNvGrpSpPr/>
          <p:nvPr/>
        </p:nvGrpSpPr>
        <p:grpSpPr>
          <a:xfrm>
            <a:off x="6231195" y="4308685"/>
            <a:ext cx="561061" cy="562552"/>
            <a:chOff x="-1333200" y="2770450"/>
            <a:chExt cx="291450" cy="292225"/>
          </a:xfrm>
        </p:grpSpPr>
        <p:sp>
          <p:nvSpPr>
            <p:cNvPr id="11358" name="Google Shape;11358;p77"/>
            <p:cNvSpPr/>
            <p:nvPr/>
          </p:nvSpPr>
          <p:spPr>
            <a:xfrm>
              <a:off x="-1299325" y="2808250"/>
              <a:ext cx="222925" cy="134725"/>
            </a:xfrm>
            <a:custGeom>
              <a:avLst/>
              <a:gdLst/>
              <a:ahLst/>
              <a:cxnLst/>
              <a:rect l="l" t="t" r="r" b="b"/>
              <a:pathLst>
                <a:path w="8917" h="5389" extrusionOk="0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9" name="Google Shape;11359;p77"/>
            <p:cNvSpPr/>
            <p:nvPr/>
          </p:nvSpPr>
          <p:spPr>
            <a:xfrm>
              <a:off x="-1333200" y="2770450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60" name="Google Shape;11360;p77"/>
          <p:cNvGrpSpPr/>
          <p:nvPr/>
        </p:nvGrpSpPr>
        <p:grpSpPr>
          <a:xfrm>
            <a:off x="3293346" y="2175008"/>
            <a:ext cx="564092" cy="561061"/>
            <a:chOff x="-5635200" y="2037975"/>
            <a:chExt cx="293025" cy="291450"/>
          </a:xfrm>
        </p:grpSpPr>
        <p:sp>
          <p:nvSpPr>
            <p:cNvPr id="11361" name="Google Shape;11361;p77"/>
            <p:cNvSpPr/>
            <p:nvPr/>
          </p:nvSpPr>
          <p:spPr>
            <a:xfrm>
              <a:off x="-5635200" y="20379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2" name="Google Shape;11362;p77"/>
            <p:cNvSpPr/>
            <p:nvPr/>
          </p:nvSpPr>
          <p:spPr>
            <a:xfrm>
              <a:off x="-5496575" y="2072625"/>
              <a:ext cx="102425" cy="102425"/>
            </a:xfrm>
            <a:custGeom>
              <a:avLst/>
              <a:gdLst/>
              <a:ahLst/>
              <a:cxnLst/>
              <a:rect l="l" t="t" r="r" b="b"/>
              <a:pathLst>
                <a:path w="4097" h="4097" extrusionOk="0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63" name="Google Shape;11363;p77"/>
          <p:cNvGrpSpPr/>
          <p:nvPr/>
        </p:nvGrpSpPr>
        <p:grpSpPr>
          <a:xfrm>
            <a:off x="3291061" y="2853883"/>
            <a:ext cx="568665" cy="561061"/>
            <a:chOff x="-5637575" y="2397900"/>
            <a:chExt cx="295400" cy="291450"/>
          </a:xfrm>
        </p:grpSpPr>
        <p:sp>
          <p:nvSpPr>
            <p:cNvPr id="11364" name="Google Shape;11364;p77"/>
            <p:cNvSpPr/>
            <p:nvPr/>
          </p:nvSpPr>
          <p:spPr>
            <a:xfrm>
              <a:off x="-5575350" y="2547550"/>
              <a:ext cx="79575" cy="88250"/>
            </a:xfrm>
            <a:custGeom>
              <a:avLst/>
              <a:gdLst/>
              <a:ahLst/>
              <a:cxnLst/>
              <a:rect l="l" t="t" r="r" b="b"/>
              <a:pathLst>
                <a:path w="3183" h="3530" extrusionOk="0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5" name="Google Shape;11365;p77"/>
            <p:cNvSpPr/>
            <p:nvPr/>
          </p:nvSpPr>
          <p:spPr>
            <a:xfrm>
              <a:off x="-5526500" y="2499525"/>
              <a:ext cx="85075" cy="81725"/>
            </a:xfrm>
            <a:custGeom>
              <a:avLst/>
              <a:gdLst/>
              <a:ahLst/>
              <a:cxnLst/>
              <a:rect l="l" t="t" r="r" b="b"/>
              <a:pathLst>
                <a:path w="3403" h="3269" extrusionOk="0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6" name="Google Shape;11366;p77"/>
            <p:cNvSpPr/>
            <p:nvPr/>
          </p:nvSpPr>
          <p:spPr>
            <a:xfrm>
              <a:off x="-5480050" y="2456975"/>
              <a:ext cx="80375" cy="75650"/>
            </a:xfrm>
            <a:custGeom>
              <a:avLst/>
              <a:gdLst/>
              <a:ahLst/>
              <a:cxnLst/>
              <a:rect l="l" t="t" r="r" b="b"/>
              <a:pathLst>
                <a:path w="3215" h="3026" extrusionOk="0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7" name="Google Shape;11367;p77"/>
            <p:cNvSpPr/>
            <p:nvPr/>
          </p:nvSpPr>
          <p:spPr>
            <a:xfrm>
              <a:off x="-5637575" y="2397900"/>
              <a:ext cx="295400" cy="291450"/>
            </a:xfrm>
            <a:custGeom>
              <a:avLst/>
              <a:gdLst/>
              <a:ahLst/>
              <a:cxnLst/>
              <a:rect l="l" t="t" r="r" b="b"/>
              <a:pathLst>
                <a:path w="11816" h="11658" extrusionOk="0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68" name="Google Shape;11368;p77"/>
          <p:cNvGrpSpPr/>
          <p:nvPr/>
        </p:nvGrpSpPr>
        <p:grpSpPr>
          <a:xfrm>
            <a:off x="3309278" y="3547196"/>
            <a:ext cx="564044" cy="562552"/>
            <a:chOff x="-5635975" y="2757075"/>
            <a:chExt cx="293000" cy="292225"/>
          </a:xfrm>
        </p:grpSpPr>
        <p:sp>
          <p:nvSpPr>
            <p:cNvPr id="11369" name="Google Shape;11369;p77"/>
            <p:cNvSpPr/>
            <p:nvPr/>
          </p:nvSpPr>
          <p:spPr>
            <a:xfrm>
              <a:off x="-5635975" y="2757075"/>
              <a:ext cx="293000" cy="292225"/>
            </a:xfrm>
            <a:custGeom>
              <a:avLst/>
              <a:gdLst/>
              <a:ahLst/>
              <a:cxnLst/>
              <a:rect l="l" t="t" r="r" b="b"/>
              <a:pathLst>
                <a:path w="11720" h="11689" extrusionOk="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0" name="Google Shape;11370;p77"/>
            <p:cNvSpPr/>
            <p:nvPr/>
          </p:nvSpPr>
          <p:spPr>
            <a:xfrm>
              <a:off x="-5584800" y="2790150"/>
              <a:ext cx="189850" cy="138050"/>
            </a:xfrm>
            <a:custGeom>
              <a:avLst/>
              <a:gdLst/>
              <a:ahLst/>
              <a:cxnLst/>
              <a:rect l="l" t="t" r="r" b="b"/>
              <a:pathLst>
                <a:path w="7594" h="5522" extrusionOk="0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71" name="Google Shape;11371;p77"/>
          <p:cNvGrpSpPr/>
          <p:nvPr/>
        </p:nvGrpSpPr>
        <p:grpSpPr>
          <a:xfrm>
            <a:off x="6887858" y="2175008"/>
            <a:ext cx="564092" cy="561061"/>
            <a:chOff x="-3854375" y="2046625"/>
            <a:chExt cx="293025" cy="291450"/>
          </a:xfrm>
        </p:grpSpPr>
        <p:sp>
          <p:nvSpPr>
            <p:cNvPr id="11372" name="Google Shape;11372;p77"/>
            <p:cNvSpPr/>
            <p:nvPr/>
          </p:nvSpPr>
          <p:spPr>
            <a:xfrm>
              <a:off x="-3854375" y="204662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3" name="Google Shape;11373;p77"/>
            <p:cNvSpPr/>
            <p:nvPr/>
          </p:nvSpPr>
          <p:spPr>
            <a:xfrm>
              <a:off x="-3714975" y="2080500"/>
              <a:ext cx="103200" cy="119750"/>
            </a:xfrm>
            <a:custGeom>
              <a:avLst/>
              <a:gdLst/>
              <a:ahLst/>
              <a:cxnLst/>
              <a:rect l="l" t="t" r="r" b="b"/>
              <a:pathLst>
                <a:path w="4128" h="4790" extrusionOk="0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74" name="Google Shape;11374;p77"/>
          <p:cNvGrpSpPr/>
          <p:nvPr/>
        </p:nvGrpSpPr>
        <p:grpSpPr>
          <a:xfrm>
            <a:off x="6886342" y="2851623"/>
            <a:ext cx="567124" cy="565584"/>
            <a:chOff x="-3854375" y="2405000"/>
            <a:chExt cx="294600" cy="293800"/>
          </a:xfrm>
        </p:grpSpPr>
        <p:sp>
          <p:nvSpPr>
            <p:cNvPr id="11375" name="Google Shape;11375;p77"/>
            <p:cNvSpPr/>
            <p:nvPr/>
          </p:nvSpPr>
          <p:spPr>
            <a:xfrm>
              <a:off x="-3854375" y="240500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6" name="Google Shape;11376;p77"/>
            <p:cNvSpPr/>
            <p:nvPr/>
          </p:nvSpPr>
          <p:spPr>
            <a:xfrm>
              <a:off x="-3731500" y="24585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77" name="Google Shape;11377;p77"/>
          <p:cNvGrpSpPr/>
          <p:nvPr/>
        </p:nvGrpSpPr>
        <p:grpSpPr>
          <a:xfrm>
            <a:off x="6905282" y="3546451"/>
            <a:ext cx="561061" cy="564044"/>
            <a:chOff x="-3852025" y="2764950"/>
            <a:chExt cx="291450" cy="293000"/>
          </a:xfrm>
        </p:grpSpPr>
        <p:sp>
          <p:nvSpPr>
            <p:cNvPr id="11378" name="Google Shape;11378;p77"/>
            <p:cNvSpPr/>
            <p:nvPr/>
          </p:nvSpPr>
          <p:spPr>
            <a:xfrm>
              <a:off x="-3852025" y="2764950"/>
              <a:ext cx="291450" cy="293000"/>
            </a:xfrm>
            <a:custGeom>
              <a:avLst/>
              <a:gdLst/>
              <a:ahLst/>
              <a:cxnLst/>
              <a:rect l="l" t="t" r="r" b="b"/>
              <a:pathLst>
                <a:path w="11658" h="11720" extrusionOk="0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9" name="Google Shape;11379;p77"/>
            <p:cNvSpPr/>
            <p:nvPr/>
          </p:nvSpPr>
          <p:spPr>
            <a:xfrm>
              <a:off x="-3707100" y="2937425"/>
              <a:ext cx="103200" cy="67775"/>
            </a:xfrm>
            <a:custGeom>
              <a:avLst/>
              <a:gdLst/>
              <a:ahLst/>
              <a:cxnLst/>
              <a:rect l="l" t="t" r="r" b="b"/>
              <a:pathLst>
                <a:path w="4128" h="2711" extrusionOk="0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80" name="Google Shape;11380;p77"/>
          <p:cNvSpPr/>
          <p:nvPr/>
        </p:nvSpPr>
        <p:spPr>
          <a:xfrm>
            <a:off x="10534655" y="2242338"/>
            <a:ext cx="562552" cy="426065"/>
          </a:xfrm>
          <a:custGeom>
            <a:avLst/>
            <a:gdLst/>
            <a:ahLst/>
            <a:cxnLst/>
            <a:rect l="l" t="t" r="r" b="b"/>
            <a:pathLst>
              <a:path w="11689" h="8853" extrusionOk="0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381" name="Google Shape;11381;p77"/>
          <p:cNvSpPr/>
          <p:nvPr/>
        </p:nvSpPr>
        <p:spPr>
          <a:xfrm>
            <a:off x="10534655" y="2853713"/>
            <a:ext cx="562552" cy="561012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82" name="Google Shape;11382;p77"/>
          <p:cNvGrpSpPr/>
          <p:nvPr/>
        </p:nvGrpSpPr>
        <p:grpSpPr>
          <a:xfrm>
            <a:off x="10535400" y="3547197"/>
            <a:ext cx="561061" cy="562552"/>
            <a:chOff x="-2060175" y="2768875"/>
            <a:chExt cx="291450" cy="292225"/>
          </a:xfrm>
        </p:grpSpPr>
        <p:sp>
          <p:nvSpPr>
            <p:cNvPr id="11383" name="Google Shape;11383;p77"/>
            <p:cNvSpPr/>
            <p:nvPr/>
          </p:nvSpPr>
          <p:spPr>
            <a:xfrm>
              <a:off x="-2060175" y="2768875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4" name="Google Shape;11384;p77"/>
            <p:cNvSpPr/>
            <p:nvPr/>
          </p:nvSpPr>
          <p:spPr>
            <a:xfrm>
              <a:off x="-2008975" y="2855525"/>
              <a:ext cx="189050" cy="84500"/>
            </a:xfrm>
            <a:custGeom>
              <a:avLst/>
              <a:gdLst/>
              <a:ahLst/>
              <a:cxnLst/>
              <a:rect l="l" t="t" r="r" b="b"/>
              <a:pathLst>
                <a:path w="7562" h="3380" extrusionOk="0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85" name="Google Shape;11385;p77"/>
          <p:cNvGrpSpPr/>
          <p:nvPr/>
        </p:nvGrpSpPr>
        <p:grpSpPr>
          <a:xfrm>
            <a:off x="2553547" y="4309428"/>
            <a:ext cx="562552" cy="561061"/>
            <a:chOff x="-937025" y="2064750"/>
            <a:chExt cx="292225" cy="291450"/>
          </a:xfrm>
        </p:grpSpPr>
        <p:sp>
          <p:nvSpPr>
            <p:cNvPr id="11386" name="Google Shape;11386;p77"/>
            <p:cNvSpPr/>
            <p:nvPr/>
          </p:nvSpPr>
          <p:spPr>
            <a:xfrm>
              <a:off x="-834625" y="2134850"/>
              <a:ext cx="86650" cy="85075"/>
            </a:xfrm>
            <a:custGeom>
              <a:avLst/>
              <a:gdLst/>
              <a:ahLst/>
              <a:cxnLst/>
              <a:rect l="l" t="t" r="r" b="b"/>
              <a:pathLst>
                <a:path w="3466" h="3403" extrusionOk="0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7" name="Google Shape;11387;p77"/>
            <p:cNvSpPr/>
            <p:nvPr/>
          </p:nvSpPr>
          <p:spPr>
            <a:xfrm>
              <a:off x="-936225" y="2304975"/>
              <a:ext cx="289850" cy="51225"/>
            </a:xfrm>
            <a:custGeom>
              <a:avLst/>
              <a:gdLst/>
              <a:ahLst/>
              <a:cxnLst/>
              <a:rect l="l" t="t" r="r" b="b"/>
              <a:pathLst>
                <a:path w="11594" h="2049" extrusionOk="0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8" name="Google Shape;11388;p77"/>
            <p:cNvSpPr/>
            <p:nvPr/>
          </p:nvSpPr>
          <p:spPr>
            <a:xfrm>
              <a:off x="-937025" y="2064750"/>
              <a:ext cx="292225" cy="223125"/>
            </a:xfrm>
            <a:custGeom>
              <a:avLst/>
              <a:gdLst/>
              <a:ahLst/>
              <a:cxnLst/>
              <a:rect l="l" t="t" r="r" b="b"/>
              <a:pathLst>
                <a:path w="11689" h="8925" extrusionOk="0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89" name="Google Shape;11389;p77"/>
          <p:cNvGrpSpPr/>
          <p:nvPr/>
        </p:nvGrpSpPr>
        <p:grpSpPr>
          <a:xfrm>
            <a:off x="4024432" y="2174263"/>
            <a:ext cx="562601" cy="562552"/>
            <a:chOff x="-5276050" y="2037975"/>
            <a:chExt cx="292250" cy="292225"/>
          </a:xfrm>
        </p:grpSpPr>
        <p:sp>
          <p:nvSpPr>
            <p:cNvPr id="11390" name="Google Shape;11390;p77"/>
            <p:cNvSpPr/>
            <p:nvPr/>
          </p:nvSpPr>
          <p:spPr>
            <a:xfrm>
              <a:off x="-5102775" y="221125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1" name="Google Shape;11391;p77"/>
            <p:cNvSpPr/>
            <p:nvPr/>
          </p:nvSpPr>
          <p:spPr>
            <a:xfrm>
              <a:off x="-5224050" y="2107875"/>
              <a:ext cx="51200" cy="49825"/>
            </a:xfrm>
            <a:custGeom>
              <a:avLst/>
              <a:gdLst/>
              <a:ahLst/>
              <a:cxnLst/>
              <a:rect l="l" t="t" r="r" b="b"/>
              <a:pathLst>
                <a:path w="2048" h="1993" extrusionOk="0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2" name="Google Shape;11392;p77"/>
            <p:cNvSpPr/>
            <p:nvPr/>
          </p:nvSpPr>
          <p:spPr>
            <a:xfrm>
              <a:off x="-5276050" y="2037975"/>
              <a:ext cx="292250" cy="292225"/>
            </a:xfrm>
            <a:custGeom>
              <a:avLst/>
              <a:gdLst/>
              <a:ahLst/>
              <a:cxnLst/>
              <a:rect l="l" t="t" r="r" b="b"/>
              <a:pathLst>
                <a:path w="11690" h="11689" extrusionOk="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93" name="Google Shape;11393;p77"/>
          <p:cNvSpPr/>
          <p:nvPr/>
        </p:nvSpPr>
        <p:spPr>
          <a:xfrm>
            <a:off x="4019587" y="2870557"/>
            <a:ext cx="573188" cy="527324"/>
          </a:xfrm>
          <a:custGeom>
            <a:avLst/>
            <a:gdLst/>
            <a:ahLst/>
            <a:cxnLst/>
            <a:rect l="l" t="t" r="r" b="b"/>
            <a:pathLst>
              <a:path w="11910" h="10957" extrusionOk="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394" name="Google Shape;11394;p77"/>
          <p:cNvSpPr/>
          <p:nvPr/>
        </p:nvSpPr>
        <p:spPr>
          <a:xfrm>
            <a:off x="4040812" y="3547742"/>
            <a:ext cx="562552" cy="561012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95" name="Google Shape;11395;p77"/>
          <p:cNvGrpSpPr/>
          <p:nvPr/>
        </p:nvGrpSpPr>
        <p:grpSpPr>
          <a:xfrm>
            <a:off x="7702849" y="2175008"/>
            <a:ext cx="432177" cy="561061"/>
            <a:chOff x="-3462150" y="2046625"/>
            <a:chExt cx="224500" cy="291450"/>
          </a:xfrm>
        </p:grpSpPr>
        <p:sp>
          <p:nvSpPr>
            <p:cNvPr id="11396" name="Google Shape;11396;p77"/>
            <p:cNvSpPr/>
            <p:nvPr/>
          </p:nvSpPr>
          <p:spPr>
            <a:xfrm>
              <a:off x="-3425125" y="2253000"/>
              <a:ext cx="51225" cy="50425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7" name="Google Shape;11397;p77"/>
            <p:cNvSpPr/>
            <p:nvPr/>
          </p:nvSpPr>
          <p:spPr>
            <a:xfrm>
              <a:off x="-3425125" y="2116725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8" name="Google Shape;11398;p77"/>
            <p:cNvSpPr/>
            <p:nvPr/>
          </p:nvSpPr>
          <p:spPr>
            <a:xfrm>
              <a:off x="-3425125" y="218525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9" name="Google Shape;11399;p77"/>
            <p:cNvSpPr/>
            <p:nvPr/>
          </p:nvSpPr>
          <p:spPr>
            <a:xfrm>
              <a:off x="-3462150" y="2046625"/>
              <a:ext cx="224500" cy="291450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0" name="Google Shape;11400;p77"/>
            <p:cNvSpPr/>
            <p:nvPr/>
          </p:nvSpPr>
          <p:spPr>
            <a:xfrm>
              <a:off x="-3358175" y="2133275"/>
              <a:ext cx="86650" cy="18125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1" name="Google Shape;11401;p77"/>
            <p:cNvSpPr/>
            <p:nvPr/>
          </p:nvSpPr>
          <p:spPr>
            <a:xfrm>
              <a:off x="-3358175" y="2201800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2" name="Google Shape;11402;p77"/>
            <p:cNvSpPr/>
            <p:nvPr/>
          </p:nvSpPr>
          <p:spPr>
            <a:xfrm>
              <a:off x="-3358175" y="2270325"/>
              <a:ext cx="86650" cy="18125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03" name="Google Shape;11403;p77"/>
          <p:cNvGrpSpPr/>
          <p:nvPr/>
        </p:nvGrpSpPr>
        <p:grpSpPr>
          <a:xfrm>
            <a:off x="7670267" y="2852369"/>
            <a:ext cx="497341" cy="564092"/>
            <a:chOff x="-3478675" y="2405775"/>
            <a:chExt cx="258350" cy="293025"/>
          </a:xfrm>
        </p:grpSpPr>
        <p:sp>
          <p:nvSpPr>
            <p:cNvPr id="11404" name="Google Shape;11404;p77"/>
            <p:cNvSpPr/>
            <p:nvPr/>
          </p:nvSpPr>
          <p:spPr>
            <a:xfrm>
              <a:off x="-3478675" y="2405775"/>
              <a:ext cx="258350" cy="293025"/>
            </a:xfrm>
            <a:custGeom>
              <a:avLst/>
              <a:gdLst/>
              <a:ahLst/>
              <a:cxnLst/>
              <a:rect l="l" t="t" r="r" b="b"/>
              <a:pathLst>
                <a:path w="10334" h="11721" extrusionOk="0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5" name="Google Shape;11405;p77"/>
            <p:cNvSpPr/>
            <p:nvPr/>
          </p:nvSpPr>
          <p:spPr>
            <a:xfrm>
              <a:off x="-3408575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6" name="Google Shape;11406;p77"/>
            <p:cNvSpPr/>
            <p:nvPr/>
          </p:nvSpPr>
          <p:spPr>
            <a:xfrm>
              <a:off x="-3357400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7" name="Google Shape;11407;p77"/>
            <p:cNvSpPr/>
            <p:nvPr/>
          </p:nvSpPr>
          <p:spPr>
            <a:xfrm>
              <a:off x="-3306200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08" name="Google Shape;11408;p77"/>
          <p:cNvGrpSpPr/>
          <p:nvPr/>
        </p:nvGrpSpPr>
        <p:grpSpPr>
          <a:xfrm>
            <a:off x="7753625" y="3547197"/>
            <a:ext cx="362441" cy="562552"/>
            <a:chOff x="-3443250" y="2765725"/>
            <a:chExt cx="188275" cy="292225"/>
          </a:xfrm>
        </p:grpSpPr>
        <p:sp>
          <p:nvSpPr>
            <p:cNvPr id="11409" name="Google Shape;11409;p77"/>
            <p:cNvSpPr/>
            <p:nvPr/>
          </p:nvSpPr>
          <p:spPr>
            <a:xfrm>
              <a:off x="-3443250" y="2765725"/>
              <a:ext cx="188275" cy="292225"/>
            </a:xfrm>
            <a:custGeom>
              <a:avLst/>
              <a:gdLst/>
              <a:ahLst/>
              <a:cxnLst/>
              <a:rect l="l" t="t" r="r" b="b"/>
              <a:pathLst>
                <a:path w="7531" h="11689" extrusionOk="0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0" name="Google Shape;11410;p77"/>
            <p:cNvSpPr/>
            <p:nvPr/>
          </p:nvSpPr>
          <p:spPr>
            <a:xfrm>
              <a:off x="-3411725" y="2799375"/>
              <a:ext cx="124450" cy="86100"/>
            </a:xfrm>
            <a:custGeom>
              <a:avLst/>
              <a:gdLst/>
              <a:ahLst/>
              <a:cxnLst/>
              <a:rect l="l" t="t" r="r" b="b"/>
              <a:pathLst>
                <a:path w="4978" h="3444" extrusionOk="0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1" name="Google Shape;11411;p77"/>
            <p:cNvSpPr/>
            <p:nvPr/>
          </p:nvSpPr>
          <p:spPr>
            <a:xfrm>
              <a:off x="-3392825" y="2903575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2" name="Google Shape;11412;p77"/>
            <p:cNvSpPr/>
            <p:nvPr/>
          </p:nvSpPr>
          <p:spPr>
            <a:xfrm>
              <a:off x="-3392825" y="2938225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13" name="Google Shape;11413;p77"/>
          <p:cNvGrpSpPr/>
          <p:nvPr/>
        </p:nvGrpSpPr>
        <p:grpSpPr>
          <a:xfrm>
            <a:off x="1125486" y="4307913"/>
            <a:ext cx="495849" cy="564092"/>
            <a:chOff x="-1684475" y="2049000"/>
            <a:chExt cx="257575" cy="293025"/>
          </a:xfrm>
        </p:grpSpPr>
        <p:sp>
          <p:nvSpPr>
            <p:cNvPr id="11414" name="Google Shape;11414;p77"/>
            <p:cNvSpPr/>
            <p:nvPr/>
          </p:nvSpPr>
          <p:spPr>
            <a:xfrm>
              <a:off x="-1684475" y="2049000"/>
              <a:ext cx="257575" cy="293025"/>
            </a:xfrm>
            <a:custGeom>
              <a:avLst/>
              <a:gdLst/>
              <a:ahLst/>
              <a:cxnLst/>
              <a:rect l="l" t="t" r="r" b="b"/>
              <a:pathLst>
                <a:path w="10303" h="11721" extrusionOk="0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5" name="Google Shape;11415;p77"/>
            <p:cNvSpPr/>
            <p:nvPr/>
          </p:nvSpPr>
          <p:spPr>
            <a:xfrm>
              <a:off x="-1615950" y="2238800"/>
              <a:ext cx="120525" cy="18150"/>
            </a:xfrm>
            <a:custGeom>
              <a:avLst/>
              <a:gdLst/>
              <a:ahLst/>
              <a:cxnLst/>
              <a:rect l="l" t="t" r="r" b="b"/>
              <a:pathLst>
                <a:path w="4821" h="726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6" name="Google Shape;11416;p77"/>
            <p:cNvSpPr/>
            <p:nvPr/>
          </p:nvSpPr>
          <p:spPr>
            <a:xfrm>
              <a:off x="-1615950" y="2273475"/>
              <a:ext cx="120525" cy="17350"/>
            </a:xfrm>
            <a:custGeom>
              <a:avLst/>
              <a:gdLst/>
              <a:ahLst/>
              <a:cxnLst/>
              <a:rect l="l" t="t" r="r" b="b"/>
              <a:pathLst>
                <a:path w="4821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7" name="Google Shape;11417;p77"/>
            <p:cNvSpPr/>
            <p:nvPr/>
          </p:nvSpPr>
          <p:spPr>
            <a:xfrm>
              <a:off x="-1630925" y="2100975"/>
              <a:ext cx="153625" cy="116600"/>
            </a:xfrm>
            <a:custGeom>
              <a:avLst/>
              <a:gdLst/>
              <a:ahLst/>
              <a:cxnLst/>
              <a:rect l="l" t="t" r="r" b="b"/>
              <a:pathLst>
                <a:path w="6145" h="4664" extrusionOk="0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18" name="Google Shape;11418;p77"/>
          <p:cNvSpPr/>
          <p:nvPr/>
        </p:nvSpPr>
        <p:spPr>
          <a:xfrm>
            <a:off x="3296393" y="4309034"/>
            <a:ext cx="586808" cy="561831"/>
          </a:xfrm>
          <a:custGeom>
            <a:avLst/>
            <a:gdLst/>
            <a:ahLst/>
            <a:cxnLst/>
            <a:rect l="l" t="t" r="r" b="b"/>
            <a:pathLst>
              <a:path w="12193" h="11674" extrusionOk="0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19" name="Google Shape;11419;p77"/>
          <p:cNvGrpSpPr/>
          <p:nvPr/>
        </p:nvGrpSpPr>
        <p:grpSpPr>
          <a:xfrm>
            <a:off x="5512010" y="4308685"/>
            <a:ext cx="561061" cy="562552"/>
            <a:chOff x="-1700225" y="2768875"/>
            <a:chExt cx="291450" cy="292225"/>
          </a:xfrm>
        </p:grpSpPr>
        <p:sp>
          <p:nvSpPr>
            <p:cNvPr id="11420" name="Google Shape;11420;p77"/>
            <p:cNvSpPr/>
            <p:nvPr/>
          </p:nvSpPr>
          <p:spPr>
            <a:xfrm>
              <a:off x="-1700225" y="2768875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1" name="Google Shape;11421;p77"/>
            <p:cNvSpPr/>
            <p:nvPr/>
          </p:nvSpPr>
          <p:spPr>
            <a:xfrm>
              <a:off x="-1667150" y="28019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2" name="Google Shape;11422;p77"/>
            <p:cNvSpPr/>
            <p:nvPr/>
          </p:nvSpPr>
          <p:spPr>
            <a:xfrm>
              <a:off x="-1632500" y="28019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3" name="Google Shape;11423;p77"/>
            <p:cNvSpPr/>
            <p:nvPr/>
          </p:nvSpPr>
          <p:spPr>
            <a:xfrm>
              <a:off x="-1597850" y="2801950"/>
              <a:ext cx="17375" cy="18150"/>
            </a:xfrm>
            <a:custGeom>
              <a:avLst/>
              <a:gdLst/>
              <a:ahLst/>
              <a:cxnLst/>
              <a:rect l="l" t="t" r="r" b="b"/>
              <a:pathLst>
                <a:path w="69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4" name="Google Shape;11424;p77"/>
            <p:cNvSpPr/>
            <p:nvPr/>
          </p:nvSpPr>
          <p:spPr>
            <a:xfrm>
              <a:off x="-1564750" y="2801950"/>
              <a:ext cx="120525" cy="18150"/>
            </a:xfrm>
            <a:custGeom>
              <a:avLst/>
              <a:gdLst/>
              <a:ahLst/>
              <a:cxnLst/>
              <a:rect l="l" t="t" r="r" b="b"/>
              <a:pathLst>
                <a:path w="4821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5" name="Google Shape;11425;p77"/>
            <p:cNvSpPr/>
            <p:nvPr/>
          </p:nvSpPr>
          <p:spPr>
            <a:xfrm>
              <a:off x="-1597850" y="2924050"/>
              <a:ext cx="85100" cy="85075"/>
            </a:xfrm>
            <a:custGeom>
              <a:avLst/>
              <a:gdLst/>
              <a:ahLst/>
              <a:cxnLst/>
              <a:rect l="l" t="t" r="r" b="b"/>
              <a:pathLst>
                <a:path w="3404" h="3403" extrusionOk="0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26" name="Google Shape;11426;p77"/>
          <p:cNvGrpSpPr/>
          <p:nvPr/>
        </p:nvGrpSpPr>
        <p:grpSpPr>
          <a:xfrm>
            <a:off x="4803141" y="4307914"/>
            <a:ext cx="495849" cy="564092"/>
            <a:chOff x="-919700" y="2420750"/>
            <a:chExt cx="257575" cy="293025"/>
          </a:xfrm>
        </p:grpSpPr>
        <p:sp>
          <p:nvSpPr>
            <p:cNvPr id="11427" name="Google Shape;11427;p77"/>
            <p:cNvSpPr/>
            <p:nvPr/>
          </p:nvSpPr>
          <p:spPr>
            <a:xfrm>
              <a:off x="-884250" y="2490850"/>
              <a:ext cx="84300" cy="51225"/>
            </a:xfrm>
            <a:custGeom>
              <a:avLst/>
              <a:gdLst/>
              <a:ahLst/>
              <a:cxnLst/>
              <a:rect l="l" t="t" r="r" b="b"/>
              <a:pathLst>
                <a:path w="3372" h="2049" extrusionOk="0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8" name="Google Shape;11428;p77"/>
            <p:cNvSpPr/>
            <p:nvPr/>
          </p:nvSpPr>
          <p:spPr>
            <a:xfrm>
              <a:off x="-919700" y="2420750"/>
              <a:ext cx="257575" cy="293025"/>
            </a:xfrm>
            <a:custGeom>
              <a:avLst/>
              <a:gdLst/>
              <a:ahLst/>
              <a:cxnLst/>
              <a:rect l="l" t="t" r="r" b="b"/>
              <a:pathLst>
                <a:path w="10303" h="11721" extrusionOk="0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9" name="Google Shape;11429;p77"/>
            <p:cNvSpPr/>
            <p:nvPr/>
          </p:nvSpPr>
          <p:spPr>
            <a:xfrm>
              <a:off x="-766100" y="266097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30" name="Google Shape;11430;p77"/>
          <p:cNvGrpSpPr/>
          <p:nvPr/>
        </p:nvGrpSpPr>
        <p:grpSpPr>
          <a:xfrm>
            <a:off x="2583397" y="2194601"/>
            <a:ext cx="546041" cy="547489"/>
            <a:chOff x="6679825" y="2693700"/>
            <a:chExt cx="257875" cy="258575"/>
          </a:xfrm>
        </p:grpSpPr>
        <p:sp>
          <p:nvSpPr>
            <p:cNvPr id="11431" name="Google Shape;11431;p77"/>
            <p:cNvSpPr/>
            <p:nvPr/>
          </p:nvSpPr>
          <p:spPr>
            <a:xfrm>
              <a:off x="6679825" y="2693700"/>
              <a:ext cx="257875" cy="258575"/>
            </a:xfrm>
            <a:custGeom>
              <a:avLst/>
              <a:gdLst/>
              <a:ahLst/>
              <a:cxnLst/>
              <a:rect l="l" t="t" r="r" b="b"/>
              <a:pathLst>
                <a:path w="10315" h="10343" extrusionOk="0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2" name="Google Shape;11432;p7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avLst/>
              <a:gdLst/>
              <a:ahLst/>
              <a:cxnLst/>
              <a:rect l="l" t="t" r="r" b="b"/>
              <a:pathLst>
                <a:path w="10315" h="10343" extrusionOk="0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36" name="Google Shape;11436;p77"/>
          <p:cNvGrpSpPr/>
          <p:nvPr/>
        </p:nvGrpSpPr>
        <p:grpSpPr>
          <a:xfrm>
            <a:off x="7862152" y="5007249"/>
            <a:ext cx="477457" cy="543188"/>
            <a:chOff x="7660859" y="2571753"/>
            <a:chExt cx="366561" cy="417024"/>
          </a:xfrm>
        </p:grpSpPr>
        <p:sp>
          <p:nvSpPr>
            <p:cNvPr id="11437" name="Google Shape;11437;p77"/>
            <p:cNvSpPr/>
            <p:nvPr/>
          </p:nvSpPr>
          <p:spPr>
            <a:xfrm>
              <a:off x="7770506" y="2633631"/>
              <a:ext cx="147259" cy="146633"/>
            </a:xfrm>
            <a:custGeom>
              <a:avLst/>
              <a:gdLst/>
              <a:ahLst/>
              <a:cxnLst/>
              <a:rect l="l" t="t" r="r" b="b"/>
              <a:pathLst>
                <a:path w="7056" h="7026" extrusionOk="0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8" name="Google Shape;11438;p77"/>
            <p:cNvSpPr/>
            <p:nvPr/>
          </p:nvSpPr>
          <p:spPr>
            <a:xfrm>
              <a:off x="7730834" y="2792447"/>
              <a:ext cx="226648" cy="76781"/>
            </a:xfrm>
            <a:custGeom>
              <a:avLst/>
              <a:gdLst/>
              <a:ahLst/>
              <a:cxnLst/>
              <a:rect l="l" t="t" r="r" b="b"/>
              <a:pathLst>
                <a:path w="10860" h="3679" extrusionOk="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9" name="Google Shape;11439;p77"/>
            <p:cNvSpPr/>
            <p:nvPr/>
          </p:nvSpPr>
          <p:spPr>
            <a:xfrm>
              <a:off x="7660859" y="2571753"/>
              <a:ext cx="366561" cy="417024"/>
            </a:xfrm>
            <a:custGeom>
              <a:avLst/>
              <a:gdLst/>
              <a:ahLst/>
              <a:cxnLst/>
              <a:rect l="l" t="t" r="r" b="b"/>
              <a:pathLst>
                <a:path w="17564" h="19982" extrusionOk="0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40" name="Google Shape;11440;p77"/>
          <p:cNvGrpSpPr/>
          <p:nvPr/>
        </p:nvGrpSpPr>
        <p:grpSpPr>
          <a:xfrm>
            <a:off x="5451886" y="5007249"/>
            <a:ext cx="543188" cy="543188"/>
            <a:chOff x="5566722" y="2571753"/>
            <a:chExt cx="417024" cy="417024"/>
          </a:xfrm>
        </p:grpSpPr>
        <p:sp>
          <p:nvSpPr>
            <p:cNvPr id="11441" name="Google Shape;11441;p77"/>
            <p:cNvSpPr/>
            <p:nvPr/>
          </p:nvSpPr>
          <p:spPr>
            <a:xfrm>
              <a:off x="5566722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2" name="Google Shape;11442;p77"/>
            <p:cNvSpPr/>
            <p:nvPr/>
          </p:nvSpPr>
          <p:spPr>
            <a:xfrm>
              <a:off x="5653037" y="2658069"/>
              <a:ext cx="207719" cy="243052"/>
            </a:xfrm>
            <a:custGeom>
              <a:avLst/>
              <a:gdLst/>
              <a:ahLst/>
              <a:cxnLst/>
              <a:rect l="l" t="t" r="r" b="b"/>
              <a:pathLst>
                <a:path w="9953" h="11646" extrusionOk="0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48" name="Google Shape;11448;p77"/>
          <p:cNvGrpSpPr/>
          <p:nvPr/>
        </p:nvGrpSpPr>
        <p:grpSpPr>
          <a:xfrm>
            <a:off x="7024979" y="4997273"/>
            <a:ext cx="543188" cy="543188"/>
            <a:chOff x="7137330" y="2571753"/>
            <a:chExt cx="417024" cy="417024"/>
          </a:xfrm>
        </p:grpSpPr>
        <p:sp>
          <p:nvSpPr>
            <p:cNvPr id="11449" name="Google Shape;11449;p77"/>
            <p:cNvSpPr/>
            <p:nvPr/>
          </p:nvSpPr>
          <p:spPr>
            <a:xfrm>
              <a:off x="7235854" y="2645840"/>
              <a:ext cx="219949" cy="268826"/>
            </a:xfrm>
            <a:custGeom>
              <a:avLst/>
              <a:gdLst/>
              <a:ahLst/>
              <a:cxnLst/>
              <a:rect l="l" t="t" r="r" b="b"/>
              <a:pathLst>
                <a:path w="10539" h="12881" extrusionOk="0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0" name="Google Shape;11450;p77"/>
            <p:cNvSpPr/>
            <p:nvPr/>
          </p:nvSpPr>
          <p:spPr>
            <a:xfrm>
              <a:off x="7137330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1" name="Google Shape;11451;p77"/>
            <p:cNvSpPr/>
            <p:nvPr/>
          </p:nvSpPr>
          <p:spPr>
            <a:xfrm>
              <a:off x="7284751" y="2694716"/>
              <a:ext cx="122173" cy="122194"/>
            </a:xfrm>
            <a:custGeom>
              <a:avLst/>
              <a:gdLst/>
              <a:ahLst/>
              <a:cxnLst/>
              <a:rect l="l" t="t" r="r" b="b"/>
              <a:pathLst>
                <a:path w="5854" h="5855" extrusionOk="0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58" name="Google Shape;11458;p77"/>
          <p:cNvGrpSpPr/>
          <p:nvPr/>
        </p:nvGrpSpPr>
        <p:grpSpPr>
          <a:xfrm>
            <a:off x="10544323" y="4318374"/>
            <a:ext cx="543215" cy="543215"/>
            <a:chOff x="2964567" y="2571753"/>
            <a:chExt cx="417045" cy="417045"/>
          </a:xfrm>
        </p:grpSpPr>
        <p:sp>
          <p:nvSpPr>
            <p:cNvPr id="11459" name="Google Shape;11459;p77"/>
            <p:cNvSpPr/>
            <p:nvPr/>
          </p:nvSpPr>
          <p:spPr>
            <a:xfrm>
              <a:off x="2964567" y="2571753"/>
              <a:ext cx="417045" cy="417045"/>
            </a:xfrm>
            <a:custGeom>
              <a:avLst/>
              <a:gdLst/>
              <a:ahLst/>
              <a:cxnLst/>
              <a:rect l="l" t="t" r="r" b="b"/>
              <a:pathLst>
                <a:path w="19983" h="19983" extrusionOk="0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0" name="Google Shape;11460;p77"/>
            <p:cNvSpPr/>
            <p:nvPr/>
          </p:nvSpPr>
          <p:spPr>
            <a:xfrm>
              <a:off x="3037777" y="2694715"/>
              <a:ext cx="270642" cy="146633"/>
            </a:xfrm>
            <a:custGeom>
              <a:avLst/>
              <a:gdLst/>
              <a:ahLst/>
              <a:cxnLst/>
              <a:rect l="l" t="t" r="r" b="b"/>
              <a:pathLst>
                <a:path w="12968" h="7026" extrusionOk="0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61" name="Google Shape;11461;p77"/>
          <p:cNvGrpSpPr/>
          <p:nvPr/>
        </p:nvGrpSpPr>
        <p:grpSpPr>
          <a:xfrm>
            <a:off x="6296407" y="5056012"/>
            <a:ext cx="543188" cy="381960"/>
            <a:chOff x="3476576" y="2633631"/>
            <a:chExt cx="417024" cy="293244"/>
          </a:xfrm>
        </p:grpSpPr>
        <p:sp>
          <p:nvSpPr>
            <p:cNvPr id="11462" name="Google Shape;11462;p77"/>
            <p:cNvSpPr/>
            <p:nvPr/>
          </p:nvSpPr>
          <p:spPr>
            <a:xfrm>
              <a:off x="3476576" y="2633631"/>
              <a:ext cx="417024" cy="293244"/>
            </a:xfrm>
            <a:custGeom>
              <a:avLst/>
              <a:gdLst/>
              <a:ahLst/>
              <a:cxnLst/>
              <a:rect l="l" t="t" r="r" b="b"/>
              <a:pathLst>
                <a:path w="19982" h="14051" extrusionOk="0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3" name="Google Shape;11463;p77"/>
            <p:cNvSpPr/>
            <p:nvPr/>
          </p:nvSpPr>
          <p:spPr>
            <a:xfrm>
              <a:off x="3636206" y="2706945"/>
              <a:ext cx="122194" cy="146633"/>
            </a:xfrm>
            <a:custGeom>
              <a:avLst/>
              <a:gdLst/>
              <a:ahLst/>
              <a:cxnLst/>
              <a:rect l="l" t="t" r="r" b="b"/>
              <a:pathLst>
                <a:path w="5855" h="7026" extrusionOk="0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64" name="Google Shape;11464;p77"/>
          <p:cNvGrpSpPr/>
          <p:nvPr/>
        </p:nvGrpSpPr>
        <p:grpSpPr>
          <a:xfrm>
            <a:off x="2986530" y="5007344"/>
            <a:ext cx="543215" cy="542997"/>
            <a:chOff x="3988564" y="2571836"/>
            <a:chExt cx="417045" cy="416878"/>
          </a:xfrm>
        </p:grpSpPr>
        <p:sp>
          <p:nvSpPr>
            <p:cNvPr id="11465" name="Google Shape;11465;p77"/>
            <p:cNvSpPr/>
            <p:nvPr/>
          </p:nvSpPr>
          <p:spPr>
            <a:xfrm>
              <a:off x="4090678" y="2650431"/>
              <a:ext cx="213124" cy="259268"/>
            </a:xfrm>
            <a:custGeom>
              <a:avLst/>
              <a:gdLst/>
              <a:ahLst/>
              <a:cxnLst/>
              <a:rect l="l" t="t" r="r" b="b"/>
              <a:pathLst>
                <a:path w="10212" h="12423" extrusionOk="0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6" name="Google Shape;11466;p77"/>
            <p:cNvSpPr/>
            <p:nvPr/>
          </p:nvSpPr>
          <p:spPr>
            <a:xfrm>
              <a:off x="3988564" y="2571836"/>
              <a:ext cx="417045" cy="416878"/>
            </a:xfrm>
            <a:custGeom>
              <a:avLst/>
              <a:gdLst/>
              <a:ahLst/>
              <a:cxnLst/>
              <a:rect l="l" t="t" r="r" b="b"/>
              <a:pathLst>
                <a:path w="19983" h="19975" extrusionOk="0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67" name="Google Shape;11467;p77"/>
          <p:cNvGrpSpPr/>
          <p:nvPr/>
        </p:nvGrpSpPr>
        <p:grpSpPr>
          <a:xfrm>
            <a:off x="3808334" y="5007249"/>
            <a:ext cx="543188" cy="543188"/>
            <a:chOff x="4500573" y="2571753"/>
            <a:chExt cx="417024" cy="417024"/>
          </a:xfrm>
        </p:grpSpPr>
        <p:sp>
          <p:nvSpPr>
            <p:cNvPr id="11468" name="Google Shape;11468;p77"/>
            <p:cNvSpPr/>
            <p:nvPr/>
          </p:nvSpPr>
          <p:spPr>
            <a:xfrm>
              <a:off x="4550263" y="2632817"/>
              <a:ext cx="317683" cy="293244"/>
            </a:xfrm>
            <a:custGeom>
              <a:avLst/>
              <a:gdLst/>
              <a:ahLst/>
              <a:cxnLst/>
              <a:rect l="l" t="t" r="r" b="b"/>
              <a:pathLst>
                <a:path w="15222" h="14051" extrusionOk="0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9" name="Google Shape;11469;p77"/>
            <p:cNvSpPr/>
            <p:nvPr/>
          </p:nvSpPr>
          <p:spPr>
            <a:xfrm>
              <a:off x="4500573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70" name="Google Shape;11470;p77"/>
          <p:cNvGrpSpPr/>
          <p:nvPr/>
        </p:nvGrpSpPr>
        <p:grpSpPr>
          <a:xfrm>
            <a:off x="4630110" y="5007249"/>
            <a:ext cx="543188" cy="543188"/>
            <a:chOff x="5012603" y="2571753"/>
            <a:chExt cx="417024" cy="417024"/>
          </a:xfrm>
        </p:grpSpPr>
        <p:sp>
          <p:nvSpPr>
            <p:cNvPr id="11471" name="Google Shape;11471;p77"/>
            <p:cNvSpPr/>
            <p:nvPr/>
          </p:nvSpPr>
          <p:spPr>
            <a:xfrm>
              <a:off x="5133124" y="2631210"/>
              <a:ext cx="180818" cy="300048"/>
            </a:xfrm>
            <a:custGeom>
              <a:avLst/>
              <a:gdLst/>
              <a:ahLst/>
              <a:cxnLst/>
              <a:rect l="l" t="t" r="r" b="b"/>
              <a:pathLst>
                <a:path w="8664" h="14377" extrusionOk="0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2" name="Google Shape;11472;p77"/>
            <p:cNvSpPr/>
            <p:nvPr/>
          </p:nvSpPr>
          <p:spPr>
            <a:xfrm>
              <a:off x="5012603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73" name="Google Shape;11473;p77"/>
          <p:cNvSpPr/>
          <p:nvPr/>
        </p:nvSpPr>
        <p:spPr>
          <a:xfrm>
            <a:off x="6950386" y="4318470"/>
            <a:ext cx="543177" cy="543177"/>
          </a:xfrm>
          <a:custGeom>
            <a:avLst/>
            <a:gdLst/>
            <a:ahLst/>
            <a:cxnLst/>
            <a:rect l="l" t="t" r="r" b="b"/>
            <a:pathLst>
              <a:path w="19982" h="19982" extrusionOk="0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74" name="Google Shape;11474;p77"/>
          <p:cNvGrpSpPr/>
          <p:nvPr/>
        </p:nvGrpSpPr>
        <p:grpSpPr>
          <a:xfrm>
            <a:off x="7644439" y="4318387"/>
            <a:ext cx="543243" cy="543188"/>
            <a:chOff x="812101" y="2571761"/>
            <a:chExt cx="417066" cy="417024"/>
          </a:xfrm>
        </p:grpSpPr>
        <p:sp>
          <p:nvSpPr>
            <p:cNvPr id="11475" name="Google Shape;11475;p77"/>
            <p:cNvSpPr/>
            <p:nvPr/>
          </p:nvSpPr>
          <p:spPr>
            <a:xfrm>
              <a:off x="935084" y="2694744"/>
              <a:ext cx="171071" cy="171071"/>
            </a:xfrm>
            <a:custGeom>
              <a:avLst/>
              <a:gdLst/>
              <a:ahLst/>
              <a:cxnLst/>
              <a:rect l="l" t="t" r="r" b="b"/>
              <a:pathLst>
                <a:path w="8197" h="8197" extrusionOk="0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6" name="Google Shape;11476;p77"/>
            <p:cNvSpPr/>
            <p:nvPr/>
          </p:nvSpPr>
          <p:spPr>
            <a:xfrm>
              <a:off x="860977" y="2620616"/>
              <a:ext cx="319311" cy="319290"/>
            </a:xfrm>
            <a:custGeom>
              <a:avLst/>
              <a:gdLst/>
              <a:ahLst/>
              <a:cxnLst/>
              <a:rect l="l" t="t" r="r" b="b"/>
              <a:pathLst>
                <a:path w="15300" h="15299" extrusionOk="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7" name="Google Shape;11477;p77"/>
            <p:cNvSpPr/>
            <p:nvPr/>
          </p:nvSpPr>
          <p:spPr>
            <a:xfrm>
              <a:off x="812101" y="2571761"/>
              <a:ext cx="417066" cy="417024"/>
            </a:xfrm>
            <a:custGeom>
              <a:avLst/>
              <a:gdLst/>
              <a:ahLst/>
              <a:cxnLst/>
              <a:rect l="l" t="t" r="r" b="b"/>
              <a:pathLst>
                <a:path w="19984" h="19982" extrusionOk="0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8" name="Google Shape;11478;p77"/>
            <p:cNvSpPr/>
            <p:nvPr/>
          </p:nvSpPr>
          <p:spPr>
            <a:xfrm>
              <a:off x="1081712" y="2670306"/>
              <a:ext cx="48878" cy="48898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79" name="Google Shape;11479;p77"/>
          <p:cNvGrpSpPr/>
          <p:nvPr/>
        </p:nvGrpSpPr>
        <p:grpSpPr>
          <a:xfrm>
            <a:off x="8338565" y="4318387"/>
            <a:ext cx="543188" cy="543188"/>
            <a:chOff x="1323129" y="2571761"/>
            <a:chExt cx="417024" cy="417024"/>
          </a:xfrm>
        </p:grpSpPr>
        <p:sp>
          <p:nvSpPr>
            <p:cNvPr id="11480" name="Google Shape;11480;p77"/>
            <p:cNvSpPr/>
            <p:nvPr/>
          </p:nvSpPr>
          <p:spPr>
            <a:xfrm>
              <a:off x="1385007" y="2719183"/>
              <a:ext cx="73337" cy="219907"/>
            </a:xfrm>
            <a:custGeom>
              <a:avLst/>
              <a:gdLst/>
              <a:ahLst/>
              <a:cxnLst/>
              <a:rect l="l" t="t" r="r" b="b"/>
              <a:pathLst>
                <a:path w="3514" h="10537" extrusionOk="0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1" name="Google Shape;11481;p77"/>
            <p:cNvSpPr/>
            <p:nvPr/>
          </p:nvSpPr>
          <p:spPr>
            <a:xfrm>
              <a:off x="1385007" y="2621430"/>
              <a:ext cx="73337" cy="73337"/>
            </a:xfrm>
            <a:custGeom>
              <a:avLst/>
              <a:gdLst/>
              <a:ahLst/>
              <a:cxnLst/>
              <a:rect l="l" t="t" r="r" b="b"/>
              <a:pathLst>
                <a:path w="3514" h="3514" extrusionOk="0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2" name="Google Shape;11482;p77"/>
            <p:cNvSpPr/>
            <p:nvPr/>
          </p:nvSpPr>
          <p:spPr>
            <a:xfrm>
              <a:off x="1482759" y="2718786"/>
              <a:ext cx="195510" cy="220304"/>
            </a:xfrm>
            <a:custGeom>
              <a:avLst/>
              <a:gdLst/>
              <a:ahLst/>
              <a:cxnLst/>
              <a:rect l="l" t="t" r="r" b="b"/>
              <a:pathLst>
                <a:path w="9368" h="10556" extrusionOk="0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3" name="Google Shape;11483;p77"/>
            <p:cNvSpPr/>
            <p:nvPr/>
          </p:nvSpPr>
          <p:spPr>
            <a:xfrm>
              <a:off x="1323129" y="2571761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84" name="Google Shape;11484;p77"/>
          <p:cNvSpPr/>
          <p:nvPr/>
        </p:nvSpPr>
        <p:spPr>
          <a:xfrm>
            <a:off x="9103237" y="4367471"/>
            <a:ext cx="545868" cy="445181"/>
          </a:xfrm>
          <a:custGeom>
            <a:avLst/>
            <a:gdLst/>
            <a:ahLst/>
            <a:cxnLst/>
            <a:rect l="l" t="t" r="r" b="b"/>
            <a:pathLst>
              <a:path w="20081" h="16377" extrusionOk="0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85" name="Google Shape;11485;p77"/>
          <p:cNvGrpSpPr/>
          <p:nvPr/>
        </p:nvGrpSpPr>
        <p:grpSpPr>
          <a:xfrm>
            <a:off x="9853865" y="4318458"/>
            <a:ext cx="544031" cy="543215"/>
            <a:chOff x="2344476" y="2571761"/>
            <a:chExt cx="417671" cy="417045"/>
          </a:xfrm>
        </p:grpSpPr>
        <p:sp>
          <p:nvSpPr>
            <p:cNvPr id="11486" name="Google Shape;11486;p77"/>
            <p:cNvSpPr/>
            <p:nvPr/>
          </p:nvSpPr>
          <p:spPr>
            <a:xfrm>
              <a:off x="2344476" y="2571761"/>
              <a:ext cx="417671" cy="417045"/>
            </a:xfrm>
            <a:custGeom>
              <a:avLst/>
              <a:gdLst/>
              <a:ahLst/>
              <a:cxnLst/>
              <a:rect l="l" t="t" r="r" b="b"/>
              <a:pathLst>
                <a:path w="20013" h="19983" extrusionOk="0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7" name="Google Shape;11487;p77"/>
            <p:cNvSpPr/>
            <p:nvPr/>
          </p:nvSpPr>
          <p:spPr>
            <a:xfrm>
              <a:off x="2421672" y="2657388"/>
              <a:ext cx="260625" cy="243636"/>
            </a:xfrm>
            <a:custGeom>
              <a:avLst/>
              <a:gdLst/>
              <a:ahLst/>
              <a:cxnLst/>
              <a:rect l="l" t="t" r="r" b="b"/>
              <a:pathLst>
                <a:path w="12488" h="11674" extrusionOk="0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88" name="Google Shape;11488;p77"/>
          <p:cNvGrpSpPr/>
          <p:nvPr/>
        </p:nvGrpSpPr>
        <p:grpSpPr>
          <a:xfrm>
            <a:off x="8619923" y="4968302"/>
            <a:ext cx="532237" cy="532237"/>
            <a:chOff x="2038375" y="3798025"/>
            <a:chExt cx="841792" cy="841792"/>
          </a:xfrm>
        </p:grpSpPr>
        <p:sp>
          <p:nvSpPr>
            <p:cNvPr id="11489" name="Google Shape;11489;p77"/>
            <p:cNvSpPr/>
            <p:nvPr/>
          </p:nvSpPr>
          <p:spPr>
            <a:xfrm>
              <a:off x="2186646" y="3907135"/>
              <a:ext cx="545341" cy="623694"/>
            </a:xfrm>
            <a:custGeom>
              <a:avLst/>
              <a:gdLst/>
              <a:ahLst/>
              <a:cxnLst/>
              <a:rect l="l" t="t" r="r" b="b"/>
              <a:pathLst>
                <a:path w="182541" h="208768" extrusionOk="0">
                  <a:moveTo>
                    <a:pt x="124804" y="12232"/>
                  </a:moveTo>
                  <a:cubicBezTo>
                    <a:pt x="127609" y="36012"/>
                    <a:pt x="146529" y="54932"/>
                    <a:pt x="170308" y="57737"/>
                  </a:cubicBezTo>
                  <a:lnTo>
                    <a:pt x="170308" y="78353"/>
                  </a:lnTo>
                  <a:cubicBezTo>
                    <a:pt x="157261" y="77276"/>
                    <a:pt x="144865" y="72710"/>
                    <a:pt x="134166" y="65011"/>
                  </a:cubicBezTo>
                  <a:cubicBezTo>
                    <a:pt x="133084" y="64247"/>
                    <a:pt x="131821" y="63855"/>
                    <a:pt x="130560" y="63855"/>
                  </a:cubicBezTo>
                  <a:cubicBezTo>
                    <a:pt x="129615" y="63855"/>
                    <a:pt x="128671" y="64075"/>
                    <a:pt x="127805" y="64522"/>
                  </a:cubicBezTo>
                  <a:cubicBezTo>
                    <a:pt x="125750" y="65566"/>
                    <a:pt x="124478" y="67686"/>
                    <a:pt x="124478" y="69970"/>
                  </a:cubicBezTo>
                  <a:lnTo>
                    <a:pt x="124478" y="140429"/>
                  </a:lnTo>
                  <a:cubicBezTo>
                    <a:pt x="124478" y="171352"/>
                    <a:pt x="99295" y="196535"/>
                    <a:pt x="68339" y="196535"/>
                  </a:cubicBezTo>
                  <a:cubicBezTo>
                    <a:pt x="37383" y="196535"/>
                    <a:pt x="12233" y="171352"/>
                    <a:pt x="12233" y="140429"/>
                  </a:cubicBezTo>
                  <a:cubicBezTo>
                    <a:pt x="12233" y="111527"/>
                    <a:pt x="34153" y="87682"/>
                    <a:pt x="62239" y="84616"/>
                  </a:cubicBezTo>
                  <a:lnTo>
                    <a:pt x="62239" y="105330"/>
                  </a:lnTo>
                  <a:cubicBezTo>
                    <a:pt x="45505" y="108265"/>
                    <a:pt x="32751" y="122879"/>
                    <a:pt x="32751" y="140429"/>
                  </a:cubicBezTo>
                  <a:cubicBezTo>
                    <a:pt x="32751" y="160033"/>
                    <a:pt x="48702" y="176017"/>
                    <a:pt x="68339" y="176017"/>
                  </a:cubicBezTo>
                  <a:cubicBezTo>
                    <a:pt x="87976" y="176017"/>
                    <a:pt x="103927" y="160033"/>
                    <a:pt x="103927" y="140429"/>
                  </a:cubicBezTo>
                  <a:lnTo>
                    <a:pt x="103927" y="12232"/>
                  </a:lnTo>
                  <a:close/>
                  <a:moveTo>
                    <a:pt x="97827" y="0"/>
                  </a:moveTo>
                  <a:cubicBezTo>
                    <a:pt x="94435" y="0"/>
                    <a:pt x="91695" y="2740"/>
                    <a:pt x="91695" y="6133"/>
                  </a:cubicBezTo>
                  <a:lnTo>
                    <a:pt x="91695" y="140429"/>
                  </a:lnTo>
                  <a:cubicBezTo>
                    <a:pt x="91695" y="153313"/>
                    <a:pt x="81224" y="163784"/>
                    <a:pt x="68339" y="163784"/>
                  </a:cubicBezTo>
                  <a:cubicBezTo>
                    <a:pt x="55454" y="163784"/>
                    <a:pt x="44983" y="153313"/>
                    <a:pt x="44983" y="140429"/>
                  </a:cubicBezTo>
                  <a:cubicBezTo>
                    <a:pt x="44983" y="127544"/>
                    <a:pt x="55454" y="117040"/>
                    <a:pt x="68339" y="117040"/>
                  </a:cubicBezTo>
                  <a:cubicBezTo>
                    <a:pt x="71731" y="117040"/>
                    <a:pt x="74471" y="114300"/>
                    <a:pt x="74471" y="110940"/>
                  </a:cubicBezTo>
                  <a:lnTo>
                    <a:pt x="74471" y="78190"/>
                  </a:lnTo>
                  <a:cubicBezTo>
                    <a:pt x="74471" y="74797"/>
                    <a:pt x="71731" y="72057"/>
                    <a:pt x="68339" y="72057"/>
                  </a:cubicBezTo>
                  <a:cubicBezTo>
                    <a:pt x="30663" y="72057"/>
                    <a:pt x="0" y="102720"/>
                    <a:pt x="0" y="140429"/>
                  </a:cubicBezTo>
                  <a:cubicBezTo>
                    <a:pt x="0" y="178104"/>
                    <a:pt x="30663" y="208767"/>
                    <a:pt x="68339" y="208767"/>
                  </a:cubicBezTo>
                  <a:cubicBezTo>
                    <a:pt x="106047" y="208767"/>
                    <a:pt x="136710" y="178104"/>
                    <a:pt x="136710" y="140429"/>
                  </a:cubicBezTo>
                  <a:lnTo>
                    <a:pt x="136710" y="80963"/>
                  </a:lnTo>
                  <a:cubicBezTo>
                    <a:pt x="148877" y="87454"/>
                    <a:pt x="162414" y="90846"/>
                    <a:pt x="176441" y="90846"/>
                  </a:cubicBezTo>
                  <a:cubicBezTo>
                    <a:pt x="179801" y="90846"/>
                    <a:pt x="182541" y="88106"/>
                    <a:pt x="182541" y="84746"/>
                  </a:cubicBezTo>
                  <a:lnTo>
                    <a:pt x="182541" y="51963"/>
                  </a:lnTo>
                  <a:cubicBezTo>
                    <a:pt x="182541" y="48604"/>
                    <a:pt x="179801" y="45864"/>
                    <a:pt x="176441" y="45864"/>
                  </a:cubicBezTo>
                  <a:cubicBezTo>
                    <a:pt x="154520" y="45864"/>
                    <a:pt x="136710" y="28020"/>
                    <a:pt x="136710" y="6133"/>
                  </a:cubicBezTo>
                  <a:cubicBezTo>
                    <a:pt x="136710" y="2740"/>
                    <a:pt x="133970" y="0"/>
                    <a:pt x="130578" y="0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0" name="Google Shape;11490;p77"/>
            <p:cNvSpPr/>
            <p:nvPr/>
          </p:nvSpPr>
          <p:spPr>
            <a:xfrm>
              <a:off x="2038375" y="3798025"/>
              <a:ext cx="841792" cy="841792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ADR-pres">
  <a:themeElements>
    <a:clrScheme name="Personnalisé 2">
      <a:dk1>
        <a:srgbClr val="202124"/>
      </a:dk1>
      <a:lt1>
        <a:srgbClr val="36383C"/>
      </a:lt1>
      <a:dk2>
        <a:srgbClr val="94979C"/>
      </a:dk2>
      <a:lt2>
        <a:srgbClr val="F3F3F3"/>
      </a:lt2>
      <a:accent1>
        <a:srgbClr val="3558A2"/>
      </a:accent1>
      <a:accent2>
        <a:srgbClr val="C22C0E"/>
      </a:accent2>
      <a:accent3>
        <a:srgbClr val="F06C52"/>
      </a:accent3>
      <a:accent4>
        <a:srgbClr val="E2E2E2"/>
      </a:accent4>
      <a:accent5>
        <a:srgbClr val="FFFFFF"/>
      </a:accent5>
      <a:accent6>
        <a:srgbClr val="FFFFFF"/>
      </a:accent6>
      <a:hlink>
        <a:srgbClr val="36383C"/>
      </a:hlink>
      <a:folHlink>
        <a:srgbClr val="0097A7"/>
      </a:folHlink>
    </a:clrScheme>
    <a:fontScheme name="Personnalisé 1">
      <a:majorFont>
        <a:latin typeface="Marianne"/>
        <a:ea typeface=""/>
        <a:cs typeface=""/>
      </a:majorFont>
      <a:minorFont>
        <a:latin typeface="Marianne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100</TotalTime>
  <Words>619</Words>
  <Application>Microsoft Office PowerPoint</Application>
  <PresentationFormat>Grand écran</PresentationFormat>
  <Paragraphs>219</Paragraphs>
  <Slides>39</Slides>
  <Notes>37</Notes>
  <HiddenSlides>0</HiddenSlides>
  <MMClips>0</MMClips>
  <ScaleCrop>false</ScaleCrop>
  <HeadingPairs>
    <vt:vector size="6" baseType="variant">
      <vt:variant>
        <vt:lpstr>Polices utilisées</vt:lpstr>
      </vt:variant>
      <vt:variant>
        <vt:i4>8</vt:i4>
      </vt:variant>
      <vt:variant>
        <vt:lpstr>Thème</vt:lpstr>
      </vt:variant>
      <vt:variant>
        <vt:i4>2</vt:i4>
      </vt:variant>
      <vt:variant>
        <vt:lpstr>Titres des diapositives</vt:lpstr>
      </vt:variant>
      <vt:variant>
        <vt:i4>39</vt:i4>
      </vt:variant>
    </vt:vector>
  </HeadingPairs>
  <TitlesOfParts>
    <vt:vector size="49" baseType="lpstr">
      <vt:lpstr>Arial</vt:lpstr>
      <vt:lpstr>Calibri</vt:lpstr>
      <vt:lpstr>Inter</vt:lpstr>
      <vt:lpstr>Karla</vt:lpstr>
      <vt:lpstr>Marianne</vt:lpstr>
      <vt:lpstr>Marianne </vt:lpstr>
      <vt:lpstr>Marianne Bold</vt:lpstr>
      <vt:lpstr>Marianne ExtraBold</vt:lpstr>
      <vt:lpstr>SADR-pres</vt:lpstr>
      <vt:lpstr>Slidesgo Final Pages</vt:lpstr>
      <vt:lpstr>Modèle de diapositives AEFE</vt:lpstr>
      <vt:lpstr>Bienvenue !</vt:lpstr>
      <vt:lpstr>Page</vt:lpstr>
      <vt:lpstr>Sommaire</vt:lpstr>
      <vt:lpstr>Page de titre</vt:lpstr>
      <vt:lpstr>Intertitre</vt:lpstr>
      <vt:lpstr>Chronologie</vt:lpstr>
      <vt:lpstr>Chronologie – feuille de route</vt:lpstr>
      <vt:lpstr>Intertitres</vt:lpstr>
      <vt:lpstr>Page intermédiaire</vt:lpstr>
      <vt:lpstr>Prénom, NOM</vt:lpstr>
      <vt:lpstr>Cartographie</vt:lpstr>
      <vt:lpstr>Intertitre</vt:lpstr>
      <vt:lpstr>60 %</vt:lpstr>
      <vt:lpstr>390 000</vt:lpstr>
      <vt:lpstr>Intertitre</vt:lpstr>
      <vt:lpstr>Profil des élèves</vt:lpstr>
      <vt:lpstr>Statistiques</vt:lpstr>
      <vt:lpstr>Citation-verbatim</vt:lpstr>
      <vt:lpstr>Projections, tableau</vt:lpstr>
      <vt:lpstr>Julia </vt:lpstr>
      <vt:lpstr>Récompenses </vt:lpstr>
      <vt:lpstr>Présentation de l’équipe !</vt:lpstr>
      <vt:lpstr>mars</vt:lpstr>
      <vt:lpstr>Ordinateur capture</vt:lpstr>
      <vt:lpstr>Contact carte visite</vt:lpstr>
      <vt:lpstr>Pictogrammes à personnaliser</vt:lpstr>
      <vt:lpstr>Nos ressources graphiques </vt:lpstr>
      <vt:lpstr>Présentation PowerPoint</vt:lpstr>
      <vt:lpstr>Présentation PowerPoint</vt:lpstr>
      <vt:lpstr>Présentation PowerPoint</vt:lpstr>
      <vt:lpstr>Présentation PowerPoint</vt:lpstr>
      <vt:lpstr>Pictogrammes éditables</vt:lpstr>
      <vt:lpstr>Éducation</vt:lpstr>
      <vt:lpstr>Business</vt:lpstr>
      <vt:lpstr>Aide et supports </vt:lpstr>
      <vt:lpstr>Process créatif</vt:lpstr>
      <vt:lpstr>Présentation PowerPoint</vt:lpstr>
      <vt:lpstr>Travail, publication, réseaux sociaux  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NEGHAL Nabil</dc:creator>
  <cp:lastModifiedBy>NDOUBA Marang</cp:lastModifiedBy>
  <cp:revision>15</cp:revision>
  <dcterms:created xsi:type="dcterms:W3CDTF">2025-07-10T14:32:44Z</dcterms:created>
  <dcterms:modified xsi:type="dcterms:W3CDTF">2025-07-11T10:25:04Z</dcterms:modified>
</cp:coreProperties>
</file>